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2.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3.xml" ContentType="application/vnd.openxmlformats-officedocument.presentationml.tags+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9"/>
  </p:notesMasterIdLst>
  <p:sldIdLst>
    <p:sldId id="293" r:id="rId5"/>
    <p:sldId id="257" r:id="rId6"/>
    <p:sldId id="258" r:id="rId7"/>
    <p:sldId id="259" r:id="rId8"/>
    <p:sldId id="260" r:id="rId9"/>
    <p:sldId id="261" r:id="rId10"/>
    <p:sldId id="262" r:id="rId11"/>
    <p:sldId id="327" r:id="rId12"/>
    <p:sldId id="325" r:id="rId13"/>
    <p:sldId id="323" r:id="rId14"/>
    <p:sldId id="324" r:id="rId15"/>
    <p:sldId id="328" r:id="rId16"/>
    <p:sldId id="270" r:id="rId17"/>
    <p:sldId id="290" r:id="rId18"/>
    <p:sldId id="291" r:id="rId19"/>
    <p:sldId id="271" r:id="rId20"/>
    <p:sldId id="272" r:id="rId21"/>
    <p:sldId id="274" r:id="rId22"/>
    <p:sldId id="267" r:id="rId23"/>
    <p:sldId id="319" r:id="rId24"/>
    <p:sldId id="268" r:id="rId25"/>
    <p:sldId id="321" r:id="rId26"/>
    <p:sldId id="269" r:id="rId27"/>
    <p:sldId id="326" r:id="rId28"/>
    <p:sldId id="282" r:id="rId29"/>
    <p:sldId id="322" r:id="rId30"/>
    <p:sldId id="277" r:id="rId31"/>
    <p:sldId id="278" r:id="rId32"/>
    <p:sldId id="2147480257" r:id="rId33"/>
    <p:sldId id="279" r:id="rId34"/>
    <p:sldId id="330" r:id="rId35"/>
    <p:sldId id="331" r:id="rId36"/>
    <p:sldId id="280" r:id="rId37"/>
    <p:sldId id="2147480371" r:id="rId38"/>
    <p:sldId id="281" r:id="rId39"/>
    <p:sldId id="2147480372" r:id="rId40"/>
    <p:sldId id="2147480369" r:id="rId41"/>
    <p:sldId id="285" r:id="rId42"/>
    <p:sldId id="284" r:id="rId43"/>
    <p:sldId id="286" r:id="rId44"/>
    <p:sldId id="2147480370" r:id="rId45"/>
    <p:sldId id="287" r:id="rId46"/>
    <p:sldId id="329" r:id="rId47"/>
    <p:sldId id="318" r:id="rId4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68E851-CA96-7F95-B54C-3BBDB5BCFC3C}" v="3" dt="2026-05-11T11:15:02.878"/>
    <p1510:client id="{57EB1025-161C-C451-BD74-F8DA87D35A16}" v="1" dt="2026-05-11T13:51:52.210"/>
    <p1510:client id="{7B780259-678D-CFF4-10CE-36A04D929D2E}" v="771" dt="2026-05-11T13:37:27.4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371" autoAdjust="0"/>
  </p:normalViewPr>
  <p:slideViewPr>
    <p:cSldViewPr snapToGrid="0">
      <p:cViewPr varScale="1">
        <p:scale>
          <a:sx n="82" d="100"/>
          <a:sy n="82" d="100"/>
        </p:scale>
        <p:origin x="82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bon Landa Martín" userId="S::ilanda@plainconcepts.com::60f846aa-ad2b-4777-970b-d4f0f7e9760e" providerId="AD" clId="Web-{57EB1025-161C-C451-BD74-F8DA87D35A16}"/>
    <pc:docChg chg="modSld">
      <pc:chgData name="Ibon Landa Martín" userId="S::ilanda@plainconcepts.com::60f846aa-ad2b-4777-970b-d4f0f7e9760e" providerId="AD" clId="Web-{57EB1025-161C-C451-BD74-F8DA87D35A16}" dt="2026-05-11T13:51:40.007" v="187"/>
      <pc:docMkLst>
        <pc:docMk/>
      </pc:docMkLst>
      <pc:sldChg chg="modNotes">
        <pc:chgData name="Ibon Landa Martín" userId="S::ilanda@plainconcepts.com::60f846aa-ad2b-4777-970b-d4f0f7e9760e" providerId="AD" clId="Web-{57EB1025-161C-C451-BD74-F8DA87D35A16}" dt="2026-05-11T13:51:40.007" v="187"/>
        <pc:sldMkLst>
          <pc:docMk/>
          <pc:sldMk cId="256538626" sldId="331"/>
        </pc:sldMkLst>
      </pc:sldChg>
    </pc:docChg>
  </pc:docChgLst>
  <pc:docChgLst>
    <pc:chgData name="Ibon Landa Martín" userId="S::ilanda@plainconcepts.com::60f846aa-ad2b-4777-970b-d4f0f7e9760e" providerId="AD" clId="Web-{3D68E851-CA96-7F95-B54C-3BBDB5BCFC3C}"/>
    <pc:docChg chg="modSld">
      <pc:chgData name="Ibon Landa Martín" userId="S::ilanda@plainconcepts.com::60f846aa-ad2b-4777-970b-d4f0f7e9760e" providerId="AD" clId="Web-{3D68E851-CA96-7F95-B54C-3BBDB5BCFC3C}" dt="2026-05-11T11:16:38.599" v="36"/>
      <pc:docMkLst>
        <pc:docMk/>
      </pc:docMkLst>
      <pc:sldChg chg="modNotes">
        <pc:chgData name="Ibon Landa Martín" userId="S::ilanda@plainconcepts.com::60f846aa-ad2b-4777-970b-d4f0f7e9760e" providerId="AD" clId="Web-{3D68E851-CA96-7F95-B54C-3BBDB5BCFC3C}" dt="2026-05-11T11:16:38.599" v="36"/>
        <pc:sldMkLst>
          <pc:docMk/>
          <pc:sldMk cId="0" sldId="279"/>
        </pc:sldMkLst>
      </pc:sldChg>
      <pc:sldChg chg="modSp">
        <pc:chgData name="Ibon Landa Martín" userId="S::ilanda@plainconcepts.com::60f846aa-ad2b-4777-970b-d4f0f7e9760e" providerId="AD" clId="Web-{3D68E851-CA96-7F95-B54C-3BBDB5BCFC3C}" dt="2026-05-11T11:15:02.878" v="2" actId="20577"/>
        <pc:sldMkLst>
          <pc:docMk/>
          <pc:sldMk cId="4083776056" sldId="289"/>
        </pc:sldMkLst>
        <pc:spChg chg="mod">
          <ac:chgData name="Ibon Landa Martín" userId="S::ilanda@plainconcepts.com::60f846aa-ad2b-4777-970b-d4f0f7e9760e" providerId="AD" clId="Web-{3D68E851-CA96-7F95-B54C-3BBDB5BCFC3C}" dt="2026-05-11T11:15:02.878" v="2" actId="20577"/>
          <ac:spMkLst>
            <pc:docMk/>
            <pc:sldMk cId="4083776056" sldId="289"/>
            <ac:spMk id="5" creationId="{C90700D0-D5BE-2995-3003-DE54A504A04C}"/>
          </ac:spMkLst>
        </pc:spChg>
      </pc:sldChg>
    </pc:docChg>
  </pc:docChgLst>
  <pc:docChgLst>
    <pc:chgData name="Ibon Landa Martín" userId="S::ilanda@plainconcepts.com::60f846aa-ad2b-4777-970b-d4f0f7e9760e" providerId="AD" clId="Web-{7B780259-678D-CFF4-10CE-36A04D929D2E}"/>
    <pc:docChg chg="addSld delSld modSld sldOrd">
      <pc:chgData name="Ibon Landa Martín" userId="S::ilanda@plainconcepts.com::60f846aa-ad2b-4777-970b-d4f0f7e9760e" providerId="AD" clId="Web-{7B780259-678D-CFF4-10CE-36A04D929D2E}" dt="2026-05-11T13:48:43.316" v="1903"/>
      <pc:docMkLst>
        <pc:docMk/>
      </pc:docMkLst>
      <pc:sldChg chg="modSp modNotes">
        <pc:chgData name="Ibon Landa Martín" userId="S::ilanda@plainconcepts.com::60f846aa-ad2b-4777-970b-d4f0f7e9760e" providerId="AD" clId="Web-{7B780259-678D-CFF4-10CE-36A04D929D2E}" dt="2026-05-11T13:19:33.026" v="1363" actId="20577"/>
        <pc:sldMkLst>
          <pc:docMk/>
          <pc:sldMk cId="0" sldId="257"/>
        </pc:sldMkLst>
        <pc:spChg chg="mod">
          <ac:chgData name="Ibon Landa Martín" userId="S::ilanda@plainconcepts.com::60f846aa-ad2b-4777-970b-d4f0f7e9760e" providerId="AD" clId="Web-{7B780259-678D-CFF4-10CE-36A04D929D2E}" dt="2026-05-11T13:18:48.131" v="1313" actId="20577"/>
          <ac:spMkLst>
            <pc:docMk/>
            <pc:sldMk cId="0" sldId="257"/>
            <ac:spMk id="12" creationId="{00000000-0000-0000-0000-000000000000}"/>
          </ac:spMkLst>
        </pc:spChg>
        <pc:spChg chg="mod">
          <ac:chgData name="Ibon Landa Martín" userId="S::ilanda@plainconcepts.com::60f846aa-ad2b-4777-970b-d4f0f7e9760e" providerId="AD" clId="Web-{7B780259-678D-CFF4-10CE-36A04D929D2E}" dt="2026-05-11T13:19:07.976" v="1318" actId="20577"/>
          <ac:spMkLst>
            <pc:docMk/>
            <pc:sldMk cId="0" sldId="257"/>
            <ac:spMk id="20" creationId="{00000000-0000-0000-0000-000000000000}"/>
          </ac:spMkLst>
        </pc:spChg>
        <pc:spChg chg="mod">
          <ac:chgData name="Ibon Landa Martín" userId="S::ilanda@plainconcepts.com::60f846aa-ad2b-4777-970b-d4f0f7e9760e" providerId="AD" clId="Web-{7B780259-678D-CFF4-10CE-36A04D929D2E}" dt="2026-05-11T13:19:16.555" v="1327" actId="20577"/>
          <ac:spMkLst>
            <pc:docMk/>
            <pc:sldMk cId="0" sldId="257"/>
            <ac:spMk id="24" creationId="{00000000-0000-0000-0000-000000000000}"/>
          </ac:spMkLst>
        </pc:spChg>
        <pc:spChg chg="mod">
          <ac:chgData name="Ibon Landa Martín" userId="S::ilanda@plainconcepts.com::60f846aa-ad2b-4777-970b-d4f0f7e9760e" providerId="AD" clId="Web-{7B780259-678D-CFF4-10CE-36A04D929D2E}" dt="2026-05-11T13:19:29.682" v="1357" actId="20577"/>
          <ac:spMkLst>
            <pc:docMk/>
            <pc:sldMk cId="0" sldId="257"/>
            <ac:spMk id="25" creationId="{00000000-0000-0000-0000-000000000000}"/>
          </ac:spMkLst>
        </pc:spChg>
        <pc:spChg chg="mod">
          <ac:chgData name="Ibon Landa Martín" userId="S::ilanda@plainconcepts.com::60f846aa-ad2b-4777-970b-d4f0f7e9760e" providerId="AD" clId="Web-{7B780259-678D-CFF4-10CE-36A04D929D2E}" dt="2026-05-11T13:19:20.899" v="1337" actId="20577"/>
          <ac:spMkLst>
            <pc:docMk/>
            <pc:sldMk cId="0" sldId="257"/>
            <ac:spMk id="28" creationId="{00000000-0000-0000-0000-000000000000}"/>
          </ac:spMkLst>
        </pc:spChg>
        <pc:spChg chg="mod">
          <ac:chgData name="Ibon Landa Martín" userId="S::ilanda@plainconcepts.com::60f846aa-ad2b-4777-970b-d4f0f7e9760e" providerId="AD" clId="Web-{7B780259-678D-CFF4-10CE-36A04D929D2E}" dt="2026-05-11T13:19:33.026" v="1363" actId="20577"/>
          <ac:spMkLst>
            <pc:docMk/>
            <pc:sldMk cId="0" sldId="257"/>
            <ac:spMk id="29" creationId="{00000000-0000-0000-0000-000000000000}"/>
          </ac:spMkLst>
        </pc:spChg>
      </pc:sldChg>
      <pc:sldChg chg="modNotes">
        <pc:chgData name="Ibon Landa Martín" userId="S::ilanda@plainconcepts.com::60f846aa-ad2b-4777-970b-d4f0f7e9760e" providerId="AD" clId="Web-{7B780259-678D-CFF4-10CE-36A04D929D2E}" dt="2026-05-11T12:44:12.827" v="129"/>
        <pc:sldMkLst>
          <pc:docMk/>
          <pc:sldMk cId="0" sldId="258"/>
        </pc:sldMkLst>
      </pc:sldChg>
      <pc:sldChg chg="modNotes">
        <pc:chgData name="Ibon Landa Martín" userId="S::ilanda@plainconcepts.com::60f846aa-ad2b-4777-970b-d4f0f7e9760e" providerId="AD" clId="Web-{7B780259-678D-CFF4-10CE-36A04D929D2E}" dt="2026-05-11T12:44:21.952" v="133"/>
        <pc:sldMkLst>
          <pc:docMk/>
          <pc:sldMk cId="0" sldId="259"/>
        </pc:sldMkLst>
      </pc:sldChg>
      <pc:sldChg chg="modNotes">
        <pc:chgData name="Ibon Landa Martín" userId="S::ilanda@plainconcepts.com::60f846aa-ad2b-4777-970b-d4f0f7e9760e" providerId="AD" clId="Web-{7B780259-678D-CFF4-10CE-36A04D929D2E}" dt="2026-05-11T12:45:25.144" v="225"/>
        <pc:sldMkLst>
          <pc:docMk/>
          <pc:sldMk cId="0" sldId="260"/>
        </pc:sldMkLst>
      </pc:sldChg>
      <pc:sldChg chg="modNotes">
        <pc:chgData name="Ibon Landa Martín" userId="S::ilanda@plainconcepts.com::60f846aa-ad2b-4777-970b-d4f0f7e9760e" providerId="AD" clId="Web-{7B780259-678D-CFF4-10CE-36A04D929D2E}" dt="2026-05-11T12:45:34.989" v="227"/>
        <pc:sldMkLst>
          <pc:docMk/>
          <pc:sldMk cId="0" sldId="261"/>
        </pc:sldMkLst>
      </pc:sldChg>
      <pc:sldChg chg="modSp add del modNotes">
        <pc:chgData name="Ibon Landa Martín" userId="S::ilanda@plainconcepts.com::60f846aa-ad2b-4777-970b-d4f0f7e9760e" providerId="AD" clId="Web-{7B780259-678D-CFF4-10CE-36A04D929D2E}" dt="2026-05-11T12:56:42.992" v="519" actId="20577"/>
        <pc:sldMkLst>
          <pc:docMk/>
          <pc:sldMk cId="0" sldId="262"/>
        </pc:sldMkLst>
        <pc:spChg chg="mod">
          <ac:chgData name="Ibon Landa Martín" userId="S::ilanda@plainconcepts.com::60f846aa-ad2b-4777-970b-d4f0f7e9760e" providerId="AD" clId="Web-{7B780259-678D-CFF4-10CE-36A04D929D2E}" dt="2026-05-11T12:56:42.992" v="519" actId="20577"/>
          <ac:spMkLst>
            <pc:docMk/>
            <pc:sldMk cId="0" sldId="262"/>
            <ac:spMk id="4" creationId="{00000000-0000-0000-0000-000000000000}"/>
          </ac:spMkLst>
        </pc:spChg>
      </pc:sldChg>
      <pc:sldChg chg="add del">
        <pc:chgData name="Ibon Landa Martín" userId="S::ilanda@plainconcepts.com::60f846aa-ad2b-4777-970b-d4f0f7e9760e" providerId="AD" clId="Web-{7B780259-678D-CFF4-10CE-36A04D929D2E}" dt="2026-05-11T13:12:30.461" v="958"/>
        <pc:sldMkLst>
          <pc:docMk/>
          <pc:sldMk cId="0" sldId="266"/>
        </pc:sldMkLst>
      </pc:sldChg>
      <pc:sldChg chg="modSp add del">
        <pc:chgData name="Ibon Landa Martín" userId="S::ilanda@plainconcepts.com::60f846aa-ad2b-4777-970b-d4f0f7e9760e" providerId="AD" clId="Web-{7B780259-678D-CFF4-10CE-36A04D929D2E}" dt="2026-05-11T12:54:25.001" v="472" actId="20577"/>
        <pc:sldMkLst>
          <pc:docMk/>
          <pc:sldMk cId="0" sldId="267"/>
        </pc:sldMkLst>
        <pc:spChg chg="mod">
          <ac:chgData name="Ibon Landa Martín" userId="S::ilanda@plainconcepts.com::60f846aa-ad2b-4777-970b-d4f0f7e9760e" providerId="AD" clId="Web-{7B780259-678D-CFF4-10CE-36A04D929D2E}" dt="2026-05-11T12:51:13.491" v="409" actId="20577"/>
          <ac:spMkLst>
            <pc:docMk/>
            <pc:sldMk cId="0" sldId="267"/>
            <ac:spMk id="3" creationId="{00000000-0000-0000-0000-000000000000}"/>
          </ac:spMkLst>
        </pc:spChg>
        <pc:spChg chg="mod">
          <ac:chgData name="Ibon Landa Martín" userId="S::ilanda@plainconcepts.com::60f846aa-ad2b-4777-970b-d4f0f7e9760e" providerId="AD" clId="Web-{7B780259-678D-CFF4-10CE-36A04D929D2E}" dt="2026-05-11T12:54:25.001" v="472" actId="20577"/>
          <ac:spMkLst>
            <pc:docMk/>
            <pc:sldMk cId="0" sldId="267"/>
            <ac:spMk id="4" creationId="{00000000-0000-0000-0000-000000000000}"/>
          </ac:spMkLst>
        </pc:spChg>
      </pc:sldChg>
      <pc:sldChg chg="modSp add del modNotes">
        <pc:chgData name="Ibon Landa Martín" userId="S::ilanda@plainconcepts.com::60f846aa-ad2b-4777-970b-d4f0f7e9760e" providerId="AD" clId="Web-{7B780259-678D-CFF4-10CE-36A04D929D2E}" dt="2026-05-11T13:12:17.866" v="957" actId="20577"/>
        <pc:sldMkLst>
          <pc:docMk/>
          <pc:sldMk cId="0" sldId="268"/>
        </pc:sldMkLst>
        <pc:spChg chg="mod">
          <ac:chgData name="Ibon Landa Martín" userId="S::ilanda@plainconcepts.com::60f846aa-ad2b-4777-970b-d4f0f7e9760e" providerId="AD" clId="Web-{7B780259-678D-CFF4-10CE-36A04D929D2E}" dt="2026-05-11T13:12:17.866" v="957" actId="20577"/>
          <ac:spMkLst>
            <pc:docMk/>
            <pc:sldMk cId="0" sldId="268"/>
            <ac:spMk id="5" creationId="{00000000-0000-0000-0000-000000000000}"/>
          </ac:spMkLst>
        </pc:spChg>
      </pc:sldChg>
      <pc:sldChg chg="modSp">
        <pc:chgData name="Ibon Landa Martín" userId="S::ilanda@plainconcepts.com::60f846aa-ad2b-4777-970b-d4f0f7e9760e" providerId="AD" clId="Web-{7B780259-678D-CFF4-10CE-36A04D929D2E}" dt="2026-05-11T13:15:13.295" v="1020" actId="20577"/>
        <pc:sldMkLst>
          <pc:docMk/>
          <pc:sldMk cId="0" sldId="269"/>
        </pc:sldMkLst>
        <pc:spChg chg="mod">
          <ac:chgData name="Ibon Landa Martín" userId="S::ilanda@plainconcepts.com::60f846aa-ad2b-4777-970b-d4f0f7e9760e" providerId="AD" clId="Web-{7B780259-678D-CFF4-10CE-36A04D929D2E}" dt="2026-05-11T13:14:43.591" v="972" actId="20577"/>
          <ac:spMkLst>
            <pc:docMk/>
            <pc:sldMk cId="0" sldId="269"/>
            <ac:spMk id="4" creationId="{00000000-0000-0000-0000-000000000000}"/>
          </ac:spMkLst>
        </pc:spChg>
        <pc:spChg chg="mod">
          <ac:chgData name="Ibon Landa Martín" userId="S::ilanda@plainconcepts.com::60f846aa-ad2b-4777-970b-d4f0f7e9760e" providerId="AD" clId="Web-{7B780259-678D-CFF4-10CE-36A04D929D2E}" dt="2026-05-11T13:15:13.295" v="1020" actId="20577"/>
          <ac:spMkLst>
            <pc:docMk/>
            <pc:sldMk cId="0" sldId="269"/>
            <ac:spMk id="5" creationId="{00000000-0000-0000-0000-000000000000}"/>
          </ac:spMkLst>
        </pc:spChg>
      </pc:sldChg>
      <pc:sldChg chg="modSp add del modNotes">
        <pc:chgData name="Ibon Landa Martín" userId="S::ilanda@plainconcepts.com::60f846aa-ad2b-4777-970b-d4f0f7e9760e" providerId="AD" clId="Web-{7B780259-678D-CFF4-10CE-36A04D929D2E}" dt="2026-05-11T13:10:56.753" v="947"/>
        <pc:sldMkLst>
          <pc:docMk/>
          <pc:sldMk cId="0" sldId="270"/>
        </pc:sldMkLst>
        <pc:spChg chg="mod">
          <ac:chgData name="Ibon Landa Martín" userId="S::ilanda@plainconcepts.com::60f846aa-ad2b-4777-970b-d4f0f7e9760e" providerId="AD" clId="Web-{7B780259-678D-CFF4-10CE-36A04D929D2E}" dt="2026-05-11T13:08:24.698" v="860" actId="20577"/>
          <ac:spMkLst>
            <pc:docMk/>
            <pc:sldMk cId="0" sldId="270"/>
            <ac:spMk id="4" creationId="{00000000-0000-0000-0000-000000000000}"/>
          </ac:spMkLst>
        </pc:spChg>
        <pc:spChg chg="mod">
          <ac:chgData name="Ibon Landa Martín" userId="S::ilanda@plainconcepts.com::60f846aa-ad2b-4777-970b-d4f0f7e9760e" providerId="AD" clId="Web-{7B780259-678D-CFF4-10CE-36A04D929D2E}" dt="2026-05-11T13:09:13.544" v="905" actId="20577"/>
          <ac:spMkLst>
            <pc:docMk/>
            <pc:sldMk cId="0" sldId="270"/>
            <ac:spMk id="9" creationId="{00000000-0000-0000-0000-000000000000}"/>
          </ac:spMkLst>
        </pc:spChg>
      </pc:sldChg>
      <pc:sldChg chg="modSp add del modNotes">
        <pc:chgData name="Ibon Landa Martín" userId="S::ilanda@plainconcepts.com::60f846aa-ad2b-4777-970b-d4f0f7e9760e" providerId="AD" clId="Web-{7B780259-678D-CFF4-10CE-36A04D929D2E}" dt="2026-05-11T13:10:35.815" v="926" actId="20577"/>
        <pc:sldMkLst>
          <pc:docMk/>
          <pc:sldMk cId="0" sldId="271"/>
        </pc:sldMkLst>
        <pc:spChg chg="mod">
          <ac:chgData name="Ibon Landa Martín" userId="S::ilanda@plainconcepts.com::60f846aa-ad2b-4777-970b-d4f0f7e9760e" providerId="AD" clId="Web-{7B780259-678D-CFF4-10CE-36A04D929D2E}" dt="2026-05-11T13:10:35.815" v="926" actId="20577"/>
          <ac:spMkLst>
            <pc:docMk/>
            <pc:sldMk cId="0" sldId="271"/>
            <ac:spMk id="4" creationId="{00000000-0000-0000-0000-000000000000}"/>
          </ac:spMkLst>
        </pc:spChg>
      </pc:sldChg>
      <pc:sldChg chg="modSp add del modNotes">
        <pc:chgData name="Ibon Landa Martín" userId="S::ilanda@plainconcepts.com::60f846aa-ad2b-4777-970b-d4f0f7e9760e" providerId="AD" clId="Web-{7B780259-678D-CFF4-10CE-36A04D929D2E}" dt="2026-05-11T13:10:44.643" v="937" actId="20577"/>
        <pc:sldMkLst>
          <pc:docMk/>
          <pc:sldMk cId="0" sldId="272"/>
        </pc:sldMkLst>
        <pc:spChg chg="mod">
          <ac:chgData name="Ibon Landa Martín" userId="S::ilanda@plainconcepts.com::60f846aa-ad2b-4777-970b-d4f0f7e9760e" providerId="AD" clId="Web-{7B780259-678D-CFF4-10CE-36A04D929D2E}" dt="2026-05-11T13:10:44.643" v="937" actId="20577"/>
          <ac:spMkLst>
            <pc:docMk/>
            <pc:sldMk cId="0" sldId="272"/>
            <ac:spMk id="4" creationId="{00000000-0000-0000-0000-000000000000}"/>
          </ac:spMkLst>
        </pc:spChg>
      </pc:sldChg>
      <pc:sldChg chg="add del modNotes">
        <pc:chgData name="Ibon Landa Martín" userId="S::ilanda@plainconcepts.com::60f846aa-ad2b-4777-970b-d4f0f7e9760e" providerId="AD" clId="Web-{7B780259-678D-CFF4-10CE-36A04D929D2E}" dt="2026-05-11T13:16:13.110" v="1034"/>
        <pc:sldMkLst>
          <pc:docMk/>
          <pc:sldMk cId="0" sldId="273"/>
        </pc:sldMkLst>
      </pc:sldChg>
      <pc:sldChg chg="modSp add del modNotes">
        <pc:chgData name="Ibon Landa Martín" userId="S::ilanda@plainconcepts.com::60f846aa-ad2b-4777-970b-d4f0f7e9760e" providerId="AD" clId="Web-{7B780259-678D-CFF4-10CE-36A04D929D2E}" dt="2026-05-11T13:22:16.045" v="1498"/>
        <pc:sldMkLst>
          <pc:docMk/>
          <pc:sldMk cId="0" sldId="274"/>
        </pc:sldMkLst>
        <pc:spChg chg="mod">
          <ac:chgData name="Ibon Landa Martín" userId="S::ilanda@plainconcepts.com::60f846aa-ad2b-4777-970b-d4f0f7e9760e" providerId="AD" clId="Web-{7B780259-678D-CFF4-10CE-36A04D929D2E}" dt="2026-05-11T13:16:29.783" v="1054" actId="20577"/>
          <ac:spMkLst>
            <pc:docMk/>
            <pc:sldMk cId="0" sldId="274"/>
            <ac:spMk id="4" creationId="{00000000-0000-0000-0000-000000000000}"/>
          </ac:spMkLst>
        </pc:spChg>
      </pc:sldChg>
      <pc:sldChg chg="del">
        <pc:chgData name="Ibon Landa Martín" userId="S::ilanda@plainconcepts.com::60f846aa-ad2b-4777-970b-d4f0f7e9760e" providerId="AD" clId="Web-{7B780259-678D-CFF4-10CE-36A04D929D2E}" dt="2026-05-11T13:13:30.994" v="961"/>
        <pc:sldMkLst>
          <pc:docMk/>
          <pc:sldMk cId="0" sldId="275"/>
        </pc:sldMkLst>
      </pc:sldChg>
      <pc:sldChg chg="del">
        <pc:chgData name="Ibon Landa Martín" userId="S::ilanda@plainconcepts.com::60f846aa-ad2b-4777-970b-d4f0f7e9760e" providerId="AD" clId="Web-{7B780259-678D-CFF4-10CE-36A04D929D2E}" dt="2026-05-11T13:15:17.046" v="1021"/>
        <pc:sldMkLst>
          <pc:docMk/>
          <pc:sldMk cId="0" sldId="276"/>
        </pc:sldMkLst>
      </pc:sldChg>
      <pc:sldChg chg="modSp modNotes">
        <pc:chgData name="Ibon Landa Martín" userId="S::ilanda@plainconcepts.com::60f846aa-ad2b-4777-970b-d4f0f7e9760e" providerId="AD" clId="Web-{7B780259-678D-CFF4-10CE-36A04D929D2E}" dt="2026-05-11T13:16:02.594" v="1033" actId="20577"/>
        <pc:sldMkLst>
          <pc:docMk/>
          <pc:sldMk cId="0" sldId="277"/>
        </pc:sldMkLst>
        <pc:spChg chg="mod">
          <ac:chgData name="Ibon Landa Martín" userId="S::ilanda@plainconcepts.com::60f846aa-ad2b-4777-970b-d4f0f7e9760e" providerId="AD" clId="Web-{7B780259-678D-CFF4-10CE-36A04D929D2E}" dt="2026-05-11T13:16:02.594" v="1033" actId="20577"/>
          <ac:spMkLst>
            <pc:docMk/>
            <pc:sldMk cId="0" sldId="277"/>
            <ac:spMk id="4" creationId="{00000000-0000-0000-0000-000000000000}"/>
          </ac:spMkLst>
        </pc:spChg>
      </pc:sldChg>
      <pc:sldChg chg="modSp modNotes">
        <pc:chgData name="Ibon Landa Martín" userId="S::ilanda@plainconcepts.com::60f846aa-ad2b-4777-970b-d4f0f7e9760e" providerId="AD" clId="Web-{7B780259-678D-CFF4-10CE-36A04D929D2E}" dt="2026-05-11T13:36:39.186" v="1823" actId="20577"/>
        <pc:sldMkLst>
          <pc:docMk/>
          <pc:sldMk cId="0" sldId="278"/>
        </pc:sldMkLst>
        <pc:spChg chg="mod">
          <ac:chgData name="Ibon Landa Martín" userId="S::ilanda@plainconcepts.com::60f846aa-ad2b-4777-970b-d4f0f7e9760e" providerId="AD" clId="Web-{7B780259-678D-CFF4-10CE-36A04D929D2E}" dt="2026-05-11T13:36:39.186" v="1823" actId="20577"/>
          <ac:spMkLst>
            <pc:docMk/>
            <pc:sldMk cId="0" sldId="278"/>
            <ac:spMk id="20" creationId="{00000000-0000-0000-0000-000000000000}"/>
          </ac:spMkLst>
        </pc:spChg>
      </pc:sldChg>
      <pc:sldChg chg="modSp modNotes">
        <pc:chgData name="Ibon Landa Martín" userId="S::ilanda@plainconcepts.com::60f846aa-ad2b-4777-970b-d4f0f7e9760e" providerId="AD" clId="Web-{7B780259-678D-CFF4-10CE-36A04D929D2E}" dt="2026-05-11T13:37:22.770" v="1899" actId="20577"/>
        <pc:sldMkLst>
          <pc:docMk/>
          <pc:sldMk cId="0" sldId="279"/>
        </pc:sldMkLst>
        <pc:spChg chg="mod">
          <ac:chgData name="Ibon Landa Martín" userId="S::ilanda@plainconcepts.com::60f846aa-ad2b-4777-970b-d4f0f7e9760e" providerId="AD" clId="Web-{7B780259-678D-CFF4-10CE-36A04D929D2E}" dt="2026-05-11T13:37:22.770" v="1899" actId="20577"/>
          <ac:spMkLst>
            <pc:docMk/>
            <pc:sldMk cId="0" sldId="279"/>
            <ac:spMk id="4" creationId="{00000000-0000-0000-0000-000000000000}"/>
          </ac:spMkLst>
        </pc:spChg>
        <pc:spChg chg="mod">
          <ac:chgData name="Ibon Landa Martín" userId="S::ilanda@plainconcepts.com::60f846aa-ad2b-4777-970b-d4f0f7e9760e" providerId="AD" clId="Web-{7B780259-678D-CFF4-10CE-36A04D929D2E}" dt="2026-05-11T13:29:38.589" v="1678" actId="20577"/>
          <ac:spMkLst>
            <pc:docMk/>
            <pc:sldMk cId="0" sldId="279"/>
            <ac:spMk id="5" creationId="{00000000-0000-0000-0000-000000000000}"/>
          </ac:spMkLst>
        </pc:spChg>
      </pc:sldChg>
      <pc:sldChg chg="modSp modNotes">
        <pc:chgData name="Ibon Landa Martín" userId="S::ilanda@plainconcepts.com::60f846aa-ad2b-4777-970b-d4f0f7e9760e" providerId="AD" clId="Web-{7B780259-678D-CFF4-10CE-36A04D929D2E}" dt="2026-05-11T13:30:30.810" v="1731" actId="20577"/>
        <pc:sldMkLst>
          <pc:docMk/>
          <pc:sldMk cId="0" sldId="280"/>
        </pc:sldMkLst>
        <pc:spChg chg="mod">
          <ac:chgData name="Ibon Landa Martín" userId="S::ilanda@plainconcepts.com::60f846aa-ad2b-4777-970b-d4f0f7e9760e" providerId="AD" clId="Web-{7B780259-678D-CFF4-10CE-36A04D929D2E}" dt="2026-05-11T13:30:30.810" v="1731" actId="20577"/>
          <ac:spMkLst>
            <pc:docMk/>
            <pc:sldMk cId="0" sldId="280"/>
            <ac:spMk id="17" creationId="{00000000-0000-0000-0000-000000000000}"/>
          </ac:spMkLst>
        </pc:spChg>
      </pc:sldChg>
      <pc:sldChg chg="modSp">
        <pc:chgData name="Ibon Landa Martín" userId="S::ilanda@plainconcepts.com::60f846aa-ad2b-4777-970b-d4f0f7e9760e" providerId="AD" clId="Web-{7B780259-678D-CFF4-10CE-36A04D929D2E}" dt="2026-05-11T13:23:34.271" v="1535" actId="20577"/>
        <pc:sldMkLst>
          <pc:docMk/>
          <pc:sldMk cId="0" sldId="281"/>
        </pc:sldMkLst>
        <pc:spChg chg="mod">
          <ac:chgData name="Ibon Landa Martín" userId="S::ilanda@plainconcepts.com::60f846aa-ad2b-4777-970b-d4f0f7e9760e" providerId="AD" clId="Web-{7B780259-678D-CFF4-10CE-36A04D929D2E}" dt="2026-05-11T13:23:34.271" v="1535" actId="20577"/>
          <ac:spMkLst>
            <pc:docMk/>
            <pc:sldMk cId="0" sldId="281"/>
            <ac:spMk id="3" creationId="{00000000-0000-0000-0000-000000000000}"/>
          </ac:spMkLst>
        </pc:spChg>
      </pc:sldChg>
      <pc:sldChg chg="modSp ord modNotes">
        <pc:chgData name="Ibon Landa Martín" userId="S::ilanda@plainconcepts.com::60f846aa-ad2b-4777-970b-d4f0f7e9760e" providerId="AD" clId="Web-{7B780259-678D-CFF4-10CE-36A04D929D2E}" dt="2026-05-11T13:23:01.143" v="1534" actId="20577"/>
        <pc:sldMkLst>
          <pc:docMk/>
          <pc:sldMk cId="0" sldId="282"/>
        </pc:sldMkLst>
        <pc:spChg chg="mod">
          <ac:chgData name="Ibon Landa Martín" userId="S::ilanda@plainconcepts.com::60f846aa-ad2b-4777-970b-d4f0f7e9760e" providerId="AD" clId="Web-{7B780259-678D-CFF4-10CE-36A04D929D2E}" dt="2026-05-11T13:23:01.143" v="1534" actId="20577"/>
          <ac:spMkLst>
            <pc:docMk/>
            <pc:sldMk cId="0" sldId="282"/>
            <ac:spMk id="4" creationId="{00000000-0000-0000-0000-000000000000}"/>
          </ac:spMkLst>
        </pc:spChg>
        <pc:spChg chg="mod">
          <ac:chgData name="Ibon Landa Martín" userId="S::ilanda@plainconcepts.com::60f846aa-ad2b-4777-970b-d4f0f7e9760e" providerId="AD" clId="Web-{7B780259-678D-CFF4-10CE-36A04D929D2E}" dt="2026-05-11T13:22:51.705" v="1511" actId="20577"/>
          <ac:spMkLst>
            <pc:docMk/>
            <pc:sldMk cId="0" sldId="282"/>
            <ac:spMk id="5" creationId="{00000000-0000-0000-0000-000000000000}"/>
          </ac:spMkLst>
        </pc:spChg>
      </pc:sldChg>
      <pc:sldChg chg="modNotes">
        <pc:chgData name="Ibon Landa Martín" userId="S::ilanda@plainconcepts.com::60f846aa-ad2b-4777-970b-d4f0f7e9760e" providerId="AD" clId="Web-{7B780259-678D-CFF4-10CE-36A04D929D2E}" dt="2026-05-11T12:59:59.734" v="642"/>
        <pc:sldMkLst>
          <pc:docMk/>
          <pc:sldMk cId="0" sldId="283"/>
        </pc:sldMkLst>
      </pc:sldChg>
      <pc:sldChg chg="ord modNotes">
        <pc:chgData name="Ibon Landa Martín" userId="S::ilanda@plainconcepts.com::60f846aa-ad2b-4777-970b-d4f0f7e9760e" providerId="AD" clId="Web-{7B780259-678D-CFF4-10CE-36A04D929D2E}" dt="2026-05-11T13:00:04.343" v="643"/>
        <pc:sldMkLst>
          <pc:docMk/>
          <pc:sldMk cId="0" sldId="284"/>
        </pc:sldMkLst>
      </pc:sldChg>
      <pc:sldChg chg="modNotes">
        <pc:chgData name="Ibon Landa Martín" userId="S::ilanda@plainconcepts.com::60f846aa-ad2b-4777-970b-d4f0f7e9760e" providerId="AD" clId="Web-{7B780259-678D-CFF4-10CE-36A04D929D2E}" dt="2026-05-11T12:58:11.589" v="574"/>
        <pc:sldMkLst>
          <pc:docMk/>
          <pc:sldMk cId="0" sldId="285"/>
        </pc:sldMkLst>
      </pc:sldChg>
      <pc:sldChg chg="modSp modNotes">
        <pc:chgData name="Ibon Landa Martín" userId="S::ilanda@plainconcepts.com::60f846aa-ad2b-4777-970b-d4f0f7e9760e" providerId="AD" clId="Web-{7B780259-678D-CFF4-10CE-36A04D929D2E}" dt="2026-05-11T12:57:49.041" v="536"/>
        <pc:sldMkLst>
          <pc:docMk/>
          <pc:sldMk cId="0" sldId="286"/>
        </pc:sldMkLst>
        <pc:spChg chg="mod">
          <ac:chgData name="Ibon Landa Martín" userId="S::ilanda@plainconcepts.com::60f846aa-ad2b-4777-970b-d4f0f7e9760e" providerId="AD" clId="Web-{7B780259-678D-CFF4-10CE-36A04D929D2E}" dt="2026-05-11T11:37:53.587" v="1" actId="20577"/>
          <ac:spMkLst>
            <pc:docMk/>
            <pc:sldMk cId="0" sldId="286"/>
            <ac:spMk id="9" creationId="{00000000-0000-0000-0000-000000000000}"/>
          </ac:spMkLst>
        </pc:spChg>
        <pc:spChg chg="mod">
          <ac:chgData name="Ibon Landa Martín" userId="S::ilanda@plainconcepts.com::60f846aa-ad2b-4777-970b-d4f0f7e9760e" providerId="AD" clId="Web-{7B780259-678D-CFF4-10CE-36A04D929D2E}" dt="2026-05-11T11:38:05.259" v="2" actId="20577"/>
          <ac:spMkLst>
            <pc:docMk/>
            <pc:sldMk cId="0" sldId="286"/>
            <ac:spMk id="19" creationId="{00000000-0000-0000-0000-000000000000}"/>
          </ac:spMkLst>
        </pc:spChg>
        <pc:spChg chg="mod">
          <ac:chgData name="Ibon Landa Martín" userId="S::ilanda@plainconcepts.com::60f846aa-ad2b-4777-970b-d4f0f7e9760e" providerId="AD" clId="Web-{7B780259-678D-CFF4-10CE-36A04D929D2E}" dt="2026-05-11T11:41:06.568" v="28" actId="20577"/>
          <ac:spMkLst>
            <pc:docMk/>
            <pc:sldMk cId="0" sldId="286"/>
            <ac:spMk id="30" creationId="{00000000-0000-0000-0000-000000000000}"/>
          </ac:spMkLst>
        </pc:spChg>
      </pc:sldChg>
      <pc:sldChg chg="modNotes">
        <pc:chgData name="Ibon Landa Martín" userId="S::ilanda@plainconcepts.com::60f846aa-ad2b-4777-970b-d4f0f7e9760e" providerId="AD" clId="Web-{7B780259-678D-CFF4-10CE-36A04D929D2E}" dt="2026-05-11T12:57:51.807" v="538"/>
        <pc:sldMkLst>
          <pc:docMk/>
          <pc:sldMk cId="0" sldId="287"/>
        </pc:sldMkLst>
      </pc:sldChg>
      <pc:sldChg chg="del">
        <pc:chgData name="Ibon Landa Martín" userId="S::ilanda@plainconcepts.com::60f846aa-ad2b-4777-970b-d4f0f7e9760e" providerId="AD" clId="Web-{7B780259-678D-CFF4-10CE-36A04D929D2E}" dt="2026-05-11T13:03:01.433" v="726"/>
        <pc:sldMkLst>
          <pc:docMk/>
          <pc:sldMk cId="4083776056" sldId="289"/>
        </pc:sldMkLst>
      </pc:sldChg>
      <pc:sldChg chg="modSp add del modNotes">
        <pc:chgData name="Ibon Landa Martín" userId="S::ilanda@plainconcepts.com::60f846aa-ad2b-4777-970b-d4f0f7e9760e" providerId="AD" clId="Web-{7B780259-678D-CFF4-10CE-36A04D929D2E}" dt="2026-05-11T13:21:53.793" v="1496" actId="20577"/>
        <pc:sldMkLst>
          <pc:docMk/>
          <pc:sldMk cId="0" sldId="290"/>
        </pc:sldMkLst>
        <pc:spChg chg="mod">
          <ac:chgData name="Ibon Landa Martín" userId="S::ilanda@plainconcepts.com::60f846aa-ad2b-4777-970b-d4f0f7e9760e" providerId="AD" clId="Web-{7B780259-678D-CFF4-10CE-36A04D929D2E}" dt="2026-05-11T13:21:53.793" v="1496" actId="20577"/>
          <ac:spMkLst>
            <pc:docMk/>
            <pc:sldMk cId="0" sldId="290"/>
            <ac:spMk id="4" creationId="{00000000-0000-0000-0000-000000000000}"/>
          </ac:spMkLst>
        </pc:spChg>
      </pc:sldChg>
      <pc:sldChg chg="add del modNotes">
        <pc:chgData name="Ibon Landa Martín" userId="S::ilanda@plainconcepts.com::60f846aa-ad2b-4777-970b-d4f0f7e9760e" providerId="AD" clId="Web-{7B780259-678D-CFF4-10CE-36A04D929D2E}" dt="2026-05-11T13:11:02.332" v="951"/>
        <pc:sldMkLst>
          <pc:docMk/>
          <pc:sldMk cId="0" sldId="291"/>
        </pc:sldMkLst>
      </pc:sldChg>
      <pc:sldChg chg="add del">
        <pc:chgData name="Ibon Landa Martín" userId="S::ilanda@plainconcepts.com::60f846aa-ad2b-4777-970b-d4f0f7e9760e" providerId="AD" clId="Web-{7B780259-678D-CFF4-10CE-36A04D929D2E}" dt="2026-05-11T13:08:11.869" v="849"/>
        <pc:sldMkLst>
          <pc:docMk/>
          <pc:sldMk cId="0" sldId="292"/>
        </pc:sldMkLst>
      </pc:sldChg>
      <pc:sldChg chg="modSp modNotes">
        <pc:chgData name="Ibon Landa Martín" userId="S::ilanda@plainconcepts.com::60f846aa-ad2b-4777-970b-d4f0f7e9760e" providerId="AD" clId="Web-{7B780259-678D-CFF4-10CE-36A04D929D2E}" dt="2026-05-11T12:44:04.530" v="125"/>
        <pc:sldMkLst>
          <pc:docMk/>
          <pc:sldMk cId="1018329768" sldId="293"/>
        </pc:sldMkLst>
        <pc:spChg chg="mod">
          <ac:chgData name="Ibon Landa Martín" userId="S::ilanda@plainconcepts.com::60f846aa-ad2b-4777-970b-d4f0f7e9760e" providerId="AD" clId="Web-{7B780259-678D-CFF4-10CE-36A04D929D2E}" dt="2026-05-11T12:41:55.478" v="42" actId="20577"/>
          <ac:spMkLst>
            <pc:docMk/>
            <pc:sldMk cId="1018329768" sldId="293"/>
            <ac:spMk id="12" creationId="{DCA6A150-CEDF-1654-6FC2-F143DE24D109}"/>
          </ac:spMkLst>
        </pc:spChg>
        <pc:spChg chg="mod">
          <ac:chgData name="Ibon Landa Martín" userId="S::ilanda@plainconcepts.com::60f846aa-ad2b-4777-970b-d4f0f7e9760e" providerId="AD" clId="Web-{7B780259-678D-CFF4-10CE-36A04D929D2E}" dt="2026-05-11T12:42:04.166" v="46" actId="20577"/>
          <ac:spMkLst>
            <pc:docMk/>
            <pc:sldMk cId="1018329768" sldId="293"/>
            <ac:spMk id="13" creationId="{A5041233-F75D-6EA1-6BBE-FB1FF36A2D7E}"/>
          </ac:spMkLst>
        </pc:spChg>
      </pc:sldChg>
      <pc:sldChg chg="modNotes">
        <pc:chgData name="Ibon Landa Martín" userId="S::ilanda@plainconcepts.com::60f846aa-ad2b-4777-970b-d4f0f7e9760e" providerId="AD" clId="Web-{7B780259-678D-CFF4-10CE-36A04D929D2E}" dt="2026-05-11T12:58:00.448" v="540"/>
        <pc:sldMkLst>
          <pc:docMk/>
          <pc:sldMk cId="4118427813" sldId="318"/>
        </pc:sldMkLst>
      </pc:sldChg>
      <pc:sldChg chg="addSp delSp modSp new mod ord modClrScheme chgLayout modNotes">
        <pc:chgData name="Ibon Landa Martín" userId="S::ilanda@plainconcepts.com::60f846aa-ad2b-4777-970b-d4f0f7e9760e" providerId="AD" clId="Web-{7B780259-678D-CFF4-10CE-36A04D929D2E}" dt="2026-05-11T12:51:24.789" v="413"/>
        <pc:sldMkLst>
          <pc:docMk/>
          <pc:sldMk cId="1755683636" sldId="319"/>
        </pc:sldMkLst>
        <pc:spChg chg="del">
          <ac:chgData name="Ibon Landa Martín" userId="S::ilanda@plainconcepts.com::60f846aa-ad2b-4777-970b-d4f0f7e9760e" providerId="AD" clId="Web-{7B780259-678D-CFF4-10CE-36A04D929D2E}" dt="2026-05-11T12:46:07.978" v="238"/>
          <ac:spMkLst>
            <pc:docMk/>
            <pc:sldMk cId="1755683636" sldId="319"/>
            <ac:spMk id="2" creationId="{A7051F8A-CAC7-C78A-AFCC-EADFD20349E8}"/>
          </ac:spMkLst>
        </pc:spChg>
        <pc:spChg chg="del">
          <ac:chgData name="Ibon Landa Martín" userId="S::ilanda@plainconcepts.com::60f846aa-ad2b-4777-970b-d4f0f7e9760e" providerId="AD" clId="Web-{7B780259-678D-CFF4-10CE-36A04D929D2E}" dt="2026-05-11T12:46:07.978" v="238"/>
          <ac:spMkLst>
            <pc:docMk/>
            <pc:sldMk cId="1755683636" sldId="319"/>
            <ac:spMk id="3" creationId="{223C938F-274E-D930-C3E8-AFCCE205572D}"/>
          </ac:spMkLst>
        </pc:spChg>
        <pc:spChg chg="del">
          <ac:chgData name="Ibon Landa Martín" userId="S::ilanda@plainconcepts.com::60f846aa-ad2b-4777-970b-d4f0f7e9760e" providerId="AD" clId="Web-{7B780259-678D-CFF4-10CE-36A04D929D2E}" dt="2026-05-11T12:46:07.978" v="238"/>
          <ac:spMkLst>
            <pc:docMk/>
            <pc:sldMk cId="1755683636" sldId="319"/>
            <ac:spMk id="4" creationId="{CBCC188B-019D-D57A-2975-51C74FD11695}"/>
          </ac:spMkLst>
        </pc:spChg>
        <pc:spChg chg="add mod">
          <ac:chgData name="Ibon Landa Martín" userId="S::ilanda@plainconcepts.com::60f846aa-ad2b-4777-970b-d4f0f7e9760e" providerId="AD" clId="Web-{7B780259-678D-CFF4-10CE-36A04D929D2E}" dt="2026-05-11T12:46:36.466" v="267" actId="20577"/>
          <ac:spMkLst>
            <pc:docMk/>
            <pc:sldMk cId="1755683636" sldId="319"/>
            <ac:spMk id="6" creationId="{2EE3EF0B-B8EB-544D-33AB-EA3440EF8DCE}"/>
          </ac:spMkLst>
        </pc:spChg>
      </pc:sldChg>
      <pc:sldChg chg="modSp add del replId modNotes">
        <pc:chgData name="Ibon Landa Martín" userId="S::ilanda@plainconcepts.com::60f846aa-ad2b-4777-970b-d4f0f7e9760e" providerId="AD" clId="Web-{7B780259-678D-CFF4-10CE-36A04D929D2E}" dt="2026-05-11T12:51:47.009" v="416"/>
        <pc:sldMkLst>
          <pc:docMk/>
          <pc:sldMk cId="1076393903" sldId="320"/>
        </pc:sldMkLst>
        <pc:spChg chg="mod">
          <ac:chgData name="Ibon Landa Martín" userId="S::ilanda@plainconcepts.com::60f846aa-ad2b-4777-970b-d4f0f7e9760e" providerId="AD" clId="Web-{7B780259-678D-CFF4-10CE-36A04D929D2E}" dt="2026-05-11T12:47:14.518" v="317" actId="20577"/>
          <ac:spMkLst>
            <pc:docMk/>
            <pc:sldMk cId="1076393903" sldId="320"/>
            <ac:spMk id="6" creationId="{AF32DD21-A83F-A62B-C95B-8FF99B546D8D}"/>
          </ac:spMkLst>
        </pc:spChg>
      </pc:sldChg>
      <pc:sldChg chg="modSp add ord replId modNotes">
        <pc:chgData name="Ibon Landa Martín" userId="S::ilanda@plainconcepts.com::60f846aa-ad2b-4777-970b-d4f0f7e9760e" providerId="AD" clId="Web-{7B780259-678D-CFF4-10CE-36A04D929D2E}" dt="2026-05-11T12:51:29.445" v="415"/>
        <pc:sldMkLst>
          <pc:docMk/>
          <pc:sldMk cId="592035382" sldId="321"/>
        </pc:sldMkLst>
        <pc:spChg chg="mod">
          <ac:chgData name="Ibon Landa Martín" userId="S::ilanda@plainconcepts.com::60f846aa-ad2b-4777-970b-d4f0f7e9760e" providerId="AD" clId="Web-{7B780259-678D-CFF4-10CE-36A04D929D2E}" dt="2026-05-11T12:47:34.114" v="329" actId="20577"/>
          <ac:spMkLst>
            <pc:docMk/>
            <pc:sldMk cId="592035382" sldId="321"/>
            <ac:spMk id="6" creationId="{33F7C9BE-C7B9-CF53-065F-B774709220B5}"/>
          </ac:spMkLst>
        </pc:spChg>
      </pc:sldChg>
      <pc:sldChg chg="add del replId">
        <pc:chgData name="Ibon Landa Martín" userId="S::ilanda@plainconcepts.com::60f846aa-ad2b-4777-970b-d4f0f7e9760e" providerId="AD" clId="Web-{7B780259-678D-CFF4-10CE-36A04D929D2E}" dt="2026-05-11T12:52:11.979" v="418"/>
        <pc:sldMkLst>
          <pc:docMk/>
          <pc:sldMk cId="552580099" sldId="322"/>
        </pc:sldMkLst>
      </pc:sldChg>
      <pc:sldChg chg="modSp add del replId">
        <pc:chgData name="Ibon Landa Martín" userId="S::ilanda@plainconcepts.com::60f846aa-ad2b-4777-970b-d4f0f7e9760e" providerId="AD" clId="Web-{7B780259-678D-CFF4-10CE-36A04D929D2E}" dt="2026-05-11T13:11:30.489" v="953"/>
        <pc:sldMkLst>
          <pc:docMk/>
          <pc:sldMk cId="1525280611" sldId="322"/>
        </pc:sldMkLst>
        <pc:spChg chg="mod">
          <ac:chgData name="Ibon Landa Martín" userId="S::ilanda@plainconcepts.com::60f846aa-ad2b-4777-970b-d4f0f7e9760e" providerId="AD" clId="Web-{7B780259-678D-CFF4-10CE-36A04D929D2E}" dt="2026-05-11T12:52:33.746" v="431" actId="20577"/>
          <ac:spMkLst>
            <pc:docMk/>
            <pc:sldMk cId="1525280611" sldId="322"/>
            <ac:spMk id="6" creationId="{C8E7CE1F-FE6F-16CD-5C6C-BB6C089DC46B}"/>
          </ac:spMkLst>
        </pc:spChg>
      </pc:sldChg>
      <pc:sldChg chg="modSp add del replId modNotes">
        <pc:chgData name="Ibon Landa Martín" userId="S::ilanda@plainconcepts.com::60f846aa-ad2b-4777-970b-d4f0f7e9760e" providerId="AD" clId="Web-{7B780259-678D-CFF4-10CE-36A04D929D2E}" dt="2026-05-11T13:07:11.568" v="845"/>
        <pc:sldMkLst>
          <pc:docMk/>
          <pc:sldMk cId="1266698331" sldId="323"/>
        </pc:sldMkLst>
        <pc:spChg chg="mod">
          <ac:chgData name="Ibon Landa Martín" userId="S::ilanda@plainconcepts.com::60f846aa-ad2b-4777-970b-d4f0f7e9760e" providerId="AD" clId="Web-{7B780259-678D-CFF4-10CE-36A04D929D2E}" dt="2026-05-11T12:53:06.013" v="453" actId="20577"/>
          <ac:spMkLst>
            <pc:docMk/>
            <pc:sldMk cId="1266698331" sldId="323"/>
            <ac:spMk id="6" creationId="{14D2F00B-5195-2C12-0394-728FEEAB2122}"/>
          </ac:spMkLst>
        </pc:spChg>
      </pc:sldChg>
      <pc:sldChg chg="add del replId modNotes">
        <pc:chgData name="Ibon Landa Martín" userId="S::ilanda@plainconcepts.com::60f846aa-ad2b-4777-970b-d4f0f7e9760e" providerId="AD" clId="Web-{7B780259-678D-CFF4-10CE-36A04D929D2E}" dt="2026-05-11T13:07:24.428" v="848"/>
        <pc:sldMkLst>
          <pc:docMk/>
          <pc:sldMk cId="1308529537" sldId="324"/>
        </pc:sldMkLst>
      </pc:sldChg>
      <pc:sldChg chg="modSp add replId modNotes">
        <pc:chgData name="Ibon Landa Martín" userId="S::ilanda@plainconcepts.com::60f846aa-ad2b-4777-970b-d4f0f7e9760e" providerId="AD" clId="Web-{7B780259-678D-CFF4-10CE-36A04D929D2E}" dt="2026-05-11T13:06:35.268" v="839"/>
        <pc:sldMkLst>
          <pc:docMk/>
          <pc:sldMk cId="1537465024" sldId="325"/>
        </pc:sldMkLst>
        <pc:spChg chg="mod">
          <ac:chgData name="Ibon Landa Martín" userId="S::ilanda@plainconcepts.com::60f846aa-ad2b-4777-970b-d4f0f7e9760e" providerId="AD" clId="Web-{7B780259-678D-CFF4-10CE-36A04D929D2E}" dt="2026-05-11T13:05:55.593" v="747" actId="20577"/>
          <ac:spMkLst>
            <pc:docMk/>
            <pc:sldMk cId="1537465024" sldId="325"/>
            <ac:spMk id="6" creationId="{4C502C7D-9FCE-F03B-B4D7-49B39E613287}"/>
          </ac:spMkLst>
        </pc:spChg>
      </pc:sldChg>
      <pc:sldChg chg="modSp add replId modNotes">
        <pc:chgData name="Ibon Landa Martín" userId="S::ilanda@plainconcepts.com::60f846aa-ad2b-4777-970b-d4f0f7e9760e" providerId="AD" clId="Web-{7B780259-678D-CFF4-10CE-36A04D929D2E}" dt="2026-05-11T13:18:33.334" v="1299"/>
        <pc:sldMkLst>
          <pc:docMk/>
          <pc:sldMk cId="243631415" sldId="326"/>
        </pc:sldMkLst>
        <pc:spChg chg="mod">
          <ac:chgData name="Ibon Landa Martín" userId="S::ilanda@plainconcepts.com::60f846aa-ad2b-4777-970b-d4f0f7e9760e" providerId="AD" clId="Web-{7B780259-678D-CFF4-10CE-36A04D929D2E}" dt="2026-05-11T13:17:37.707" v="1107" actId="20577"/>
          <ac:spMkLst>
            <pc:docMk/>
            <pc:sldMk cId="243631415" sldId="326"/>
            <ac:spMk id="6" creationId="{1C311523-D485-02B2-F761-F8F37B014FF4}"/>
          </ac:spMkLst>
        </pc:spChg>
      </pc:sldChg>
      <pc:sldChg chg="add del replId">
        <pc:chgData name="Ibon Landa Martín" userId="S::ilanda@plainconcepts.com::60f846aa-ad2b-4777-970b-d4f0f7e9760e" providerId="AD" clId="Web-{7B780259-678D-CFF4-10CE-36A04D929D2E}" dt="2026-05-11T13:13:44.667" v="964"/>
        <pc:sldMkLst>
          <pc:docMk/>
          <pc:sldMk cId="2708768339" sldId="326"/>
        </pc:sldMkLst>
      </pc:sldChg>
      <pc:sldChg chg="modSp add replId modNotes">
        <pc:chgData name="Ibon Landa Martín" userId="S::ilanda@plainconcepts.com::60f846aa-ad2b-4777-970b-d4f0f7e9760e" providerId="AD" clId="Web-{7B780259-678D-CFF4-10CE-36A04D929D2E}" dt="2026-05-11T13:20:53.849" v="1464"/>
        <pc:sldMkLst>
          <pc:docMk/>
          <pc:sldMk cId="2816560146" sldId="327"/>
        </pc:sldMkLst>
        <pc:spChg chg="mod">
          <ac:chgData name="Ibon Landa Martín" userId="S::ilanda@plainconcepts.com::60f846aa-ad2b-4777-970b-d4f0f7e9760e" providerId="AD" clId="Web-{7B780259-678D-CFF4-10CE-36A04D929D2E}" dt="2026-05-11T13:20:20.845" v="1376" actId="20577"/>
          <ac:spMkLst>
            <pc:docMk/>
            <pc:sldMk cId="2816560146" sldId="327"/>
            <ac:spMk id="6" creationId="{60CD8E4B-FB29-32D1-99EC-7100B142B796}"/>
          </ac:spMkLst>
        </pc:spChg>
      </pc:sldChg>
      <pc:sldChg chg="modSp add replId">
        <pc:chgData name="Ibon Landa Martín" userId="S::ilanda@plainconcepts.com::60f846aa-ad2b-4777-970b-d4f0f7e9760e" providerId="AD" clId="Web-{7B780259-678D-CFF4-10CE-36A04D929D2E}" dt="2026-05-11T13:21:31.166" v="1484" actId="20577"/>
        <pc:sldMkLst>
          <pc:docMk/>
          <pc:sldMk cId="227458661" sldId="328"/>
        </pc:sldMkLst>
        <pc:spChg chg="mod">
          <ac:chgData name="Ibon Landa Martín" userId="S::ilanda@plainconcepts.com::60f846aa-ad2b-4777-970b-d4f0f7e9760e" providerId="AD" clId="Web-{7B780259-678D-CFF4-10CE-36A04D929D2E}" dt="2026-05-11T13:21:31.166" v="1484" actId="20577"/>
          <ac:spMkLst>
            <pc:docMk/>
            <pc:sldMk cId="227458661" sldId="328"/>
            <ac:spMk id="6" creationId="{74DE51A7-CC0C-9213-41BA-956E2D6B181E}"/>
          </ac:spMkLst>
        </pc:spChg>
      </pc:sldChg>
      <pc:sldChg chg="modSp add replId">
        <pc:chgData name="Ibon Landa Martín" userId="S::ilanda@plainconcepts.com::60f846aa-ad2b-4777-970b-d4f0f7e9760e" providerId="AD" clId="Web-{7B780259-678D-CFF4-10CE-36A04D929D2E}" dt="2026-05-11T13:23:57.038" v="1548" actId="20577"/>
        <pc:sldMkLst>
          <pc:docMk/>
          <pc:sldMk cId="3121924688" sldId="329"/>
        </pc:sldMkLst>
        <pc:spChg chg="mod">
          <ac:chgData name="Ibon Landa Martín" userId="S::ilanda@plainconcepts.com::60f846aa-ad2b-4777-970b-d4f0f7e9760e" providerId="AD" clId="Web-{7B780259-678D-CFF4-10CE-36A04D929D2E}" dt="2026-05-11T13:23:45.803" v="1537" actId="20577"/>
          <ac:spMkLst>
            <pc:docMk/>
            <pc:sldMk cId="3121924688" sldId="329"/>
            <ac:spMk id="3" creationId="{324DDF19-8141-4CD3-BC8A-81C33DCE63F0}"/>
          </ac:spMkLst>
        </pc:spChg>
        <pc:spChg chg="mod">
          <ac:chgData name="Ibon Landa Martín" userId="S::ilanda@plainconcepts.com::60f846aa-ad2b-4777-970b-d4f0f7e9760e" providerId="AD" clId="Web-{7B780259-678D-CFF4-10CE-36A04D929D2E}" dt="2026-05-11T13:23:51.178" v="1546" actId="20577"/>
          <ac:spMkLst>
            <pc:docMk/>
            <pc:sldMk cId="3121924688" sldId="329"/>
            <ac:spMk id="4" creationId="{F10CE6AB-FA11-28F3-C239-8E51C9EEFD9C}"/>
          </ac:spMkLst>
        </pc:spChg>
        <pc:spChg chg="mod">
          <ac:chgData name="Ibon Landa Martín" userId="S::ilanda@plainconcepts.com::60f846aa-ad2b-4777-970b-d4f0f7e9760e" providerId="AD" clId="Web-{7B780259-678D-CFF4-10CE-36A04D929D2E}" dt="2026-05-11T13:23:57.038" v="1548" actId="20577"/>
          <ac:spMkLst>
            <pc:docMk/>
            <pc:sldMk cId="3121924688" sldId="329"/>
            <ac:spMk id="5" creationId="{2424F890-620F-811A-4670-1AAAD71C0BC0}"/>
          </ac:spMkLst>
        </pc:spChg>
      </pc:sldChg>
      <pc:sldChg chg="modSp add replId modNotes">
        <pc:chgData name="Ibon Landa Martín" userId="S::ilanda@plainconcepts.com::60f846aa-ad2b-4777-970b-d4f0f7e9760e" providerId="AD" clId="Web-{7B780259-678D-CFF4-10CE-36A04D929D2E}" dt="2026-05-11T13:37:27.474" v="1900" actId="20577"/>
        <pc:sldMkLst>
          <pc:docMk/>
          <pc:sldMk cId="788561476" sldId="330"/>
        </pc:sldMkLst>
        <pc:spChg chg="mod">
          <ac:chgData name="Ibon Landa Martín" userId="S::ilanda@plainconcepts.com::60f846aa-ad2b-4777-970b-d4f0f7e9760e" providerId="AD" clId="Web-{7B780259-678D-CFF4-10CE-36A04D929D2E}" dt="2026-05-11T13:37:27.474" v="1900" actId="20577"/>
          <ac:spMkLst>
            <pc:docMk/>
            <pc:sldMk cId="788561476" sldId="330"/>
            <ac:spMk id="4" creationId="{008D0551-97AF-C850-AF8E-C182AA05E8EC}"/>
          </ac:spMkLst>
        </pc:spChg>
        <pc:spChg chg="mod">
          <ac:chgData name="Ibon Landa Martín" userId="S::ilanda@plainconcepts.com::60f846aa-ad2b-4777-970b-d4f0f7e9760e" providerId="AD" clId="Web-{7B780259-678D-CFF4-10CE-36A04D929D2E}" dt="2026-05-11T13:29:35.823" v="1676" actId="20577"/>
          <ac:spMkLst>
            <pc:docMk/>
            <pc:sldMk cId="788561476" sldId="330"/>
            <ac:spMk id="5" creationId="{380006A2-9CCA-ACC8-D012-7D6232610473}"/>
          </ac:spMkLst>
        </pc:spChg>
        <pc:spChg chg="mod">
          <ac:chgData name="Ibon Landa Martín" userId="S::ilanda@plainconcepts.com::60f846aa-ad2b-4777-970b-d4f0f7e9760e" providerId="AD" clId="Web-{7B780259-678D-CFF4-10CE-36A04D929D2E}" dt="2026-05-11T13:28:18.804" v="1626" actId="20577"/>
          <ac:spMkLst>
            <pc:docMk/>
            <pc:sldMk cId="788561476" sldId="330"/>
            <ac:spMk id="12" creationId="{9D9D9737-5659-7B7F-5558-E952EA1FECB3}"/>
          </ac:spMkLst>
        </pc:spChg>
        <pc:spChg chg="mod">
          <ac:chgData name="Ibon Landa Martín" userId="S::ilanda@plainconcepts.com::60f846aa-ad2b-4777-970b-d4f0f7e9760e" providerId="AD" clId="Web-{7B780259-678D-CFF4-10CE-36A04D929D2E}" dt="2026-05-11T13:26:56.612" v="1606" actId="20577"/>
          <ac:spMkLst>
            <pc:docMk/>
            <pc:sldMk cId="788561476" sldId="330"/>
            <ac:spMk id="16" creationId="{A7846761-6E23-2810-2F56-509391694DC7}"/>
          </ac:spMkLst>
        </pc:spChg>
        <pc:spChg chg="mod">
          <ac:chgData name="Ibon Landa Martín" userId="S::ilanda@plainconcepts.com::60f846aa-ad2b-4777-970b-d4f0f7e9760e" providerId="AD" clId="Web-{7B780259-678D-CFF4-10CE-36A04D929D2E}" dt="2026-05-11T13:28:15.023" v="1623" actId="20577"/>
          <ac:spMkLst>
            <pc:docMk/>
            <pc:sldMk cId="788561476" sldId="330"/>
            <ac:spMk id="18" creationId="{B14369FC-0D4C-A840-6651-DD4C6B0291D9}"/>
          </ac:spMkLst>
        </pc:spChg>
      </pc:sldChg>
      <pc:sldChg chg="modSp add replId modNotes">
        <pc:chgData name="Ibon Landa Martín" userId="S::ilanda@plainconcepts.com::60f846aa-ad2b-4777-970b-d4f0f7e9760e" providerId="AD" clId="Web-{7B780259-678D-CFF4-10CE-36A04D929D2E}" dt="2026-05-11T13:48:43.316" v="1903"/>
        <pc:sldMkLst>
          <pc:docMk/>
          <pc:sldMk cId="256538626" sldId="331"/>
        </pc:sldMkLst>
        <pc:spChg chg="mod">
          <ac:chgData name="Ibon Landa Martín" userId="S::ilanda@plainconcepts.com::60f846aa-ad2b-4777-970b-d4f0f7e9760e" providerId="AD" clId="Web-{7B780259-678D-CFF4-10CE-36A04D929D2E}" dt="2026-05-11T13:26:42.705" v="1595" actId="20577"/>
          <ac:spMkLst>
            <pc:docMk/>
            <pc:sldMk cId="256538626" sldId="331"/>
            <ac:spMk id="4" creationId="{4B0A4018-EA40-DCB0-D5D6-227EE918BB6F}"/>
          </ac:spMkLst>
        </pc:spChg>
        <pc:spChg chg="mod">
          <ac:chgData name="Ibon Landa Martín" userId="S::ilanda@plainconcepts.com::60f846aa-ad2b-4777-970b-d4f0f7e9760e" providerId="AD" clId="Web-{7B780259-678D-CFF4-10CE-36A04D929D2E}" dt="2026-05-11T13:30:56.530" v="1734" actId="20577"/>
          <ac:spMkLst>
            <pc:docMk/>
            <pc:sldMk cId="256538626" sldId="331"/>
            <ac:spMk id="5" creationId="{CBE00AF9-6108-BD30-70D4-24C2944FF6CB}"/>
          </ac:spMkLst>
        </pc:spChg>
        <pc:spChg chg="mod">
          <ac:chgData name="Ibon Landa Martín" userId="S::ilanda@plainconcepts.com::60f846aa-ad2b-4777-970b-d4f0f7e9760e" providerId="AD" clId="Web-{7B780259-678D-CFF4-10CE-36A04D929D2E}" dt="2026-05-11T13:28:54.431" v="1636" actId="20577"/>
          <ac:spMkLst>
            <pc:docMk/>
            <pc:sldMk cId="256538626" sldId="331"/>
            <ac:spMk id="12" creationId="{20BF23FC-AA81-D68E-552F-3B505AB9BB52}"/>
          </ac:spMkLst>
        </pc:spChg>
        <pc:spChg chg="mod">
          <ac:chgData name="Ibon Landa Martín" userId="S::ilanda@plainconcepts.com::60f846aa-ad2b-4777-970b-d4f0f7e9760e" providerId="AD" clId="Web-{7B780259-678D-CFF4-10CE-36A04D929D2E}" dt="2026-05-11T13:26:49.424" v="1601" actId="20577"/>
          <ac:spMkLst>
            <pc:docMk/>
            <pc:sldMk cId="256538626" sldId="331"/>
            <ac:spMk id="16" creationId="{91CE2B37-542D-0DCD-1525-1DA6C4846D8D}"/>
          </ac:spMkLst>
        </pc:spChg>
        <pc:spChg chg="mod">
          <ac:chgData name="Ibon Landa Martín" userId="S::ilanda@plainconcepts.com::60f846aa-ad2b-4777-970b-d4f0f7e9760e" providerId="AD" clId="Web-{7B780259-678D-CFF4-10CE-36A04D929D2E}" dt="2026-05-11T13:28:51.306" v="1633" actId="20577"/>
          <ac:spMkLst>
            <pc:docMk/>
            <pc:sldMk cId="256538626" sldId="331"/>
            <ac:spMk id="18" creationId="{4AF76664-D981-A25E-241F-076461D06F41}"/>
          </ac:spMkLst>
        </pc:spChg>
      </pc:sldChg>
      <pc:sldChg chg="modSp add del modNotes">
        <pc:chgData name="Ibon Landa Martín" userId="S::ilanda@plainconcepts.com::60f846aa-ad2b-4777-970b-d4f0f7e9760e" providerId="AD" clId="Web-{7B780259-678D-CFF4-10CE-36A04D929D2E}" dt="2026-05-11T13:35:33.650" v="1784"/>
        <pc:sldMkLst>
          <pc:docMk/>
          <pc:sldMk cId="3271118094" sldId="332"/>
        </pc:sldMkLst>
        <pc:spChg chg="mod">
          <ac:chgData name="Ibon Landa Martín" userId="S::ilanda@plainconcepts.com::60f846aa-ad2b-4777-970b-d4f0f7e9760e" providerId="AD" clId="Web-{7B780259-678D-CFF4-10CE-36A04D929D2E}" dt="2026-05-11T13:33:20.582" v="1779" actId="20577"/>
          <ac:spMkLst>
            <pc:docMk/>
            <pc:sldMk cId="3271118094" sldId="332"/>
            <ac:spMk id="3" creationId="{153264B0-43B8-548D-71C2-58838AB14F07}"/>
          </ac:spMkLst>
        </pc:spChg>
        <pc:spChg chg="mod">
          <ac:chgData name="Ibon Landa Martín" userId="S::ilanda@plainconcepts.com::60f846aa-ad2b-4777-970b-d4f0f7e9760e" providerId="AD" clId="Web-{7B780259-678D-CFF4-10CE-36A04D929D2E}" dt="2026-05-11T13:31:53.188" v="1737" actId="20577"/>
          <ac:spMkLst>
            <pc:docMk/>
            <pc:sldMk cId="3271118094" sldId="332"/>
            <ac:spMk id="12" creationId="{4A59D992-4282-A435-B73F-7002F8C32E91}"/>
          </ac:spMkLst>
        </pc:spChg>
        <pc:spChg chg="mod">
          <ac:chgData name="Ibon Landa Martín" userId="S::ilanda@plainconcepts.com::60f846aa-ad2b-4777-970b-d4f0f7e9760e" providerId="AD" clId="Web-{7B780259-678D-CFF4-10CE-36A04D929D2E}" dt="2026-05-11T13:33:02.613" v="1775" actId="20577"/>
          <ac:spMkLst>
            <pc:docMk/>
            <pc:sldMk cId="3271118094" sldId="332"/>
            <ac:spMk id="26" creationId="{52537404-7CC2-D405-12E5-4082397CE957}"/>
          </ac:spMkLst>
        </pc:spChg>
      </pc:sldChg>
      <pc:sldChg chg="add mod modShow modNotes">
        <pc:chgData name="Ibon Landa Martín" userId="S::ilanda@plainconcepts.com::60f846aa-ad2b-4777-970b-d4f0f7e9760e" providerId="AD" clId="Web-{7B780259-678D-CFF4-10CE-36A04D929D2E}" dt="2026-05-11T13:36:09.932" v="1806"/>
        <pc:sldMkLst>
          <pc:docMk/>
          <pc:sldMk cId="2716837964" sldId="2147480257"/>
        </pc:sldMkLst>
      </pc:sldChg>
      <pc:sldChg chg="delSp add modNotes">
        <pc:chgData name="Ibon Landa Martín" userId="S::ilanda@plainconcepts.com::60f846aa-ad2b-4777-970b-d4f0f7e9760e" providerId="AD" clId="Web-{7B780259-678D-CFF4-10CE-36A04D929D2E}" dt="2026-05-11T13:35:38.056" v="1785"/>
        <pc:sldMkLst>
          <pc:docMk/>
          <pc:sldMk cId="3271118094" sldId="2147480369"/>
        </pc:sldMkLst>
        <pc:spChg chg="del">
          <ac:chgData name="Ibon Landa Martín" userId="S::ilanda@plainconcepts.com::60f846aa-ad2b-4777-970b-d4f0f7e9760e" providerId="AD" clId="Web-{7B780259-678D-CFF4-10CE-36A04D929D2E}" dt="2026-05-11T13:35:38.056" v="1785"/>
          <ac:spMkLst>
            <pc:docMk/>
            <pc:sldMk cId="3271118094" sldId="2147480369"/>
            <ac:spMk id="10" creationId="{966E5B3F-5191-1C00-D9D3-31180F402248}"/>
          </ac:spMkLst>
        </pc:spChg>
      </pc:sldChg>
      <pc:sldMasterChg chg="addSldLayout">
        <pc:chgData name="Ibon Landa Martín" userId="S::ilanda@plainconcepts.com::60f846aa-ad2b-4777-970b-d4f0f7e9760e" providerId="AD" clId="Web-{7B780259-678D-CFF4-10CE-36A04D929D2E}" dt="2026-05-11T13:35:08.321" v="1780"/>
        <pc:sldMasterMkLst>
          <pc:docMk/>
          <pc:sldMasterMk cId="0" sldId="2147483648"/>
        </pc:sldMasterMkLst>
        <pc:sldLayoutChg chg="add">
          <pc:chgData name="Ibon Landa Martín" userId="S::ilanda@plainconcepts.com::60f846aa-ad2b-4777-970b-d4f0f7e9760e" providerId="AD" clId="Web-{7B780259-678D-CFF4-10CE-36A04D929D2E}" dt="2026-05-11T13:31:41.063" v="1735"/>
          <pc:sldLayoutMkLst>
            <pc:docMk/>
            <pc:sldMasterMk cId="0" sldId="2147483648"/>
            <pc:sldLayoutMk cId="1894331259" sldId="2147483652"/>
          </pc:sldLayoutMkLst>
        </pc:sldLayoutChg>
        <pc:sldLayoutChg chg="add">
          <pc:chgData name="Ibon Landa Martín" userId="S::ilanda@plainconcepts.com::60f846aa-ad2b-4777-970b-d4f0f7e9760e" providerId="AD" clId="Web-{7B780259-678D-CFF4-10CE-36A04D929D2E}" dt="2026-05-11T13:35:08.321" v="1780"/>
          <pc:sldLayoutMkLst>
            <pc:docMk/>
            <pc:sldMasterMk cId="0" sldId="2147483648"/>
            <pc:sldLayoutMk cId="843058364" sldId="214748365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2270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n-ES"/>
          </a:p>
        </p:txBody>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**Placeholder replacement**</a:t>
            </a:r>
            <a:endParaRPr lang="en-US" dirty="0"/>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34AA0A-9FC8-FA42-92A8-9963D1558654}" type="slidenum">
              <a:rPr kumimoji="0" lang="en-US" sz="1200" b="0" i="0" u="none" strike="noStrike" kern="1200" cap="none" spc="0" normalizeH="0" baseline="0" noProof="0">
                <a:ln>
                  <a:noFill/>
                </a:ln>
                <a:solidFill>
                  <a:prstClr val="black"/>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Montserrat" pitchFamily="2" charset="77"/>
              <a:ea typeface="+mn-ea"/>
              <a:cs typeface="+mn-cs"/>
            </a:endParaRPr>
          </a:p>
        </p:txBody>
      </p:sp>
    </p:spTree>
    <p:extLst>
      <p:ext uri="{BB962C8B-B14F-4D97-AF65-F5344CB8AC3E}">
        <p14:creationId xmlns:p14="http://schemas.microsoft.com/office/powerpoint/2010/main" val="13918866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**Placeholder replacement**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**Placeholder replacement**</a:t>
            </a: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CBD28-B7E9-4B2B-788F-647415952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B99BBF-0A45-403E-5514-AE777CBD0C6F}"/>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663FAB06-D826-AC98-E282-4DADA9312FA8}"/>
              </a:ext>
            </a:extLst>
          </p:cNvPr>
          <p:cNvSpPr>
            <a:spLocks noGrp="1"/>
          </p:cNvSpPr>
          <p:nvPr>
            <p:ph type="body" idx="1"/>
          </p:nvPr>
        </p:nvSpPr>
        <p:spPr>
          <a:xfrm>
            <a:off x="514350" y="4400550"/>
            <a:ext cx="4114800" cy="3600450"/>
          </a:xfrm>
          <a:prstGeom prst="rect">
            <a:avLst/>
          </a:prstGeom>
        </p:spPr>
        <p:txBody>
          <a:bodyPr/>
          <a:lstStyle/>
          <a:p>
            <a:r>
              <a:rPr lang="en-US" sz="1200" b="1" kern="1200" dirty="0">
                <a:solidFill>
                  <a:schemeClr val="tx1"/>
                </a:solidFill>
                <a:effectLst/>
                <a:latin typeface="+mn-lt"/>
                <a:ea typeface="+mn-ea"/>
                <a:cs typeface="+mn-cs"/>
              </a:rPr>
              <a:t>**Full replacement**</a:t>
            </a:r>
            <a:endParaRPr lang="en-US" sz="1200" b="0" kern="1200" dirty="0">
              <a:solidFill>
                <a:schemeClr val="tx1"/>
              </a:solidFill>
              <a:effectLst/>
              <a:latin typeface="+mn-lt"/>
              <a:ea typeface="+mn-ea"/>
              <a:cs typeface="+mn-cs"/>
            </a:endParaRPr>
          </a:p>
          <a:p>
            <a:r>
              <a:rPr lang="en-US" dirty="0">
                <a:latin typeface="Calibri"/>
                <a:ea typeface="Calibri"/>
                <a:cs typeface="Calibri"/>
              </a:rPr>
              <a:t>Solo </a:t>
            </a:r>
            <a:r>
              <a:rPr lang="en-US" dirty="0" err="1">
                <a:latin typeface="Calibri"/>
                <a:ea typeface="Calibri"/>
                <a:cs typeface="Calibri"/>
              </a:rPr>
              <a:t>precio</a:t>
            </a:r>
            <a:r>
              <a:rPr lang="en-US" dirty="0">
                <a:latin typeface="Calibri"/>
                <a:ea typeface="Calibri"/>
                <a:cs typeface="Calibri"/>
              </a:rPr>
              <a:t> </a:t>
            </a:r>
            <a:r>
              <a:rPr lang="en-US" dirty="0" err="1">
                <a:latin typeface="Calibri"/>
                <a:ea typeface="Calibri"/>
                <a:cs typeface="Calibri"/>
              </a:rPr>
              <a:t>cerrado</a:t>
            </a:r>
            <a:r>
              <a:rPr lang="en-US" dirty="0">
                <a:latin typeface="Calibri"/>
                <a:ea typeface="Calibri"/>
                <a:cs typeface="Calibri"/>
              </a:rPr>
              <a:t> o T&amp;M con Scope.</a:t>
            </a:r>
          </a:p>
        </p:txBody>
      </p:sp>
    </p:spTree>
    <p:extLst>
      <p:ext uri="{BB962C8B-B14F-4D97-AF65-F5344CB8AC3E}">
        <p14:creationId xmlns:p14="http://schemas.microsoft.com/office/powerpoint/2010/main" val="31090344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7F6A8-23CC-7EEE-7B13-BED4A42F86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F01277-DB74-512D-8006-B15840430D84}"/>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A9157D6-75D6-8743-D501-8092750C3E40}"/>
              </a:ext>
            </a:extLst>
          </p:cNvPr>
          <p:cNvSpPr>
            <a:spLocks noGrp="1"/>
          </p:cNvSpPr>
          <p:nvPr>
            <p:ph type="body" idx="1"/>
          </p:nvPr>
        </p:nvSpPr>
        <p:spPr>
          <a:xfrm>
            <a:off x="514350" y="4400550"/>
            <a:ext cx="4114800" cy="3600450"/>
          </a:xfrm>
          <a:prstGeom prst="rect">
            <a:avLst/>
          </a:prstGeom>
        </p:spPr>
        <p:txBody>
          <a:bodyPr/>
          <a:lstStyle/>
          <a:p>
            <a:r>
              <a:rPr lang="en-US" sz="1200" b="1" kern="1200" dirty="0">
                <a:solidFill>
                  <a:schemeClr val="tx1"/>
                </a:solidFill>
                <a:effectLst/>
                <a:latin typeface="+mn-lt"/>
                <a:ea typeface="+mn-ea"/>
                <a:cs typeface="+mn-cs"/>
              </a:rPr>
              <a:t>**Full replacement**</a:t>
            </a:r>
            <a:endParaRPr lang="en-US" sz="1200" b="0" kern="1200" dirty="0">
              <a:solidFill>
                <a:schemeClr val="tx1"/>
              </a:solidFill>
              <a:effectLst/>
              <a:latin typeface="+mn-lt"/>
              <a:ea typeface="+mn-ea"/>
              <a:cs typeface="+mn-cs"/>
            </a:endParaRPr>
          </a:p>
          <a:p>
            <a:r>
              <a:rPr lang="en-US" dirty="0">
                <a:latin typeface="Calibri"/>
                <a:ea typeface="Calibri"/>
                <a:cs typeface="Calibri"/>
              </a:rPr>
              <a:t>Solo </a:t>
            </a:r>
            <a:r>
              <a:rPr lang="en-US" dirty="0" err="1">
                <a:latin typeface="Calibri"/>
                <a:ea typeface="Calibri"/>
                <a:cs typeface="Calibri"/>
              </a:rPr>
              <a:t>precio</a:t>
            </a:r>
            <a:r>
              <a:rPr lang="en-US" dirty="0">
                <a:latin typeface="Calibri"/>
                <a:ea typeface="Calibri"/>
                <a:cs typeface="Calibri"/>
              </a:rPr>
              <a:t> </a:t>
            </a:r>
            <a:r>
              <a:rPr lang="en-US" dirty="0" err="1">
                <a:latin typeface="Calibri"/>
                <a:ea typeface="Calibri"/>
                <a:cs typeface="Calibri"/>
              </a:rPr>
              <a:t>cerrado</a:t>
            </a:r>
            <a:r>
              <a:rPr lang="en-US" dirty="0">
                <a:latin typeface="Calibri"/>
                <a:ea typeface="Calibri"/>
                <a:cs typeface="Calibri"/>
              </a:rPr>
              <a:t> o T&amp;M con Scope.</a:t>
            </a:r>
          </a:p>
          <a:p>
            <a:r>
              <a:rPr lang="en-US" dirty="0">
                <a:latin typeface="Calibri"/>
                <a:ea typeface="Calibri"/>
                <a:cs typeface="Calibri"/>
              </a:rPr>
              <a:t>Recap de </a:t>
            </a:r>
            <a:r>
              <a:rPr lang="en-US" dirty="0" err="1">
                <a:latin typeface="Calibri"/>
                <a:ea typeface="Calibri"/>
                <a:cs typeface="Calibri"/>
              </a:rPr>
              <a:t>épicas</a:t>
            </a:r>
            <a:r>
              <a:rPr lang="en-US" dirty="0">
                <a:latin typeface="Calibri"/>
                <a:ea typeface="Calibri"/>
                <a:cs typeface="Calibri"/>
              </a:rPr>
              <a:t> &amp; features.</a:t>
            </a:r>
          </a:p>
          <a:p>
            <a:r>
              <a:rPr lang="en-US" dirty="0">
                <a:latin typeface="Calibri"/>
                <a:ea typeface="Calibri"/>
                <a:cs typeface="Calibri"/>
              </a:rPr>
              <a:t>Tiene </a:t>
            </a:r>
            <a:r>
              <a:rPr lang="en-US" dirty="0" err="1">
                <a:latin typeface="Calibri"/>
                <a:ea typeface="Calibri"/>
                <a:cs typeface="Calibri"/>
              </a:rPr>
              <a:t>que</a:t>
            </a:r>
            <a:r>
              <a:rPr lang="en-US" dirty="0">
                <a:latin typeface="Calibri"/>
                <a:ea typeface="Calibri"/>
                <a:cs typeface="Calibri"/>
              </a:rPr>
              <a:t> ser recap con </a:t>
            </a:r>
            <a:r>
              <a:rPr lang="en-US" dirty="0" err="1">
                <a:latin typeface="Calibri"/>
                <a:ea typeface="Calibri"/>
                <a:cs typeface="Calibri"/>
              </a:rPr>
              <a:t>referencia</a:t>
            </a:r>
            <a:r>
              <a:rPr lang="en-US" dirty="0">
                <a:latin typeface="Calibri"/>
                <a:ea typeface="Calibri"/>
                <a:cs typeface="Calibri"/>
              </a:rPr>
              <a:t> al backlog </a:t>
            </a:r>
            <a:r>
              <a:rPr lang="en-US" dirty="0" err="1">
                <a:latin typeface="Calibri"/>
                <a:ea typeface="Calibri"/>
                <a:cs typeface="Calibri"/>
              </a:rPr>
              <a:t>adjunto</a:t>
            </a:r>
            <a:r>
              <a:rPr lang="en-US" dirty="0">
                <a:latin typeface="Calibri"/>
                <a:ea typeface="Calibri"/>
                <a:cs typeface="Calibri"/>
              </a:rPr>
              <a:t>.</a:t>
            </a:r>
          </a:p>
          <a:p>
            <a:endParaRPr lang="en-US" dirty="0">
              <a:latin typeface="Calibri"/>
              <a:ea typeface="Calibri"/>
              <a:cs typeface="Calibri"/>
            </a:endParaRPr>
          </a:p>
        </p:txBody>
      </p:sp>
    </p:spTree>
    <p:extLst>
      <p:ext uri="{BB962C8B-B14F-4D97-AF65-F5344CB8AC3E}">
        <p14:creationId xmlns:p14="http://schemas.microsoft.com/office/powerpoint/2010/main" val="5369396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40239-2748-FF2F-B7F5-FFC901E822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4F98F4-DBCC-E480-9909-A6445BDCB921}"/>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00017266-421E-B4C6-1566-3359B485DF2F}"/>
              </a:ext>
            </a:extLst>
          </p:cNvPr>
          <p:cNvSpPr>
            <a:spLocks noGrp="1"/>
          </p:cNvSpPr>
          <p:nvPr>
            <p:ph type="body" idx="1"/>
          </p:nvPr>
        </p:nvSpPr>
        <p:spPr>
          <a:xfrm>
            <a:off x="514350" y="4400550"/>
            <a:ext cx="4114800" cy="3600450"/>
          </a:xfrm>
          <a:prstGeom prst="rect">
            <a:avLst/>
          </a:prstGeom>
        </p:spPr>
        <p:txBody>
          <a:bodyPr/>
          <a:lstStyle/>
          <a:p>
            <a:r>
              <a:rPr lang="en-US" sz="1200" b="1" kern="1200" dirty="0">
                <a:solidFill>
                  <a:schemeClr val="tx1"/>
                </a:solidFill>
                <a:effectLst/>
                <a:latin typeface="+mn-lt"/>
                <a:ea typeface="+mn-ea"/>
                <a:cs typeface="+mn-cs"/>
              </a:rPr>
              <a:t>**Full replacement**</a:t>
            </a:r>
            <a:endParaRPr lang="en-US" sz="1200" b="0" kern="1200" dirty="0">
              <a:solidFill>
                <a:schemeClr val="tx1"/>
              </a:solidFill>
              <a:effectLst/>
              <a:latin typeface="+mn-lt"/>
              <a:ea typeface="+mn-ea"/>
              <a:cs typeface="+mn-cs"/>
            </a:endParaRPr>
          </a:p>
          <a:p>
            <a:r>
              <a:rPr lang="en-US" dirty="0" err="1">
                <a:latin typeface="Calibri"/>
                <a:ea typeface="Calibri"/>
                <a:cs typeface="Calibri"/>
              </a:rPr>
              <a:t>dependiendo</a:t>
            </a:r>
            <a:r>
              <a:rPr lang="en-US" dirty="0">
                <a:latin typeface="Calibri"/>
                <a:ea typeface="Calibri"/>
                <a:cs typeface="Calibri"/>
              </a:rPr>
              <a:t> del </a:t>
            </a:r>
            <a:r>
              <a:rPr lang="en-US" dirty="0" err="1">
                <a:latin typeface="Calibri"/>
                <a:ea typeface="Calibri"/>
                <a:cs typeface="Calibri"/>
              </a:rPr>
              <a:t>nivel</a:t>
            </a:r>
            <a:r>
              <a:rPr lang="en-US" dirty="0">
                <a:latin typeface="Calibri"/>
                <a:ea typeface="Calibri"/>
                <a:cs typeface="Calibri"/>
              </a:rPr>
              <a:t> de </a:t>
            </a:r>
            <a:r>
              <a:rPr lang="en-US" dirty="0" err="1">
                <a:latin typeface="Calibri"/>
                <a:ea typeface="Calibri"/>
                <a:cs typeface="Calibri"/>
              </a:rPr>
              <a:t>profundidad</a:t>
            </a:r>
            <a:r>
              <a:rPr lang="en-US" dirty="0">
                <a:latin typeface="Calibri"/>
                <a:ea typeface="Calibri"/>
                <a:cs typeface="Calibri"/>
              </a:rPr>
              <a:t> y </a:t>
            </a:r>
            <a:r>
              <a:rPr lang="en-US" dirty="0" err="1">
                <a:latin typeface="Calibri"/>
                <a:ea typeface="Calibri"/>
                <a:cs typeface="Calibri"/>
              </a:rPr>
              <a:t>detalle</a:t>
            </a:r>
            <a:r>
              <a:rPr lang="en-US" dirty="0">
                <a:latin typeface="Calibri"/>
                <a:ea typeface="Calibri"/>
                <a:cs typeface="Calibri"/>
              </a:rPr>
              <a:t> </a:t>
            </a:r>
            <a:r>
              <a:rPr lang="en-US" dirty="0" err="1">
                <a:latin typeface="Calibri"/>
                <a:ea typeface="Calibri"/>
                <a:cs typeface="Calibri"/>
              </a:rPr>
              <a:t>podría</a:t>
            </a:r>
            <a:r>
              <a:rPr lang="en-US" dirty="0">
                <a:latin typeface="Calibri"/>
                <a:ea typeface="Calibri"/>
                <a:cs typeface="Calibri"/>
              </a:rPr>
              <a:t> </a:t>
            </a:r>
            <a:r>
              <a:rPr lang="en-US" dirty="0" err="1">
                <a:latin typeface="Calibri"/>
                <a:ea typeface="Calibri"/>
                <a:cs typeface="Calibri"/>
              </a:rPr>
              <a:t>haber</a:t>
            </a:r>
            <a:r>
              <a:rPr lang="en-US" dirty="0">
                <a:latin typeface="Calibri"/>
                <a:ea typeface="Calibri"/>
                <a:cs typeface="Calibri"/>
              </a:rPr>
              <a:t> </a:t>
            </a:r>
            <a:r>
              <a:rPr lang="en-US" dirty="0" err="1">
                <a:latin typeface="Calibri"/>
                <a:ea typeface="Calibri"/>
                <a:cs typeface="Calibri"/>
              </a:rPr>
              <a:t>varios</a:t>
            </a:r>
            <a:r>
              <a:rPr lang="en-US" dirty="0">
                <a:latin typeface="Calibri"/>
                <a:ea typeface="Calibri"/>
                <a:cs typeface="Calibri"/>
              </a:rPr>
              <a:t> slides.</a:t>
            </a:r>
          </a:p>
          <a:p>
            <a:r>
              <a:rPr lang="en-US" dirty="0"/>
              <a:t>Solo </a:t>
            </a:r>
            <a:r>
              <a:rPr lang="en-US" dirty="0" err="1"/>
              <a:t>precio</a:t>
            </a:r>
            <a:r>
              <a:rPr lang="en-US" dirty="0"/>
              <a:t> </a:t>
            </a:r>
            <a:r>
              <a:rPr lang="en-US" dirty="0" err="1"/>
              <a:t>cerrado</a:t>
            </a:r>
            <a:r>
              <a:rPr lang="en-US" dirty="0"/>
              <a:t> o T&amp;M con Scope.</a:t>
            </a:r>
          </a:p>
        </p:txBody>
      </p:sp>
    </p:spTree>
    <p:extLst>
      <p:ext uri="{BB962C8B-B14F-4D97-AF65-F5344CB8AC3E}">
        <p14:creationId xmlns:p14="http://schemas.microsoft.com/office/powerpoint/2010/main" val="35636642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78E0B-D51B-7D7E-E691-CCDE8B6CC6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3F64BB-AA59-6195-A847-67C490EDB376}"/>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5D67E88-BC04-AF07-0E20-6EC965C8F44C}"/>
              </a:ext>
            </a:extLst>
          </p:cNvPr>
          <p:cNvSpPr>
            <a:spLocks noGrp="1"/>
          </p:cNvSpPr>
          <p:nvPr>
            <p:ph type="body" idx="1"/>
          </p:nvPr>
        </p:nvSpPr>
        <p:spPr>
          <a:xfrm>
            <a:off x="514350" y="4400550"/>
            <a:ext cx="4114800" cy="3600450"/>
          </a:xfrm>
          <a:prstGeom prst="rect">
            <a:avLst/>
          </a:prstGeom>
        </p:spPr>
        <p:txBody>
          <a:bodyPr/>
          <a:lstStyle/>
          <a:p>
            <a:r>
              <a:rPr lang="en-US" sz="1200" b="1" kern="1200" dirty="0">
                <a:solidFill>
                  <a:schemeClr val="tx1"/>
                </a:solidFill>
                <a:effectLst/>
                <a:latin typeface="+mn-lt"/>
                <a:ea typeface="+mn-ea"/>
                <a:cs typeface="+mn-cs"/>
              </a:rPr>
              <a:t>**Full replacement**</a:t>
            </a:r>
            <a:endParaRPr lang="en-US" sz="1200" b="0" kern="1200" dirty="0">
              <a:solidFill>
                <a:schemeClr val="tx1"/>
              </a:solidFill>
              <a:effectLst/>
              <a:latin typeface="+mn-lt"/>
              <a:ea typeface="+mn-ea"/>
              <a:cs typeface="+mn-cs"/>
            </a:endParaRPr>
          </a:p>
          <a:p>
            <a:r>
              <a:rPr lang="en-US" dirty="0" err="1">
                <a:latin typeface="Calibri"/>
                <a:ea typeface="Calibri"/>
                <a:cs typeface="Calibri"/>
              </a:rPr>
              <a:t>dependiendo</a:t>
            </a:r>
            <a:r>
              <a:rPr lang="en-US" dirty="0">
                <a:latin typeface="Calibri"/>
                <a:ea typeface="Calibri"/>
                <a:cs typeface="Calibri"/>
              </a:rPr>
              <a:t> del </a:t>
            </a:r>
            <a:r>
              <a:rPr lang="en-US" dirty="0" err="1">
                <a:latin typeface="Calibri"/>
                <a:ea typeface="Calibri"/>
                <a:cs typeface="Calibri"/>
              </a:rPr>
              <a:t>nivel</a:t>
            </a:r>
            <a:r>
              <a:rPr lang="en-US" dirty="0">
                <a:latin typeface="Calibri"/>
                <a:ea typeface="Calibri"/>
                <a:cs typeface="Calibri"/>
              </a:rPr>
              <a:t> de </a:t>
            </a:r>
            <a:r>
              <a:rPr lang="en-US" dirty="0" err="1">
                <a:latin typeface="Calibri"/>
                <a:ea typeface="Calibri"/>
                <a:cs typeface="Calibri"/>
              </a:rPr>
              <a:t>profundidad</a:t>
            </a:r>
            <a:r>
              <a:rPr lang="en-US" dirty="0">
                <a:latin typeface="Calibri"/>
                <a:ea typeface="Calibri"/>
                <a:cs typeface="Calibri"/>
              </a:rPr>
              <a:t> y </a:t>
            </a:r>
            <a:r>
              <a:rPr lang="en-US" dirty="0" err="1">
                <a:latin typeface="Calibri"/>
                <a:ea typeface="Calibri"/>
                <a:cs typeface="Calibri"/>
              </a:rPr>
              <a:t>detalle</a:t>
            </a:r>
            <a:r>
              <a:rPr lang="en-US" dirty="0">
                <a:latin typeface="Calibri"/>
                <a:ea typeface="Calibri"/>
                <a:cs typeface="Calibri"/>
              </a:rPr>
              <a:t> </a:t>
            </a:r>
            <a:r>
              <a:rPr lang="en-US" dirty="0" err="1">
                <a:latin typeface="Calibri"/>
                <a:ea typeface="Calibri"/>
                <a:cs typeface="Calibri"/>
              </a:rPr>
              <a:t>podría</a:t>
            </a:r>
            <a:r>
              <a:rPr lang="en-US" dirty="0">
                <a:latin typeface="Calibri"/>
                <a:ea typeface="Calibri"/>
                <a:cs typeface="Calibri"/>
              </a:rPr>
              <a:t> </a:t>
            </a:r>
            <a:r>
              <a:rPr lang="en-US" dirty="0" err="1">
                <a:latin typeface="Calibri"/>
                <a:ea typeface="Calibri"/>
                <a:cs typeface="Calibri"/>
              </a:rPr>
              <a:t>haber</a:t>
            </a:r>
            <a:r>
              <a:rPr lang="en-US" dirty="0">
                <a:latin typeface="Calibri"/>
                <a:ea typeface="Calibri"/>
                <a:cs typeface="Calibri"/>
              </a:rPr>
              <a:t> </a:t>
            </a:r>
            <a:r>
              <a:rPr lang="en-US" dirty="0" err="1">
                <a:latin typeface="Calibri"/>
                <a:ea typeface="Calibri"/>
                <a:cs typeface="Calibri"/>
              </a:rPr>
              <a:t>varios</a:t>
            </a:r>
            <a:r>
              <a:rPr lang="en-US" dirty="0">
                <a:latin typeface="Calibri"/>
                <a:ea typeface="Calibri"/>
                <a:cs typeface="Calibri"/>
              </a:rPr>
              <a:t> slides.</a:t>
            </a:r>
          </a:p>
          <a:p>
            <a:r>
              <a:rPr lang="en-US" dirty="0"/>
              <a:t>Solo </a:t>
            </a:r>
            <a:r>
              <a:rPr lang="en-US" dirty="0" err="1"/>
              <a:t>precio</a:t>
            </a:r>
            <a:r>
              <a:rPr lang="en-US" dirty="0"/>
              <a:t> </a:t>
            </a:r>
            <a:r>
              <a:rPr lang="en-US" dirty="0" err="1"/>
              <a:t>cerrado</a:t>
            </a:r>
            <a:r>
              <a:rPr lang="en-US" dirty="0"/>
              <a:t> o T&amp;M con Scope.</a:t>
            </a:r>
          </a:p>
        </p:txBody>
      </p:sp>
    </p:spTree>
    <p:extLst>
      <p:ext uri="{BB962C8B-B14F-4D97-AF65-F5344CB8AC3E}">
        <p14:creationId xmlns:p14="http://schemas.microsoft.com/office/powerpoint/2010/main" val="18549725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6E52C-E9F6-75E7-BF40-2B3991EAC2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AACD1B-912D-A8DC-FD39-1726557C4FD8}"/>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B89AD87-AC79-2333-38D9-7D5360E96A7E}"/>
              </a:ext>
            </a:extLst>
          </p:cNvPr>
          <p:cNvSpPr>
            <a:spLocks noGrp="1"/>
          </p:cNvSpPr>
          <p:nvPr>
            <p:ph type="body" idx="1"/>
          </p:nvPr>
        </p:nvSpPr>
        <p:spPr>
          <a:xfrm>
            <a:off x="514350" y="4400550"/>
            <a:ext cx="4114800" cy="3600450"/>
          </a:xfrm>
          <a:prstGeom prst="rect">
            <a:avLst/>
          </a:prstGeom>
        </p:spPr>
        <p:txBody>
          <a:bodyPr/>
          <a:lstStyle/>
          <a:p>
            <a:r>
              <a:rPr lang="en-US" sz="1200" b="1" kern="1200" dirty="0">
                <a:solidFill>
                  <a:schemeClr val="tx1"/>
                </a:solidFill>
                <a:effectLst/>
                <a:latin typeface="+mn-lt"/>
                <a:ea typeface="+mn-ea"/>
                <a:cs typeface="+mn-cs"/>
              </a:rPr>
              <a:t>**Full replacement**</a:t>
            </a:r>
            <a:endParaRPr lang="en-US" sz="1200" b="0" kern="1200" dirty="0">
              <a:solidFill>
                <a:schemeClr val="tx1"/>
              </a:solidFill>
              <a:effectLst/>
              <a:latin typeface="+mn-lt"/>
              <a:ea typeface="+mn-ea"/>
              <a:cs typeface="+mn-cs"/>
            </a:endParaRPr>
          </a:p>
          <a:p>
            <a:r>
              <a:rPr lang="en-US" dirty="0" err="1">
                <a:latin typeface="Calibri"/>
                <a:ea typeface="Calibri"/>
                <a:cs typeface="Calibri"/>
              </a:rPr>
              <a:t>dependiendo</a:t>
            </a:r>
            <a:r>
              <a:rPr lang="en-US" dirty="0">
                <a:latin typeface="Calibri"/>
                <a:ea typeface="Calibri"/>
                <a:cs typeface="Calibri"/>
              </a:rPr>
              <a:t> del </a:t>
            </a:r>
            <a:r>
              <a:rPr lang="en-US" dirty="0" err="1">
                <a:latin typeface="Calibri"/>
                <a:ea typeface="Calibri"/>
                <a:cs typeface="Calibri"/>
              </a:rPr>
              <a:t>nivel</a:t>
            </a:r>
            <a:r>
              <a:rPr lang="en-US" dirty="0">
                <a:latin typeface="Calibri"/>
                <a:ea typeface="Calibri"/>
                <a:cs typeface="Calibri"/>
              </a:rPr>
              <a:t> de </a:t>
            </a:r>
            <a:r>
              <a:rPr lang="en-US" dirty="0" err="1">
                <a:latin typeface="Calibri"/>
                <a:ea typeface="Calibri"/>
                <a:cs typeface="Calibri"/>
              </a:rPr>
              <a:t>profundidad</a:t>
            </a:r>
            <a:r>
              <a:rPr lang="en-US" dirty="0">
                <a:latin typeface="Calibri"/>
                <a:ea typeface="Calibri"/>
                <a:cs typeface="Calibri"/>
              </a:rPr>
              <a:t> y </a:t>
            </a:r>
            <a:r>
              <a:rPr lang="en-US" dirty="0" err="1">
                <a:latin typeface="Calibri"/>
                <a:ea typeface="Calibri"/>
                <a:cs typeface="Calibri"/>
              </a:rPr>
              <a:t>detalle</a:t>
            </a:r>
            <a:r>
              <a:rPr lang="en-US" dirty="0">
                <a:latin typeface="Calibri"/>
                <a:ea typeface="Calibri"/>
                <a:cs typeface="Calibri"/>
              </a:rPr>
              <a:t> </a:t>
            </a:r>
            <a:r>
              <a:rPr lang="en-US" dirty="0" err="1">
                <a:latin typeface="Calibri"/>
                <a:ea typeface="Calibri"/>
                <a:cs typeface="Calibri"/>
              </a:rPr>
              <a:t>podría</a:t>
            </a:r>
            <a:r>
              <a:rPr lang="en-US" dirty="0">
                <a:latin typeface="Calibri"/>
                <a:ea typeface="Calibri"/>
                <a:cs typeface="Calibri"/>
              </a:rPr>
              <a:t> </a:t>
            </a:r>
            <a:r>
              <a:rPr lang="en-US" dirty="0" err="1">
                <a:latin typeface="Calibri"/>
                <a:ea typeface="Calibri"/>
                <a:cs typeface="Calibri"/>
              </a:rPr>
              <a:t>haber</a:t>
            </a:r>
            <a:r>
              <a:rPr lang="en-US" dirty="0">
                <a:latin typeface="Calibri"/>
                <a:ea typeface="Calibri"/>
                <a:cs typeface="Calibri"/>
              </a:rPr>
              <a:t> </a:t>
            </a:r>
            <a:r>
              <a:rPr lang="en-US" dirty="0" err="1">
                <a:latin typeface="Calibri"/>
                <a:ea typeface="Calibri"/>
                <a:cs typeface="Calibri"/>
              </a:rPr>
              <a:t>varios</a:t>
            </a:r>
            <a:r>
              <a:rPr lang="en-US" dirty="0">
                <a:latin typeface="Calibri"/>
                <a:ea typeface="Calibri"/>
                <a:cs typeface="Calibri"/>
              </a:rPr>
              <a:t> slides.</a:t>
            </a:r>
          </a:p>
          <a:p>
            <a:r>
              <a:rPr lang="en-US" dirty="0"/>
              <a:t>Solo </a:t>
            </a:r>
            <a:r>
              <a:rPr lang="en-US" dirty="0" err="1"/>
              <a:t>precio</a:t>
            </a:r>
            <a:r>
              <a:rPr lang="en-US" dirty="0"/>
              <a:t> </a:t>
            </a:r>
            <a:r>
              <a:rPr lang="en-US" dirty="0" err="1"/>
              <a:t>cerrado</a:t>
            </a:r>
            <a:r>
              <a:rPr lang="en-US" dirty="0"/>
              <a:t> o T&amp;M con Scope.</a:t>
            </a:r>
          </a:p>
        </p:txBody>
      </p:sp>
    </p:spTree>
    <p:extLst>
      <p:ext uri="{BB962C8B-B14F-4D97-AF65-F5344CB8AC3E}">
        <p14:creationId xmlns:p14="http://schemas.microsoft.com/office/powerpoint/2010/main" val="21403379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a:p>
            <a:r>
              <a:rPr lang="en-US" dirty="0" err="1"/>
              <a:t>Aplica</a:t>
            </a:r>
            <a:r>
              <a:rPr lang="en-US" dirty="0"/>
              <a:t> a </a:t>
            </a:r>
            <a:r>
              <a:rPr lang="en-US" dirty="0" err="1"/>
              <a:t>escenarios</a:t>
            </a:r>
            <a:r>
              <a:rPr lang="en-US" dirty="0"/>
              <a:t> </a:t>
            </a:r>
            <a:r>
              <a:rPr lang="en-US" dirty="0" err="1"/>
              <a:t>donde</a:t>
            </a:r>
            <a:r>
              <a:rPr lang="en-US" dirty="0"/>
              <a:t> hay un sprint 0.</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a:p>
            <a:r>
              <a:rPr lang="en-US" dirty="0" err="1"/>
              <a:t>Aplica</a:t>
            </a:r>
            <a:r>
              <a:rPr lang="en-US" dirty="0"/>
              <a:t> a </a:t>
            </a:r>
            <a:r>
              <a:rPr lang="en-US" dirty="0" err="1"/>
              <a:t>escenarios</a:t>
            </a:r>
            <a:r>
              <a:rPr lang="en-US" dirty="0"/>
              <a:t> </a:t>
            </a:r>
            <a:r>
              <a:rPr lang="en-US" dirty="0" err="1"/>
              <a:t>donde</a:t>
            </a:r>
            <a:r>
              <a:rPr lang="en-US" dirty="0"/>
              <a:t> hay un sprint 0.</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a:p>
            <a:r>
              <a:rPr lang="en-US" dirty="0" err="1"/>
              <a:t>Aplica</a:t>
            </a:r>
            <a:r>
              <a:rPr lang="en-US" dirty="0"/>
              <a:t> a </a:t>
            </a:r>
            <a:r>
              <a:rPr lang="en-US" dirty="0" err="1"/>
              <a:t>escenarios</a:t>
            </a:r>
            <a:r>
              <a:rPr lang="en-US" dirty="0"/>
              <a:t> </a:t>
            </a:r>
            <a:r>
              <a:rPr lang="en-US" dirty="0" err="1"/>
              <a:t>donde</a:t>
            </a:r>
            <a:r>
              <a:rPr lang="en-US" dirty="0"/>
              <a:t> hay un sprint 0.</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**Full replacement**</a:t>
            </a:r>
            <a:endParaRPr lang="en-US" dirty="0">
              <a:latin typeface="Calibri"/>
              <a:ea typeface="Calibri"/>
              <a:cs typeface="Calibri"/>
            </a:endParaRPr>
          </a:p>
          <a:p>
            <a:r>
              <a:rPr lang="en-US" dirty="0">
                <a:latin typeface="Calibri"/>
                <a:ea typeface="Calibri"/>
                <a:cs typeface="Calibri"/>
              </a:rPr>
              <a:t>Se genera de forma </a:t>
            </a:r>
            <a:r>
              <a:rPr lang="en-US" dirty="0" err="1">
                <a:latin typeface="Calibri"/>
                <a:ea typeface="Calibri"/>
                <a:cs typeface="Calibri"/>
              </a:rPr>
              <a:t>opcional</a:t>
            </a:r>
            <a:r>
              <a:rPr lang="en-US" dirty="0">
                <a:latin typeface="Calibri"/>
                <a:ea typeface="Calibri"/>
                <a:cs typeface="Calibri"/>
              </a:rPr>
              <a:t> </a:t>
            </a:r>
            <a:r>
              <a:rPr lang="en-US" dirty="0" err="1">
                <a:latin typeface="Calibri"/>
                <a:ea typeface="Calibri"/>
                <a:cs typeface="Calibri"/>
              </a:rPr>
              <a:t>cuando</a:t>
            </a:r>
            <a:r>
              <a:rPr lang="en-US" dirty="0">
                <a:latin typeface="Calibri"/>
                <a:ea typeface="Calibri"/>
                <a:cs typeface="Calibri"/>
              </a:rPr>
              <a:t> se </a:t>
            </a:r>
            <a:r>
              <a:rPr lang="en-US" dirty="0" err="1">
                <a:latin typeface="Calibri"/>
                <a:ea typeface="Calibri"/>
                <a:cs typeface="Calibri"/>
              </a:rPr>
              <a:t>parte</a:t>
            </a:r>
            <a:r>
              <a:rPr lang="en-US" dirty="0">
                <a:latin typeface="Calibri"/>
                <a:ea typeface="Calibri"/>
                <a:cs typeface="Calibri"/>
              </a:rPr>
              <a:t> de algo "</a:t>
            </a:r>
            <a:r>
              <a:rPr lang="en-US" dirty="0" err="1">
                <a:latin typeface="Calibri"/>
                <a:ea typeface="Calibri"/>
                <a:cs typeface="Calibri"/>
              </a:rPr>
              <a:t>hecho</a:t>
            </a:r>
            <a:r>
              <a:rPr lang="en-US" dirty="0">
                <a:latin typeface="Calibri"/>
                <a:ea typeface="Calibri"/>
                <a:cs typeface="Calibri"/>
              </a:rPr>
              <a:t>".</a:t>
            </a:r>
          </a:p>
          <a:p>
            <a:endParaRPr lang="en-US" dirty="0">
              <a:latin typeface="Calibri"/>
              <a:ea typeface="Calibri"/>
              <a:cs typeface="Calibri"/>
            </a:endParaRPr>
          </a:p>
        </p:txBody>
      </p:sp>
    </p:spTree>
    <p:extLst>
      <p:ext uri="{BB962C8B-B14F-4D97-AF65-F5344CB8AC3E}">
        <p14:creationId xmlns:p14="http://schemas.microsoft.com/office/powerpoint/2010/main" val="34058341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**Placeholder replacement**</a:t>
            </a:r>
            <a:endParaRPr lang="en-US" sz="1200" b="0" kern="1200" dirty="0">
              <a:solidFill>
                <a:schemeClr val="tx1"/>
              </a:solidFill>
              <a:effectLst/>
              <a:latin typeface="+mn-lt"/>
              <a:ea typeface="+mn-ea"/>
              <a:cs typeface="+mn-cs"/>
            </a:endParaRPr>
          </a:p>
          <a:p>
            <a:r>
              <a:rPr lang="en-US" dirty="0"/>
              <a:t>Me vale </a:t>
            </a:r>
            <a:r>
              <a:rPr lang="en-US" dirty="0" err="1"/>
              <a:t>este</a:t>
            </a:r>
            <a:r>
              <a:rPr lang="en-US" dirty="0"/>
              <a:t> </a:t>
            </a:r>
            <a:r>
              <a:rPr lang="en-US" dirty="0" err="1"/>
              <a:t>formato</a:t>
            </a:r>
            <a:r>
              <a:rPr lang="en-US" dirty="0"/>
              <a:t> con la info de la </a:t>
            </a:r>
            <a:r>
              <a:rPr lang="en-US" dirty="0" err="1"/>
              <a:t>propuesta</a:t>
            </a:r>
            <a:r>
              <a:rPr lang="en-US" dirty="0"/>
              <a:t> o </a:t>
            </a:r>
            <a:r>
              <a:rPr lang="en-US" dirty="0" err="1"/>
              <a:t>que</a:t>
            </a:r>
            <a:r>
              <a:rPr lang="en-US" dirty="0"/>
              <a:t> se auto-</a:t>
            </a:r>
            <a:r>
              <a:rPr lang="en-US" dirty="0" err="1"/>
              <a:t>genere</a:t>
            </a:r>
            <a:r>
              <a:rPr lang="en-US" dirty="0"/>
              <a:t> con </a:t>
            </a:r>
            <a:r>
              <a:rPr lang="en-US" dirty="0" err="1"/>
              <a:t>otro</a:t>
            </a:r>
            <a:r>
              <a:rPr lang="en-US" dirty="0"/>
              <a:t> </a:t>
            </a:r>
            <a:r>
              <a:rPr lang="en-US" dirty="0" err="1"/>
              <a:t>mientras</a:t>
            </a:r>
            <a:r>
              <a:rPr lang="en-US" dirty="0"/>
              <a:t> </a:t>
            </a:r>
            <a:r>
              <a:rPr lang="en-US" dirty="0" err="1"/>
              <a:t>tenga</a:t>
            </a:r>
            <a:r>
              <a:rPr lang="en-US" dirty="0"/>
              <a:t> la info.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D43F3-F7A8-70D7-2823-703E0DC2F3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34928C-DDBD-DE8C-9ACD-5BE67CA00B0A}"/>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4A33B68-9F04-EE0B-4ADF-00F18BF866B6}"/>
              </a:ext>
            </a:extLst>
          </p:cNvPr>
          <p:cNvSpPr>
            <a:spLocks noGrp="1"/>
          </p:cNvSpPr>
          <p:nvPr>
            <p:ph type="body" idx="1"/>
          </p:nvPr>
        </p:nvSpPr>
        <p:spPr>
          <a:xfrm>
            <a:off x="514350" y="4400550"/>
            <a:ext cx="4114800" cy="3600450"/>
          </a:xfrm>
          <a:prstGeom prst="rect">
            <a:avLst/>
          </a:prstGeom>
        </p:spPr>
        <p:txBody>
          <a:bodyPr/>
          <a:lstStyle/>
          <a:p>
            <a:r>
              <a:rPr lang="en-US" sz="1200" b="1" kern="1200" dirty="0">
                <a:solidFill>
                  <a:schemeClr val="tx1"/>
                </a:solidFill>
                <a:effectLst/>
                <a:latin typeface="+mn-lt"/>
                <a:ea typeface="+mn-ea"/>
                <a:cs typeface="+mn-cs"/>
              </a:rPr>
              <a:t>**Full replacement**</a:t>
            </a:r>
            <a:endParaRPr lang="en-US" sz="1200" b="0" kern="1200" dirty="0">
              <a:solidFill>
                <a:schemeClr val="tx1"/>
              </a:solidFill>
              <a:effectLst/>
              <a:latin typeface="+mn-lt"/>
              <a:ea typeface="+mn-ea"/>
              <a:cs typeface="+mn-cs"/>
            </a:endParaRPr>
          </a:p>
          <a:p>
            <a:r>
              <a:rPr lang="en-US" dirty="0" err="1">
                <a:latin typeface="Calibri"/>
                <a:ea typeface="Calibri"/>
                <a:cs typeface="Calibri"/>
              </a:rPr>
              <a:t>dependiendo</a:t>
            </a:r>
            <a:r>
              <a:rPr lang="en-US" dirty="0">
                <a:latin typeface="Calibri"/>
                <a:ea typeface="Calibri"/>
                <a:cs typeface="Calibri"/>
              </a:rPr>
              <a:t> del </a:t>
            </a:r>
            <a:r>
              <a:rPr lang="en-US" dirty="0" err="1">
                <a:latin typeface="Calibri"/>
                <a:ea typeface="Calibri"/>
                <a:cs typeface="Calibri"/>
              </a:rPr>
              <a:t>nivel</a:t>
            </a:r>
            <a:r>
              <a:rPr lang="en-US" dirty="0">
                <a:latin typeface="Calibri"/>
                <a:ea typeface="Calibri"/>
                <a:cs typeface="Calibri"/>
              </a:rPr>
              <a:t> de </a:t>
            </a:r>
            <a:r>
              <a:rPr lang="en-US" dirty="0" err="1">
                <a:latin typeface="Calibri"/>
                <a:ea typeface="Calibri"/>
                <a:cs typeface="Calibri"/>
              </a:rPr>
              <a:t>profundidad</a:t>
            </a:r>
            <a:r>
              <a:rPr lang="en-US" dirty="0">
                <a:latin typeface="Calibri"/>
                <a:ea typeface="Calibri"/>
                <a:cs typeface="Calibri"/>
              </a:rPr>
              <a:t> y </a:t>
            </a:r>
            <a:r>
              <a:rPr lang="en-US" dirty="0" err="1">
                <a:latin typeface="Calibri"/>
                <a:ea typeface="Calibri"/>
                <a:cs typeface="Calibri"/>
              </a:rPr>
              <a:t>detalle</a:t>
            </a:r>
            <a:r>
              <a:rPr lang="en-US" dirty="0">
                <a:latin typeface="Calibri"/>
                <a:ea typeface="Calibri"/>
                <a:cs typeface="Calibri"/>
              </a:rPr>
              <a:t> </a:t>
            </a:r>
            <a:r>
              <a:rPr lang="en-US" dirty="0" err="1">
                <a:latin typeface="Calibri"/>
                <a:ea typeface="Calibri"/>
                <a:cs typeface="Calibri"/>
              </a:rPr>
              <a:t>podría</a:t>
            </a:r>
            <a:r>
              <a:rPr lang="en-US" dirty="0">
                <a:latin typeface="Calibri"/>
                <a:ea typeface="Calibri"/>
                <a:cs typeface="Calibri"/>
              </a:rPr>
              <a:t> </a:t>
            </a:r>
            <a:r>
              <a:rPr lang="en-US" dirty="0" err="1">
                <a:latin typeface="Calibri"/>
                <a:ea typeface="Calibri"/>
                <a:cs typeface="Calibri"/>
              </a:rPr>
              <a:t>haber</a:t>
            </a:r>
            <a:r>
              <a:rPr lang="en-US" dirty="0">
                <a:latin typeface="Calibri"/>
                <a:ea typeface="Calibri"/>
                <a:cs typeface="Calibri"/>
              </a:rPr>
              <a:t> </a:t>
            </a:r>
            <a:r>
              <a:rPr lang="en-US" dirty="0" err="1">
                <a:latin typeface="Calibri"/>
                <a:ea typeface="Calibri"/>
                <a:cs typeface="Calibri"/>
              </a:rPr>
              <a:t>varios</a:t>
            </a:r>
            <a:r>
              <a:rPr lang="en-US" dirty="0">
                <a:latin typeface="Calibri"/>
                <a:ea typeface="Calibri"/>
                <a:cs typeface="Calibri"/>
              </a:rPr>
              <a:t> slides.</a:t>
            </a:r>
          </a:p>
        </p:txBody>
      </p:sp>
    </p:spTree>
    <p:extLst>
      <p:ext uri="{BB962C8B-B14F-4D97-AF65-F5344CB8AC3E}">
        <p14:creationId xmlns:p14="http://schemas.microsoft.com/office/powerpoint/2010/main" val="8793460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AD04E-64E9-8C24-5AAF-6B9F0289D6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355409-2A12-08B1-A9F3-A31A5D58E544}"/>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E83F976D-1920-B685-D0F0-E06AFAC12F82}"/>
              </a:ext>
            </a:extLst>
          </p:cNvPr>
          <p:cNvSpPr>
            <a:spLocks noGrp="1"/>
          </p:cNvSpPr>
          <p:nvPr>
            <p:ph type="body" idx="1"/>
          </p:nvPr>
        </p:nvSpPr>
        <p:spPr>
          <a:xfrm>
            <a:off x="514350" y="4400550"/>
            <a:ext cx="4114800" cy="3600450"/>
          </a:xfrm>
          <a:prstGeom prst="rect">
            <a:avLst/>
          </a:prstGeom>
        </p:spPr>
        <p:txBody>
          <a:bodyPr/>
          <a:lstStyle/>
          <a:p>
            <a:r>
              <a:rPr lang="en-US" sz="1200" b="1" kern="1200" dirty="0">
                <a:solidFill>
                  <a:schemeClr val="tx1"/>
                </a:solidFill>
                <a:effectLst/>
                <a:latin typeface="+mn-lt"/>
                <a:ea typeface="+mn-ea"/>
                <a:cs typeface="+mn-cs"/>
              </a:rPr>
              <a:t>**Full replacement**</a:t>
            </a:r>
            <a:endParaRPr lang="en-US" sz="1200" b="0" kern="1200" dirty="0">
              <a:solidFill>
                <a:schemeClr val="tx1"/>
              </a:solidFill>
              <a:effectLst/>
              <a:latin typeface="+mn-lt"/>
              <a:ea typeface="+mn-ea"/>
              <a:cs typeface="+mn-cs"/>
            </a:endParaRPr>
          </a:p>
          <a:p>
            <a:r>
              <a:rPr lang="en-US" dirty="0" err="1">
                <a:latin typeface="Calibri"/>
                <a:ea typeface="Calibri"/>
                <a:cs typeface="Calibri"/>
              </a:rPr>
              <a:t>visibilizar</a:t>
            </a:r>
            <a:r>
              <a:rPr lang="en-US" dirty="0">
                <a:latin typeface="Calibri"/>
                <a:ea typeface="Calibri"/>
                <a:cs typeface="Calibri"/>
              </a:rPr>
              <a:t> de </a:t>
            </a:r>
            <a:r>
              <a:rPr lang="en-US" dirty="0" err="1">
                <a:latin typeface="Calibri"/>
                <a:ea typeface="Calibri"/>
                <a:cs typeface="Calibri"/>
              </a:rPr>
              <a:t>alguna</a:t>
            </a:r>
            <a:r>
              <a:rPr lang="en-US" dirty="0">
                <a:latin typeface="Calibri"/>
                <a:ea typeface="Calibri"/>
                <a:cs typeface="Calibri"/>
              </a:rPr>
              <a:t> </a:t>
            </a:r>
            <a:r>
              <a:rPr lang="en-US" dirty="0" err="1">
                <a:latin typeface="Calibri"/>
                <a:ea typeface="Calibri"/>
                <a:cs typeface="Calibri"/>
              </a:rPr>
              <a:t>manera</a:t>
            </a:r>
            <a:r>
              <a:rPr lang="en-US" dirty="0">
                <a:latin typeface="Calibri"/>
                <a:ea typeface="Calibri"/>
                <a:cs typeface="Calibri"/>
              </a:rPr>
              <a:t> </a:t>
            </a:r>
            <a:r>
              <a:rPr lang="en-US" dirty="0" err="1">
                <a:latin typeface="Calibri"/>
                <a:ea typeface="Calibri"/>
                <a:cs typeface="Calibri"/>
              </a:rPr>
              <a:t>dichas</a:t>
            </a:r>
            <a:r>
              <a:rPr lang="en-US" dirty="0">
                <a:latin typeface="Calibri"/>
                <a:ea typeface="Calibri"/>
                <a:cs typeface="Calibri"/>
              </a:rPr>
              <a:t> </a:t>
            </a:r>
            <a:r>
              <a:rPr lang="en-US" dirty="0" err="1">
                <a:latin typeface="Calibri"/>
                <a:ea typeface="Calibri"/>
                <a:cs typeface="Calibri"/>
              </a:rPr>
              <a:t>fases</a:t>
            </a:r>
            <a:r>
              <a:rPr lang="en-US" dirty="0">
                <a:latin typeface="Calibri"/>
                <a:ea typeface="Calibri"/>
                <a:cs typeface="Calibri"/>
              </a:rPr>
              <a:t>.</a:t>
            </a:r>
          </a:p>
          <a:p>
            <a:r>
              <a:rPr lang="en-US" dirty="0">
                <a:latin typeface="Calibri"/>
                <a:ea typeface="Calibri"/>
                <a:cs typeface="Calibri"/>
              </a:rPr>
              <a:t>Sino me </a:t>
            </a:r>
            <a:r>
              <a:rPr lang="en-US" dirty="0" err="1">
                <a:latin typeface="Calibri"/>
                <a:ea typeface="Calibri"/>
                <a:cs typeface="Calibri"/>
              </a:rPr>
              <a:t>puede</a:t>
            </a:r>
            <a:r>
              <a:rPr lang="en-US" dirty="0">
                <a:latin typeface="Calibri"/>
                <a:ea typeface="Calibri"/>
                <a:cs typeface="Calibri"/>
              </a:rPr>
              <a:t> </a:t>
            </a:r>
            <a:r>
              <a:rPr lang="en-US" dirty="0" err="1">
                <a:latin typeface="Calibri"/>
                <a:ea typeface="Calibri"/>
                <a:cs typeface="Calibri"/>
              </a:rPr>
              <a:t>valer</a:t>
            </a:r>
            <a:r>
              <a:rPr lang="en-US" dirty="0">
                <a:latin typeface="Calibri"/>
                <a:ea typeface="Calibri"/>
                <a:cs typeface="Calibri"/>
              </a:rPr>
              <a:t> meter 1 slide </a:t>
            </a:r>
            <a:r>
              <a:rPr lang="en-US" dirty="0" err="1">
                <a:latin typeface="Calibri"/>
                <a:ea typeface="Calibri"/>
                <a:cs typeface="Calibri"/>
              </a:rPr>
              <a:t>fija</a:t>
            </a:r>
            <a:r>
              <a:rPr lang="en-US" dirty="0">
                <a:latin typeface="Calibri"/>
                <a:ea typeface="Calibri"/>
                <a:cs typeface="Calibri"/>
              </a:rPr>
              <a:t> para </a:t>
            </a:r>
            <a:r>
              <a:rPr lang="en-US" dirty="0" err="1">
                <a:latin typeface="Calibri"/>
                <a:ea typeface="Calibri"/>
                <a:cs typeface="Calibri"/>
              </a:rPr>
              <a:t>que</a:t>
            </a:r>
            <a:r>
              <a:rPr lang="en-US" dirty="0">
                <a:latin typeface="Calibri"/>
                <a:ea typeface="Calibri"/>
                <a:cs typeface="Calibri"/>
              </a:rPr>
              <a:t> </a:t>
            </a:r>
            <a:r>
              <a:rPr lang="en-US" dirty="0" err="1">
                <a:latin typeface="Calibri"/>
                <a:ea typeface="Calibri"/>
                <a:cs typeface="Calibri"/>
              </a:rPr>
              <a:t>quién</a:t>
            </a:r>
            <a:r>
              <a:rPr lang="en-US" dirty="0">
                <a:latin typeface="Calibri"/>
                <a:ea typeface="Calibri"/>
                <a:cs typeface="Calibri"/>
              </a:rPr>
              <a:t> </a:t>
            </a:r>
            <a:r>
              <a:rPr lang="en-US" dirty="0" err="1">
                <a:latin typeface="Calibri"/>
                <a:ea typeface="Calibri"/>
                <a:cs typeface="Calibri"/>
              </a:rPr>
              <a:t>haga</a:t>
            </a:r>
            <a:r>
              <a:rPr lang="en-US" dirty="0">
                <a:latin typeface="Calibri"/>
                <a:ea typeface="Calibri"/>
                <a:cs typeface="Calibri"/>
              </a:rPr>
              <a:t> la </a:t>
            </a:r>
            <a:r>
              <a:rPr lang="en-US" dirty="0" err="1">
                <a:latin typeface="Calibri"/>
                <a:ea typeface="Calibri"/>
                <a:cs typeface="Calibri"/>
              </a:rPr>
              <a:t>porpuesta</a:t>
            </a:r>
            <a:r>
              <a:rPr lang="en-US" dirty="0">
                <a:latin typeface="Calibri"/>
                <a:ea typeface="Calibri"/>
                <a:cs typeface="Calibri"/>
              </a:rPr>
              <a:t> se </a:t>
            </a:r>
            <a:r>
              <a:rPr lang="en-US" dirty="0" err="1">
                <a:latin typeface="Calibri"/>
                <a:ea typeface="Calibri"/>
                <a:cs typeface="Calibri"/>
              </a:rPr>
              <a:t>acuerde</a:t>
            </a:r>
            <a:r>
              <a:rPr lang="en-US" dirty="0">
                <a:latin typeface="Calibri"/>
                <a:ea typeface="Calibri"/>
                <a:cs typeface="Calibri"/>
              </a:rPr>
              <a:t> de </a:t>
            </a:r>
            <a:r>
              <a:rPr lang="en-US" dirty="0" err="1">
                <a:latin typeface="Calibri"/>
                <a:ea typeface="Calibri"/>
                <a:cs typeface="Calibri"/>
              </a:rPr>
              <a:t>ponerlo</a:t>
            </a:r>
            <a:endParaRPr lang="en-US" dirty="0">
              <a:latin typeface="Calibri"/>
              <a:ea typeface="Calibri"/>
              <a:cs typeface="Calibri"/>
            </a:endParaRPr>
          </a:p>
        </p:txBody>
      </p:sp>
    </p:spTree>
    <p:extLst>
      <p:ext uri="{BB962C8B-B14F-4D97-AF65-F5344CB8AC3E}">
        <p14:creationId xmlns:p14="http://schemas.microsoft.com/office/powerpoint/2010/main" val="40729076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**Placeholder replacement**</a:t>
            </a:r>
            <a:endParaRPr lang="en-US" sz="1200" b="0" kern="1200" dirty="0">
              <a:solidFill>
                <a:schemeClr val="tx1"/>
              </a:solidFill>
              <a:effectLst/>
              <a:latin typeface="+mn-lt"/>
              <a:ea typeface="+mn-ea"/>
              <a:cs typeface="+mn-cs"/>
            </a:endParaRPr>
          </a:p>
          <a:p>
            <a:r>
              <a:rPr lang="en-US" dirty="0"/>
              <a:t>Si </a:t>
            </a:r>
            <a:r>
              <a:rPr lang="en-US" dirty="0" err="1"/>
              <a:t>fuese</a:t>
            </a:r>
            <a:r>
              <a:rPr lang="en-US" dirty="0"/>
              <a:t> </a:t>
            </a:r>
            <a:r>
              <a:rPr lang="en-US" dirty="0" err="1"/>
              <a:t>posible</a:t>
            </a:r>
            <a:r>
              <a:rPr lang="en-US" dirty="0"/>
              <a:t> auto-</a:t>
            </a:r>
            <a:r>
              <a:rPr lang="en-US" dirty="0" err="1"/>
              <a:t>generarse</a:t>
            </a:r>
            <a:r>
              <a:rPr lang="en-US" dirty="0"/>
              <a:t> </a:t>
            </a:r>
            <a:r>
              <a:rPr lang="en-US" dirty="0" err="1"/>
              <a:t>aunque</a:t>
            </a:r>
            <a:r>
              <a:rPr lang="en-US" dirty="0"/>
              <a:t> sea con </a:t>
            </a:r>
            <a:r>
              <a:rPr lang="en-US" dirty="0" err="1"/>
              <a:t>otro</a:t>
            </a:r>
            <a:r>
              <a:rPr lang="en-US" dirty="0"/>
              <a:t> </a:t>
            </a:r>
            <a:r>
              <a:rPr lang="en-US" dirty="0" err="1"/>
              <a:t>formato</a:t>
            </a:r>
            <a:r>
              <a:rPr lang="en-US" dirty="0"/>
              <a:t>, </a:t>
            </a:r>
            <a:r>
              <a:rPr lang="en-US" dirty="0" err="1"/>
              <a:t>pues</a:t>
            </a:r>
            <a:r>
              <a:rPr lang="en-US" dirty="0"/>
              <a:t> perfecto.</a:t>
            </a:r>
          </a:p>
          <a:p>
            <a:r>
              <a:rPr lang="en-US" dirty="0"/>
              <a:t>Se </a:t>
            </a:r>
            <a:r>
              <a:rPr lang="en-US" dirty="0" err="1"/>
              <a:t>busca</a:t>
            </a:r>
            <a:r>
              <a:rPr lang="en-US" dirty="0"/>
              <a:t> un </a:t>
            </a:r>
            <a:r>
              <a:rPr lang="en-US" dirty="0" err="1"/>
              <a:t>cronograma</a:t>
            </a:r>
            <a:r>
              <a:rPr lang="en-US" dirty="0"/>
              <a:t> o similar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F0825-739C-2140-8663-9387FC8EC7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A5C48D-46DB-AB0E-59EC-D05BDFB4D74C}"/>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A6BBD798-47C5-3CD6-A732-6DBC8F7E58ED}"/>
              </a:ext>
            </a:extLst>
          </p:cNvPr>
          <p:cNvSpPr>
            <a:spLocks noGrp="1"/>
          </p:cNvSpPr>
          <p:nvPr>
            <p:ph type="body" idx="1"/>
          </p:nvPr>
        </p:nvSpPr>
        <p:spPr>
          <a:xfrm>
            <a:off x="514350" y="4400550"/>
            <a:ext cx="4114800" cy="3600450"/>
          </a:xfrm>
          <a:prstGeom prst="rect">
            <a:avLst/>
          </a:prstGeom>
        </p:spPr>
        <p:txBody>
          <a:bodyPr/>
          <a:lstStyle/>
          <a:p>
            <a:r>
              <a:rPr lang="en-US" sz="1200" b="1" kern="1200" dirty="0">
                <a:solidFill>
                  <a:schemeClr val="tx1"/>
                </a:solidFill>
                <a:effectLst/>
                <a:latin typeface="+mn-lt"/>
                <a:ea typeface="+mn-ea"/>
                <a:cs typeface="+mn-cs"/>
              </a:rPr>
              <a:t>**Full replacement**</a:t>
            </a:r>
            <a:endParaRPr lang="en-US" sz="1200" b="0" kern="1200" dirty="0">
              <a:solidFill>
                <a:schemeClr val="tx1"/>
              </a:solidFill>
              <a:effectLst/>
              <a:latin typeface="+mn-lt"/>
              <a:ea typeface="+mn-ea"/>
              <a:cs typeface="+mn-cs"/>
            </a:endParaRPr>
          </a:p>
          <a:p>
            <a:r>
              <a:rPr lang="en-US" dirty="0" err="1">
                <a:latin typeface="Calibri"/>
                <a:ea typeface="Calibri"/>
                <a:cs typeface="Calibri"/>
              </a:rPr>
              <a:t>dependiendo</a:t>
            </a:r>
            <a:r>
              <a:rPr lang="en-US" dirty="0">
                <a:latin typeface="Calibri"/>
                <a:ea typeface="Calibri"/>
                <a:cs typeface="Calibri"/>
              </a:rPr>
              <a:t> del </a:t>
            </a:r>
            <a:r>
              <a:rPr lang="en-US" dirty="0" err="1">
                <a:latin typeface="Calibri"/>
                <a:ea typeface="Calibri"/>
                <a:cs typeface="Calibri"/>
              </a:rPr>
              <a:t>nivel</a:t>
            </a:r>
            <a:r>
              <a:rPr lang="en-US" dirty="0">
                <a:latin typeface="Calibri"/>
                <a:ea typeface="Calibri"/>
                <a:cs typeface="Calibri"/>
              </a:rPr>
              <a:t> de </a:t>
            </a:r>
            <a:r>
              <a:rPr lang="en-US" dirty="0" err="1">
                <a:latin typeface="Calibri"/>
                <a:ea typeface="Calibri"/>
                <a:cs typeface="Calibri"/>
              </a:rPr>
              <a:t>profundidad</a:t>
            </a:r>
            <a:r>
              <a:rPr lang="en-US" dirty="0">
                <a:latin typeface="Calibri"/>
                <a:ea typeface="Calibri"/>
                <a:cs typeface="Calibri"/>
              </a:rPr>
              <a:t> y </a:t>
            </a:r>
            <a:r>
              <a:rPr lang="en-US" dirty="0" err="1">
                <a:latin typeface="Calibri"/>
                <a:ea typeface="Calibri"/>
                <a:cs typeface="Calibri"/>
              </a:rPr>
              <a:t>detalle</a:t>
            </a:r>
            <a:r>
              <a:rPr lang="en-US" dirty="0">
                <a:latin typeface="Calibri"/>
                <a:ea typeface="Calibri"/>
                <a:cs typeface="Calibri"/>
              </a:rPr>
              <a:t> </a:t>
            </a:r>
            <a:r>
              <a:rPr lang="en-US" dirty="0" err="1">
                <a:latin typeface="Calibri"/>
                <a:ea typeface="Calibri"/>
                <a:cs typeface="Calibri"/>
              </a:rPr>
              <a:t>podría</a:t>
            </a:r>
            <a:r>
              <a:rPr lang="en-US" dirty="0">
                <a:latin typeface="Calibri"/>
                <a:ea typeface="Calibri"/>
                <a:cs typeface="Calibri"/>
              </a:rPr>
              <a:t> </a:t>
            </a:r>
            <a:r>
              <a:rPr lang="en-US" dirty="0" err="1">
                <a:latin typeface="Calibri"/>
                <a:ea typeface="Calibri"/>
                <a:cs typeface="Calibri"/>
              </a:rPr>
              <a:t>haber</a:t>
            </a:r>
            <a:r>
              <a:rPr lang="en-US" dirty="0">
                <a:latin typeface="Calibri"/>
                <a:ea typeface="Calibri"/>
                <a:cs typeface="Calibri"/>
              </a:rPr>
              <a:t> </a:t>
            </a:r>
            <a:r>
              <a:rPr lang="en-US" dirty="0" err="1">
                <a:latin typeface="Calibri"/>
                <a:ea typeface="Calibri"/>
                <a:cs typeface="Calibri"/>
              </a:rPr>
              <a:t>varios</a:t>
            </a:r>
            <a:r>
              <a:rPr lang="en-US" dirty="0">
                <a:latin typeface="Calibri"/>
                <a:ea typeface="Calibri"/>
                <a:cs typeface="Calibri"/>
              </a:rPr>
              <a:t> slides.</a:t>
            </a:r>
          </a:p>
        </p:txBody>
      </p:sp>
    </p:spTree>
    <p:extLst>
      <p:ext uri="{BB962C8B-B14F-4D97-AF65-F5344CB8AC3E}">
        <p14:creationId xmlns:p14="http://schemas.microsoft.com/office/powerpoint/2010/main" val="4550440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a:p>
            <a:r>
              <a:rPr lang="en-US" dirty="0"/>
              <a:t>Solo para </a:t>
            </a:r>
            <a:r>
              <a:rPr lang="en-US" dirty="0" err="1"/>
              <a:t>casos</a:t>
            </a:r>
            <a:r>
              <a:rPr lang="en-US" dirty="0"/>
              <a:t> de </a:t>
            </a:r>
            <a:r>
              <a:rPr lang="en-US" dirty="0" err="1"/>
              <a:t>eqiupos</a:t>
            </a:r>
            <a:r>
              <a:rPr lang="en-US" dirty="0"/>
              <a:t> Plain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a:p>
            <a:r>
              <a:rPr lang="en-US" dirty="0"/>
              <a:t>Solo para </a:t>
            </a:r>
            <a:r>
              <a:rPr lang="en-US" dirty="0" err="1"/>
              <a:t>casos</a:t>
            </a:r>
            <a:r>
              <a:rPr lang="en-US" dirty="0"/>
              <a:t> de </a:t>
            </a:r>
            <a:r>
              <a:rPr lang="en-US" dirty="0" err="1"/>
              <a:t>equipos</a:t>
            </a:r>
            <a:r>
              <a:rPr lang="en-US" dirty="0"/>
              <a:t> </a:t>
            </a:r>
            <a:r>
              <a:rPr lang="en-US" dirty="0" err="1"/>
              <a:t>Híbridos</a:t>
            </a:r>
            <a:endParaRPr lang="en-US" dirty="0"/>
          </a:p>
          <a:p>
            <a:r>
              <a:rPr lang="en-US" dirty="0" err="1"/>
              <a:t>Pendiente</a:t>
            </a:r>
            <a:r>
              <a:rPr lang="en-US" dirty="0"/>
              <a:t> de </a:t>
            </a:r>
            <a:r>
              <a:rPr lang="en-US" dirty="0" err="1"/>
              <a:t>poner</a:t>
            </a:r>
            <a:r>
              <a:rPr lang="en-US" dirty="0"/>
              <a:t> nuevo </a:t>
            </a:r>
            <a:r>
              <a:rPr lang="en-US" dirty="0" err="1"/>
              <a:t>formato</a:t>
            </a:r>
            <a:endParaRPr lang="en-US" dirty="0"/>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34AA0A-9FC8-FA42-92A8-9963D1558654}" type="slidenum">
              <a:rPr kumimoji="0" lang="es-ES" sz="1200" b="0" i="0" u="none" strike="noStrike" kern="1200" cap="none" spc="0" normalizeH="0" baseline="0" noProof="0" smtClean="0">
                <a:ln>
                  <a:noFill/>
                </a:ln>
                <a:solidFill>
                  <a:prstClr val="black"/>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s-ES" sz="1200" b="0" i="0" u="none" strike="noStrike" kern="1200" cap="none" spc="0" normalizeH="0" baseline="0" noProof="0">
              <a:ln>
                <a:noFill/>
              </a:ln>
              <a:solidFill>
                <a:prstClr val="black"/>
              </a:solidFill>
              <a:effectLst/>
              <a:uLnTx/>
              <a:uFillTx/>
              <a:latin typeface="Montserrat" pitchFamily="2" charset="77"/>
              <a:ea typeface="+mn-ea"/>
              <a:cs typeface="+mn-cs"/>
            </a:endParaRPr>
          </a:p>
        </p:txBody>
      </p:sp>
    </p:spTree>
    <p:extLst>
      <p:ext uri="{BB962C8B-B14F-4D97-AF65-F5344CB8AC3E}">
        <p14:creationId xmlns:p14="http://schemas.microsoft.com/office/powerpoint/2010/main" val="18865776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a:p>
            <a:r>
              <a:rPr lang="en-US" dirty="0"/>
              <a:t>Solo </a:t>
            </a:r>
            <a:r>
              <a:rPr lang="en-US" dirty="0" err="1"/>
              <a:t>proyectos</a:t>
            </a:r>
            <a:r>
              <a:rPr lang="en-US" dirty="0"/>
              <a:t> con </a:t>
            </a:r>
            <a:r>
              <a:rPr lang="en-US" dirty="0" err="1"/>
              <a:t>equipo</a:t>
            </a:r>
            <a:r>
              <a:rPr lang="en-US" dirty="0"/>
              <a:t> Plain</a:t>
            </a:r>
          </a:p>
          <a:p>
            <a:r>
              <a:rPr lang="en-US" dirty="0"/>
              <a:t>Opción para </a:t>
            </a:r>
            <a:r>
              <a:rPr lang="en-US" dirty="0" err="1"/>
              <a:t>equipos</a:t>
            </a:r>
            <a:r>
              <a:rPr lang="en-US" dirty="0"/>
              <a:t> Plain.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F1261-3A08-149D-EB7B-84E39F9A64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E52590-8F5A-EB6C-7F32-E0AE0E0771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0BC3E2-DAB5-847F-D0E6-1B26477A38E3}"/>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a:p>
            <a:r>
              <a:rPr lang="en-US" dirty="0"/>
              <a:t>Solo </a:t>
            </a:r>
            <a:r>
              <a:rPr lang="en-US" dirty="0" err="1"/>
              <a:t>proyectos</a:t>
            </a:r>
            <a:r>
              <a:rPr lang="en-US" dirty="0"/>
              <a:t> con </a:t>
            </a:r>
            <a:r>
              <a:rPr lang="en-US" dirty="0" err="1"/>
              <a:t>equipo</a:t>
            </a:r>
            <a:r>
              <a:rPr lang="en-US" dirty="0"/>
              <a:t> </a:t>
            </a:r>
            <a:r>
              <a:rPr lang="en-US" dirty="0" err="1"/>
              <a:t>Híbrido</a:t>
            </a:r>
            <a:endParaRPr lang="en-US" dirty="0"/>
          </a:p>
          <a:p>
            <a:r>
              <a:rPr lang="en-US" dirty="0"/>
              <a:t>Opción para </a:t>
            </a:r>
            <a:r>
              <a:rPr lang="en-US" dirty="0" err="1"/>
              <a:t>equipos</a:t>
            </a:r>
            <a:r>
              <a:rPr lang="en-US" dirty="0"/>
              <a:t> </a:t>
            </a:r>
            <a:r>
              <a:rPr lang="en-US" dirty="0" err="1"/>
              <a:t>híbridos</a:t>
            </a:r>
            <a:r>
              <a:rPr lang="en-US" dirty="0"/>
              <a:t>.</a:t>
            </a:r>
          </a:p>
        </p:txBody>
      </p:sp>
      <p:sp>
        <p:nvSpPr>
          <p:cNvPr id="4" name="Slide Number Placeholder 3">
            <a:extLst>
              <a:ext uri="{FF2B5EF4-FFF2-40B4-BE49-F238E27FC236}">
                <a16:creationId xmlns:a16="http://schemas.microsoft.com/office/drawing/2014/main" id="{0C7EB72C-D73D-3A20-2480-E9D25AC6CFA0}"/>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9575072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B1693-F043-2B49-6E62-FC4712ED5C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3D0C1D-2538-FE7D-657C-24B80067E8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A4B2B2-2CE9-A58A-8121-53D53390469B}"/>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a:p>
            <a:r>
              <a:rPr lang="en-US" dirty="0"/>
              <a:t>Opción para </a:t>
            </a:r>
            <a:r>
              <a:rPr lang="en-US" dirty="0" err="1"/>
              <a:t>equipos</a:t>
            </a:r>
            <a:r>
              <a:rPr lang="en-US" dirty="0"/>
              <a:t> </a:t>
            </a:r>
            <a:r>
              <a:rPr lang="en-US" dirty="0" err="1"/>
              <a:t>híbridos</a:t>
            </a:r>
            <a:r>
              <a:rPr lang="en-US" dirty="0"/>
              <a:t> </a:t>
            </a:r>
            <a:r>
              <a:rPr lang="en-US" dirty="0" err="1"/>
              <a:t>donde</a:t>
            </a:r>
            <a:r>
              <a:rPr lang="en-US" dirty="0"/>
              <a:t> no </a:t>
            </a:r>
            <a:r>
              <a:rPr lang="en-US" dirty="0" err="1"/>
              <a:t>nos</a:t>
            </a:r>
            <a:r>
              <a:rPr lang="en-US" dirty="0"/>
              <a:t> </a:t>
            </a:r>
            <a:r>
              <a:rPr lang="en-US" dirty="0" err="1"/>
              <a:t>dejen</a:t>
            </a:r>
            <a:r>
              <a:rPr lang="en-US" dirty="0"/>
              <a:t> </a:t>
            </a:r>
            <a:r>
              <a:rPr lang="en-US" dirty="0" err="1"/>
              <a:t>tener</a:t>
            </a:r>
            <a:r>
              <a:rPr lang="en-US" dirty="0"/>
              <a:t> un tech lead global (slide anterior) y </a:t>
            </a:r>
            <a:r>
              <a:rPr lang="en-US" dirty="0" err="1"/>
              <a:t>tenemos</a:t>
            </a:r>
            <a:r>
              <a:rPr lang="en-US" dirty="0"/>
              <a:t> poco </a:t>
            </a:r>
            <a:r>
              <a:rPr lang="en-US" dirty="0" err="1"/>
              <a:t>impacto</a:t>
            </a:r>
            <a:r>
              <a:rPr lang="en-US" dirty="0"/>
              <a:t> / </a:t>
            </a:r>
            <a:r>
              <a:rPr lang="en-US" dirty="0" err="1"/>
              <a:t>liderazgo</a:t>
            </a:r>
            <a:r>
              <a:rPr lang="en-US" dirty="0"/>
              <a:t>.</a:t>
            </a:r>
          </a:p>
          <a:p>
            <a:r>
              <a:rPr lang="en-US" dirty="0"/>
              <a:t>Me vale </a:t>
            </a:r>
            <a:r>
              <a:rPr lang="en-US" dirty="0" err="1"/>
              <a:t>si</a:t>
            </a:r>
            <a:r>
              <a:rPr lang="en-US" dirty="0"/>
              <a:t> en </a:t>
            </a:r>
            <a:r>
              <a:rPr lang="en-US" dirty="0" err="1"/>
              <a:t>situacione</a:t>
            </a:r>
            <a:r>
              <a:rPr lang="en-US" dirty="0"/>
              <a:t> de </a:t>
            </a:r>
            <a:r>
              <a:rPr lang="en-US" dirty="0" err="1"/>
              <a:t>equipò</a:t>
            </a:r>
            <a:r>
              <a:rPr lang="en-US" dirty="0"/>
              <a:t> </a:t>
            </a:r>
            <a:r>
              <a:rPr lang="en-US" dirty="0" err="1"/>
              <a:t>hibrido</a:t>
            </a:r>
            <a:r>
              <a:rPr lang="en-US" dirty="0"/>
              <a:t> </a:t>
            </a:r>
            <a:r>
              <a:rPr lang="en-US" dirty="0" err="1"/>
              <a:t>metemos</a:t>
            </a:r>
            <a:r>
              <a:rPr lang="en-US" dirty="0"/>
              <a:t> las 2 slides y se decide, o se le </a:t>
            </a:r>
            <a:r>
              <a:rPr lang="en-US" dirty="0" err="1"/>
              <a:t>pregunta</a:t>
            </a:r>
            <a:r>
              <a:rPr lang="en-US" dirty="0"/>
              <a:t> </a:t>
            </a:r>
            <a:r>
              <a:rPr lang="en-US" dirty="0" err="1"/>
              <a:t>si</a:t>
            </a:r>
            <a:r>
              <a:rPr lang="en-US" dirty="0"/>
              <a:t> </a:t>
            </a:r>
            <a:r>
              <a:rPr lang="en-US" dirty="0" err="1"/>
              <a:t>tendremos</a:t>
            </a:r>
            <a:r>
              <a:rPr lang="en-US" dirty="0"/>
              <a:t> co-</a:t>
            </a:r>
            <a:r>
              <a:rPr lang="en-US" dirty="0" err="1"/>
              <a:t>liderazgo</a:t>
            </a:r>
            <a:r>
              <a:rPr lang="en-US" dirty="0"/>
              <a:t> o no.</a:t>
            </a:r>
          </a:p>
          <a:p>
            <a:endParaRPr lang="en-US" dirty="0"/>
          </a:p>
        </p:txBody>
      </p:sp>
      <p:sp>
        <p:nvSpPr>
          <p:cNvPr id="4" name="Slide Number Placeholder 3">
            <a:extLst>
              <a:ext uri="{FF2B5EF4-FFF2-40B4-BE49-F238E27FC236}">
                <a16:creationId xmlns:a16="http://schemas.microsoft.com/office/drawing/2014/main" id="{63E7DE5A-E797-FE01-C1C1-A5D46FAB16DF}"/>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8637742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a:p>
            <a:r>
              <a:rPr lang="en-US" sz="1200" kern="1200">
                <a:solidFill>
                  <a:schemeClr val="tx1"/>
                </a:solidFill>
                <a:effectLst/>
                <a:latin typeface="+mn-lt"/>
                <a:ea typeface="+mn-ea"/>
                <a:cs typeface="+mn-cs"/>
              </a:rPr>
              <a:t>proyectos</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cerrados</a:t>
            </a:r>
            <a:r>
              <a:rPr lang="en-US" sz="1200" kern="1200" dirty="0">
                <a:solidFill>
                  <a:schemeClr val="tx1"/>
                </a:solidFill>
                <a:effectLst/>
                <a:latin typeface="+mn-lt"/>
                <a:ea typeface="+mn-ea"/>
                <a:cs typeface="+mn-cs"/>
              </a:rPr>
              <a:t> &amp; T&amp;M</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8D352-9A3B-12A2-005F-1ACB84A4DC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1B401D-4C1B-8E80-125A-1D2DF5E526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82D7B9-6F70-849D-16C5-8CE0F0DCA47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**Copy as-is**</a:t>
            </a:r>
            <a:endParaRPr lang="en-US" dirty="0">
              <a:solidFill>
                <a:srgbClr val="444444"/>
              </a:solidFill>
            </a:endParaRPr>
          </a:p>
          <a:p>
            <a:r>
              <a:rPr lang="en-US" dirty="0" err="1"/>
              <a:t>Proyectos</a:t>
            </a:r>
            <a:r>
              <a:rPr lang="en-US" dirty="0"/>
              <a:t> </a:t>
            </a:r>
            <a:r>
              <a:rPr lang="en-US" dirty="0" err="1"/>
              <a:t>cerrados</a:t>
            </a:r>
            <a:r>
              <a:rPr lang="en-US" dirty="0"/>
              <a:t>.</a:t>
            </a:r>
          </a:p>
        </p:txBody>
      </p:sp>
      <p:sp>
        <p:nvSpPr>
          <p:cNvPr id="4" name="Slide Number Placeholder 3">
            <a:extLst>
              <a:ext uri="{FF2B5EF4-FFF2-40B4-BE49-F238E27FC236}">
                <a16:creationId xmlns:a16="http://schemas.microsoft.com/office/drawing/2014/main" id="{BDFC19F7-CED8-FA4D-0B10-592D1F34453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201096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a:p>
            <a:r>
              <a:rPr lang="en-US" dirty="0" err="1"/>
              <a:t>Proyectos</a:t>
            </a:r>
            <a:r>
              <a:rPr lang="en-US" dirty="0"/>
              <a:t> T&amp;M con scope.</a:t>
            </a:r>
            <a:endParaRPr lang="en-US" dirty="0">
              <a:solidFill>
                <a:srgbClr val="444444"/>
              </a:solidFill>
            </a:endParaRPr>
          </a:p>
          <a:p>
            <a:r>
              <a:rPr lang="en-US" dirty="0" err="1"/>
              <a:t>Pendiente</a:t>
            </a:r>
            <a:r>
              <a:rPr lang="en-US" dirty="0"/>
              <a:t> de </a:t>
            </a:r>
            <a:r>
              <a:rPr lang="en-US" dirty="0" err="1"/>
              <a:t>poner</a:t>
            </a:r>
            <a:r>
              <a:rPr lang="en-US" dirty="0"/>
              <a:t> </a:t>
            </a:r>
            <a:r>
              <a:rPr lang="en-US" dirty="0" err="1"/>
              <a:t>formato</a:t>
            </a:r>
            <a:r>
              <a:rPr lang="en-US" dirty="0"/>
              <a:t> nuevo.</a:t>
            </a:r>
            <a:endParaRPr lang="es-ES" dirty="0"/>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34AA0A-9FC8-FA42-92A8-9963D1558654}" type="slidenum">
              <a:rPr kumimoji="0" lang="es-ES" sz="1200" b="0" i="0" u="none" strike="noStrike" kern="1200" cap="none" spc="0" normalizeH="0" baseline="0" noProof="0" smtClean="0">
                <a:ln>
                  <a:noFill/>
                </a:ln>
                <a:solidFill>
                  <a:prstClr val="black"/>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s-ES" sz="1200" b="0" i="0" u="none" strike="noStrike" kern="1200" cap="none" spc="0" normalizeH="0" baseline="0" noProof="0">
              <a:ln>
                <a:noFill/>
              </a:ln>
              <a:solidFill>
                <a:prstClr val="black"/>
              </a:solidFill>
              <a:effectLst/>
              <a:uLnTx/>
              <a:uFillTx/>
              <a:latin typeface="Montserrat" pitchFamily="2" charset="77"/>
              <a:ea typeface="+mn-ea"/>
              <a:cs typeface="+mn-cs"/>
            </a:endParaRPr>
          </a:p>
        </p:txBody>
      </p:sp>
    </p:spTree>
    <p:extLst>
      <p:ext uri="{BB962C8B-B14F-4D97-AF65-F5344CB8AC3E}">
        <p14:creationId xmlns:p14="http://schemas.microsoft.com/office/powerpoint/2010/main" val="12647565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a:p>
            <a:r>
              <a:rPr lang="en-US" dirty="0"/>
              <a:t>Solo </a:t>
            </a:r>
            <a:r>
              <a:rPr lang="en-US" dirty="0" err="1"/>
              <a:t>proyectos</a:t>
            </a:r>
            <a:r>
              <a:rPr lang="en-US" dirty="0"/>
              <a:t> </a:t>
            </a:r>
            <a:r>
              <a:rPr lang="en-US" dirty="0" err="1"/>
              <a:t>por</a:t>
            </a:r>
            <a:r>
              <a:rPr lang="en-US" dirty="0"/>
              <a:t> </a:t>
            </a:r>
            <a:r>
              <a:rPr lang="en-US" dirty="0" err="1"/>
              <a:t>capacidad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a:p>
            <a:r>
              <a:rPr lang="en-US" dirty="0" err="1"/>
              <a:t>Proyectos</a:t>
            </a:r>
            <a:r>
              <a:rPr lang="en-US" dirty="0"/>
              <a:t> T&amp;M con scope o </a:t>
            </a:r>
            <a:r>
              <a:rPr lang="en-US" dirty="0" err="1"/>
              <a:t>precio</a:t>
            </a:r>
            <a:r>
              <a:rPr lang="en-US" dirty="0"/>
              <a:t> </a:t>
            </a:r>
            <a:r>
              <a:rPr lang="en-US" dirty="0" err="1"/>
              <a:t>cerrado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F7E66-49D9-3C5A-C050-A0EF8E3A44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746A9A-A865-64B2-E25E-2A284736A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0CF4E6-BA4E-E665-3D84-0AF2BE58E37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**Copy as-is**</a:t>
            </a:r>
            <a:endParaRPr lang="en-US" sz="1200" b="0" kern="1200" dirty="0">
              <a:solidFill>
                <a:schemeClr val="tx1"/>
              </a:solidFill>
              <a:effectLst/>
              <a:latin typeface="+mn-lt"/>
              <a:ea typeface="+mn-ea"/>
              <a:cs typeface="+mn-cs"/>
            </a:endParaRPr>
          </a:p>
          <a:p>
            <a:endParaRPr lang="en-US" dirty="0"/>
          </a:p>
        </p:txBody>
      </p:sp>
      <p:sp>
        <p:nvSpPr>
          <p:cNvPr id="4" name="Slide Number Placeholder 3">
            <a:extLst>
              <a:ext uri="{FF2B5EF4-FFF2-40B4-BE49-F238E27FC236}">
                <a16:creationId xmlns:a16="http://schemas.microsoft.com/office/drawing/2014/main" id="{95F9700A-7CF7-FD1C-72F9-CFDD8EEFE866}"/>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291135019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ES"/>
          </a:p>
        </p:txBody>
      </p:sp>
      <p:sp>
        <p:nvSpPr>
          <p:cNvPr id="3" name="Marcador de notas 2"/>
          <p:cNvSpPr>
            <a:spLocks noGrp="1"/>
          </p:cNvSpPr>
          <p:nvPr>
            <p:ph type="body" idx="1"/>
          </p:nvPr>
        </p:nvSpPr>
        <p:spPr/>
        <p:txBody>
          <a:bodyPr/>
          <a:lstStyle/>
          <a:p>
            <a:r>
              <a:rPr lang="en-US" sz="1200" b="1" kern="1200">
                <a:solidFill>
                  <a:schemeClr val="tx1"/>
                </a:solidFill>
                <a:effectLst/>
                <a:latin typeface="+mn-lt"/>
                <a:ea typeface="+mn-ea"/>
                <a:cs typeface="+mn-cs"/>
              </a:rPr>
              <a:t>**Copy as-is**</a:t>
            </a:r>
            <a:endParaRPr lang="en-US" sz="1200" b="0" kern="1200">
              <a:solidFill>
                <a:schemeClr val="tx1"/>
              </a:solidFill>
              <a:effectLst/>
              <a:latin typeface="+mn-lt"/>
              <a:ea typeface="+mn-ea"/>
              <a:cs typeface="+mn-cs"/>
            </a:endParaRPr>
          </a:p>
          <a:p>
            <a:endParaRPr lang="en-US" dirty="0"/>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34AA0A-9FC8-FA42-92A8-9963D1558654}" type="slidenum">
              <a:rPr kumimoji="0" lang="en-US" sz="1200" b="0" i="0" u="none" strike="noStrike" kern="1200" cap="none" spc="0" normalizeH="0" baseline="0" noProof="0">
                <a:ln>
                  <a:noFill/>
                </a:ln>
                <a:solidFill>
                  <a:prstClr val="black"/>
                </a:solidFill>
                <a:effectLst/>
                <a:uLnTx/>
                <a:uFillTx/>
                <a:latin typeface="Montserrat" pitchFamily="2"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Montserrat" pitchFamily="2" charset="77"/>
              <a:ea typeface="+mn-ea"/>
              <a:cs typeface="+mn-cs"/>
            </a:endParaRPr>
          </a:p>
        </p:txBody>
      </p:sp>
    </p:spTree>
    <p:extLst>
      <p:ext uri="{BB962C8B-B14F-4D97-AF65-F5344CB8AC3E}">
        <p14:creationId xmlns:p14="http://schemas.microsoft.com/office/powerpoint/2010/main" val="38115503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1. Front Page">
    <p:spTree>
      <p:nvGrpSpPr>
        <p:cNvPr id="1" name=""/>
        <p:cNvGrpSpPr/>
        <p:nvPr/>
      </p:nvGrpSpPr>
      <p:grpSpPr>
        <a:xfrm>
          <a:off x="0" y="0"/>
          <a:ext cx="0" cy="0"/>
          <a:chOff x="0" y="0"/>
          <a:chExt cx="0" cy="0"/>
        </a:xfrm>
      </p:grpSpPr>
      <p:sp>
        <p:nvSpPr>
          <p:cNvPr id="13" name="Rectángulo 3">
            <a:extLst>
              <a:ext uri="{FF2B5EF4-FFF2-40B4-BE49-F238E27FC236}">
                <a16:creationId xmlns:a16="http://schemas.microsoft.com/office/drawing/2014/main" id="{96DC83DB-E0C7-5864-4DFF-82CD1F15F4DD}"/>
              </a:ext>
            </a:extLst>
          </p:cNvPr>
          <p:cNvSpPr/>
          <p:nvPr userDrawn="1"/>
        </p:nvSpPr>
        <p:spPr>
          <a:xfrm>
            <a:off x="-1286" y="0"/>
            <a:ext cx="9144000" cy="5143500"/>
          </a:xfrm>
          <a:prstGeom prst="rect">
            <a:avLst/>
          </a:prstGeom>
          <a:gradFill>
            <a:gsLst>
              <a:gs pos="0">
                <a:srgbClr val="00113A"/>
              </a:gs>
              <a:gs pos="100000">
                <a:srgbClr val="0D0E0F">
                  <a:alpha val="94902"/>
                </a:srgbClr>
              </a:gs>
            </a:gsLst>
            <a:lin ang="0" scaled="0"/>
          </a:gra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sz="1350" b="0" i="0">
              <a:solidFill>
                <a:schemeClr val="accent1">
                  <a:lumMod val="20000"/>
                  <a:lumOff val="80000"/>
                </a:schemeClr>
              </a:solidFill>
              <a:latin typeface="Outfit" panose="00000500000000000000" pitchFamily="2" charset="0"/>
            </a:endParaRPr>
          </a:p>
        </p:txBody>
      </p:sp>
      <p:pic>
        <p:nvPicPr>
          <p:cNvPr id="15" name="Imagen 14" descr="Imagen en blanco y negro  Descripción generada automáticamente con confianza baja">
            <a:extLst>
              <a:ext uri="{FF2B5EF4-FFF2-40B4-BE49-F238E27FC236}">
                <a16:creationId xmlns:a16="http://schemas.microsoft.com/office/drawing/2014/main" id="{54A30794-3A5D-36E7-1D4E-9D6E82F69F0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5143500"/>
          </a:xfrm>
          <a:prstGeom prst="rect">
            <a:avLst/>
          </a:prstGeom>
          <a:ln>
            <a:noFill/>
          </a:ln>
          <a:effectLst/>
        </p:spPr>
      </p:pic>
      <p:pic>
        <p:nvPicPr>
          <p:cNvPr id="4" name="Picture 13" descr="Graphical user interface, text, application  Description automatically generated">
            <a:extLst>
              <a:ext uri="{FF2B5EF4-FFF2-40B4-BE49-F238E27FC236}">
                <a16:creationId xmlns:a16="http://schemas.microsoft.com/office/drawing/2014/main" id="{9F02CF52-F61C-98D3-A7A1-CD4B8FEA68B6}"/>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r="61325"/>
          <a:stretch/>
        </p:blipFill>
        <p:spPr>
          <a:xfrm>
            <a:off x="521636" y="329543"/>
            <a:ext cx="1118322" cy="585163"/>
          </a:xfrm>
          <a:prstGeom prst="rect">
            <a:avLst/>
          </a:prstGeom>
        </p:spPr>
      </p:pic>
      <p:sp>
        <p:nvSpPr>
          <p:cNvPr id="5" name="Rectangle 1">
            <a:extLst>
              <a:ext uri="{FF2B5EF4-FFF2-40B4-BE49-F238E27FC236}">
                <a16:creationId xmlns:a16="http://schemas.microsoft.com/office/drawing/2014/main" id="{499750BA-9BBB-40F1-B83A-F614BB285AFD}"/>
              </a:ext>
            </a:extLst>
          </p:cNvPr>
          <p:cNvSpPr/>
          <p:nvPr/>
        </p:nvSpPr>
        <p:spPr>
          <a:xfrm>
            <a:off x="619222" y="2331797"/>
            <a:ext cx="86750" cy="2091635"/>
          </a:xfrm>
          <a:prstGeom prst="rect">
            <a:avLst/>
          </a:prstGeom>
          <a:solidFill>
            <a:srgbClr val="2F6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ES" sz="1350"/>
          </a:p>
        </p:txBody>
      </p:sp>
      <p:sp>
        <p:nvSpPr>
          <p:cNvPr id="6" name="Text Placeholder 26">
            <a:extLst>
              <a:ext uri="{FF2B5EF4-FFF2-40B4-BE49-F238E27FC236}">
                <a16:creationId xmlns:a16="http://schemas.microsoft.com/office/drawing/2014/main" id="{FBF53570-8C02-AEA2-B1F7-D297D792FC48}"/>
              </a:ext>
            </a:extLst>
          </p:cNvPr>
          <p:cNvSpPr>
            <a:spLocks noGrp="1"/>
          </p:cNvSpPr>
          <p:nvPr>
            <p:ph type="body" sz="quarter" idx="14" hasCustomPrompt="1"/>
          </p:nvPr>
        </p:nvSpPr>
        <p:spPr>
          <a:xfrm>
            <a:off x="926383" y="2708433"/>
            <a:ext cx="3538042" cy="949167"/>
          </a:xfrm>
          <a:prstGeom prst="rect">
            <a:avLst/>
          </a:prstGeom>
        </p:spPr>
        <p:txBody>
          <a:bodyPr/>
          <a:lstStyle>
            <a:lvl1pPr marL="0" indent="0">
              <a:buNone/>
              <a:defRPr sz="3600" b="1" i="0">
                <a:solidFill>
                  <a:srgbClr val="F2F3F7"/>
                </a:solidFill>
                <a:latin typeface="Outfit SemiBold" pitchFamily="2" charset="0"/>
              </a:defRPr>
            </a:lvl1pPr>
            <a:lvl2pPr>
              <a:defRPr sz="4500" b="1" i="0">
                <a:solidFill>
                  <a:srgbClr val="F2F3F7"/>
                </a:solidFill>
                <a:latin typeface="Outfit SemiBold" pitchFamily="2" charset="0"/>
              </a:defRPr>
            </a:lvl2pPr>
            <a:lvl3pPr>
              <a:defRPr sz="4500" b="1" i="0">
                <a:solidFill>
                  <a:srgbClr val="F2F3F7"/>
                </a:solidFill>
                <a:latin typeface="Outfit SemiBold" pitchFamily="2" charset="0"/>
              </a:defRPr>
            </a:lvl3pPr>
            <a:lvl4pPr>
              <a:defRPr sz="4500" b="1" i="0">
                <a:solidFill>
                  <a:srgbClr val="F2F3F7"/>
                </a:solidFill>
                <a:latin typeface="Outfit SemiBold" pitchFamily="2" charset="0"/>
              </a:defRPr>
            </a:lvl4pPr>
            <a:lvl5pPr>
              <a:defRPr sz="4500" b="1" i="0">
                <a:solidFill>
                  <a:srgbClr val="F2F3F7"/>
                </a:solidFill>
                <a:latin typeface="Outfit SemiBold" pitchFamily="2" charset="0"/>
              </a:defRPr>
            </a:lvl5pPr>
          </a:lstStyle>
          <a:p>
            <a:pPr lvl="0"/>
            <a:r>
              <a:rPr lang="es-ES_tradnl" noProof="0"/>
              <a:t>Plain Concepts</a:t>
            </a:r>
          </a:p>
        </p:txBody>
      </p:sp>
      <p:sp>
        <p:nvSpPr>
          <p:cNvPr id="19" name="Subtitle 2">
            <a:extLst>
              <a:ext uri="{FF2B5EF4-FFF2-40B4-BE49-F238E27FC236}">
                <a16:creationId xmlns:a16="http://schemas.microsoft.com/office/drawing/2014/main" id="{2D019BFD-A7C5-DA4B-14A3-F780920DDA7A}"/>
              </a:ext>
            </a:extLst>
          </p:cNvPr>
          <p:cNvSpPr>
            <a:spLocks noGrp="1"/>
          </p:cNvSpPr>
          <p:nvPr>
            <p:ph type="subTitle" idx="1" hasCustomPrompt="1"/>
          </p:nvPr>
        </p:nvSpPr>
        <p:spPr>
          <a:xfrm>
            <a:off x="926382" y="3801587"/>
            <a:ext cx="3538042" cy="637236"/>
          </a:xfrm>
          <a:prstGeom prst="rect">
            <a:avLst/>
          </a:prstGeom>
        </p:spPr>
        <p:txBody>
          <a:bodyPr anchor="t">
            <a:noAutofit/>
          </a:bodyPr>
          <a:lstStyle>
            <a:lvl1pPr marL="0" indent="0" algn="l">
              <a:buNone/>
              <a:defRPr sz="1800" i="0">
                <a:solidFill>
                  <a:schemeClr val="bg2"/>
                </a:solidFill>
                <a:latin typeface="Outfit Medium" pitchFamily="2"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Subtitle</a:t>
            </a:r>
          </a:p>
        </p:txBody>
      </p:sp>
      <p:sp>
        <p:nvSpPr>
          <p:cNvPr id="20" name="Marcador de texto 10">
            <a:extLst>
              <a:ext uri="{FF2B5EF4-FFF2-40B4-BE49-F238E27FC236}">
                <a16:creationId xmlns:a16="http://schemas.microsoft.com/office/drawing/2014/main" id="{074796E5-4628-8CE5-C2F7-522F8897BAC1}"/>
              </a:ext>
            </a:extLst>
          </p:cNvPr>
          <p:cNvSpPr>
            <a:spLocks noGrp="1"/>
          </p:cNvSpPr>
          <p:nvPr>
            <p:ph type="body" sz="quarter" idx="11" hasCustomPrompt="1"/>
          </p:nvPr>
        </p:nvSpPr>
        <p:spPr>
          <a:xfrm>
            <a:off x="926382" y="2381653"/>
            <a:ext cx="1481138" cy="250031"/>
          </a:xfrm>
          <a:prstGeom prst="rect">
            <a:avLst/>
          </a:prstGeom>
        </p:spPr>
        <p:txBody>
          <a:bodyPr/>
          <a:lstStyle>
            <a:lvl1pPr marL="0" indent="0">
              <a:buNone/>
              <a:defRPr sz="1500" i="0">
                <a:solidFill>
                  <a:schemeClr val="bg2"/>
                </a:solidFill>
                <a:latin typeface="Outfit Medium" pitchFamily="2" charset="0"/>
              </a:defRPr>
            </a:lvl1pPr>
          </a:lstStyle>
          <a:p>
            <a:pPr lvl="0"/>
            <a:r>
              <a:rPr lang="es-ES" err="1"/>
              <a:t>Year</a:t>
            </a:r>
            <a:endParaRPr lang="en-US"/>
          </a:p>
        </p:txBody>
      </p:sp>
      <p:sp>
        <p:nvSpPr>
          <p:cNvPr id="3" name="Rectangle 1">
            <a:extLst>
              <a:ext uri="{FF2B5EF4-FFF2-40B4-BE49-F238E27FC236}">
                <a16:creationId xmlns:a16="http://schemas.microsoft.com/office/drawing/2014/main" id="{D13A8486-C7DD-A2C1-758E-EB89C89D1AE2}"/>
              </a:ext>
            </a:extLst>
          </p:cNvPr>
          <p:cNvSpPr/>
          <p:nvPr userDrawn="1"/>
        </p:nvSpPr>
        <p:spPr>
          <a:xfrm rot="5400000">
            <a:off x="6635568" y="2957622"/>
            <a:ext cx="121024" cy="4250734"/>
          </a:xfrm>
          <a:prstGeom prst="rect">
            <a:avLst/>
          </a:prstGeom>
          <a:solidFill>
            <a:srgbClr val="2F6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ES" sz="1350"/>
          </a:p>
        </p:txBody>
      </p:sp>
    </p:spTree>
    <p:extLst>
      <p:ext uri="{BB962C8B-B14F-4D97-AF65-F5344CB8AC3E}">
        <p14:creationId xmlns:p14="http://schemas.microsoft.com/office/powerpoint/2010/main" val="3757666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5. Back cover">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E7E9FDA-6719-4823-9E8E-5CD7C6D23D45}"/>
              </a:ext>
            </a:extLst>
          </p:cNvPr>
          <p:cNvSpPr/>
          <p:nvPr/>
        </p:nvSpPr>
        <p:spPr>
          <a:xfrm>
            <a:off x="0" y="0"/>
            <a:ext cx="9144000" cy="51435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Título 10">
            <a:extLst>
              <a:ext uri="{FF2B5EF4-FFF2-40B4-BE49-F238E27FC236}">
                <a16:creationId xmlns:a16="http://schemas.microsoft.com/office/drawing/2014/main" id="{B990A593-0CD8-4F7B-909F-FD9716487696}"/>
              </a:ext>
            </a:extLst>
          </p:cNvPr>
          <p:cNvSpPr>
            <a:spLocks noGrp="1"/>
          </p:cNvSpPr>
          <p:nvPr>
            <p:ph type="title" hasCustomPrompt="1"/>
          </p:nvPr>
        </p:nvSpPr>
        <p:spPr>
          <a:xfrm>
            <a:off x="683418" y="1679316"/>
            <a:ext cx="4974432" cy="570647"/>
          </a:xfrm>
          <a:prstGeom prst="rect">
            <a:avLst/>
          </a:prstGeom>
        </p:spPr>
        <p:txBody>
          <a:bodyPr anchor="b"/>
          <a:lstStyle>
            <a:lvl1pPr>
              <a:defRPr sz="4050">
                <a:solidFill>
                  <a:schemeClr val="bg2"/>
                </a:solidFill>
              </a:defRPr>
            </a:lvl1pPr>
          </a:lstStyle>
          <a:p>
            <a:r>
              <a:rPr lang="es-ES" sz="4050" err="1"/>
              <a:t>Title</a:t>
            </a:r>
            <a:r>
              <a:rPr lang="es-ES" sz="4050"/>
              <a:t> </a:t>
            </a:r>
            <a:r>
              <a:rPr lang="es-ES" sz="4050" err="1"/>
              <a:t>Section</a:t>
            </a:r>
            <a:endParaRPr lang="en-US"/>
          </a:p>
        </p:txBody>
      </p:sp>
      <p:sp>
        <p:nvSpPr>
          <p:cNvPr id="13" name="Marcador de texto 12">
            <a:extLst>
              <a:ext uri="{FF2B5EF4-FFF2-40B4-BE49-F238E27FC236}">
                <a16:creationId xmlns:a16="http://schemas.microsoft.com/office/drawing/2014/main" id="{72B21233-B41D-426B-A0AD-18348F7B21B0}"/>
              </a:ext>
            </a:extLst>
          </p:cNvPr>
          <p:cNvSpPr>
            <a:spLocks noGrp="1"/>
          </p:cNvSpPr>
          <p:nvPr>
            <p:ph type="body" sz="quarter" idx="16" hasCustomPrompt="1"/>
          </p:nvPr>
        </p:nvSpPr>
        <p:spPr>
          <a:xfrm>
            <a:off x="711994" y="2927748"/>
            <a:ext cx="3731419" cy="1551384"/>
          </a:xfrm>
          <a:prstGeom prst="rect">
            <a:avLst/>
          </a:prstGeom>
        </p:spPr>
        <p:txBody>
          <a:bodyPr/>
          <a:lstStyle>
            <a:lvl1pPr marL="0" indent="0">
              <a:buNone/>
              <a:defRPr sz="1350">
                <a:solidFill>
                  <a:schemeClr val="bg2"/>
                </a:solidFill>
              </a:defRPr>
            </a:lvl1pPr>
          </a:lstStyle>
          <a:p>
            <a:pPr lvl="0"/>
            <a:r>
              <a:rPr lang="es-ES" sz="1350" err="1"/>
              <a:t>Lorem</a:t>
            </a:r>
            <a:r>
              <a:rPr lang="es-ES" sz="1350"/>
              <a:t> </a:t>
            </a:r>
            <a:r>
              <a:rPr lang="es-ES" sz="1350" err="1"/>
              <a:t>ipsum</a:t>
            </a:r>
            <a:r>
              <a:rPr lang="es-ES" sz="1350"/>
              <a:t> dolor </a:t>
            </a:r>
            <a:r>
              <a:rPr lang="es-ES" sz="1350" err="1"/>
              <a:t>sit</a:t>
            </a:r>
            <a:r>
              <a:rPr lang="es-ES" sz="1350"/>
              <a:t> </a:t>
            </a:r>
            <a:r>
              <a:rPr lang="es-ES" sz="1350" err="1"/>
              <a:t>amet</a:t>
            </a:r>
            <a:r>
              <a:rPr lang="es-ES" sz="1350"/>
              <a:t>, </a:t>
            </a:r>
            <a:r>
              <a:rPr lang="es-ES" sz="1350" err="1"/>
              <a:t>consectetur</a:t>
            </a:r>
            <a:r>
              <a:rPr lang="es-ES" sz="1350"/>
              <a:t> </a:t>
            </a:r>
            <a:r>
              <a:rPr lang="es-ES" sz="1350" err="1"/>
              <a:t>adipiscing</a:t>
            </a:r>
            <a:r>
              <a:rPr lang="es-ES" sz="1350"/>
              <a:t> </a:t>
            </a:r>
            <a:r>
              <a:rPr lang="es-ES" sz="1350" err="1"/>
              <a:t>elit</a:t>
            </a:r>
            <a:r>
              <a:rPr lang="es-ES" sz="1350"/>
              <a:t>, sed do </a:t>
            </a:r>
            <a:r>
              <a:rPr lang="es-ES" sz="1350" err="1"/>
              <a:t>eiusmod</a:t>
            </a:r>
            <a:r>
              <a:rPr lang="es-ES" sz="1350"/>
              <a:t> </a:t>
            </a:r>
            <a:r>
              <a:rPr lang="es-ES" sz="1350" err="1"/>
              <a:t>tempor</a:t>
            </a:r>
            <a:r>
              <a:rPr lang="es-ES" sz="1350"/>
              <a:t> </a:t>
            </a:r>
            <a:r>
              <a:rPr lang="es-ES" sz="1350" err="1"/>
              <a:t>incididunt</a:t>
            </a:r>
            <a:r>
              <a:rPr lang="es-ES" sz="1350"/>
              <a:t> ut labore et </a:t>
            </a:r>
            <a:r>
              <a:rPr lang="es-ES" sz="1350" err="1"/>
              <a:t>dolore</a:t>
            </a:r>
            <a:r>
              <a:rPr lang="es-ES" sz="1350"/>
              <a:t> magna </a:t>
            </a:r>
            <a:r>
              <a:rPr lang="es-ES" sz="1350" err="1"/>
              <a:t>aliqua</a:t>
            </a:r>
            <a:r>
              <a:rPr lang="es-ES" sz="1350"/>
              <a:t>. Ut </a:t>
            </a:r>
            <a:r>
              <a:rPr lang="es-ES" sz="1350" err="1"/>
              <a:t>enim</a:t>
            </a:r>
            <a:r>
              <a:rPr lang="es-ES" sz="1350"/>
              <a:t> ad </a:t>
            </a:r>
            <a:r>
              <a:rPr lang="es-ES" sz="1350" err="1"/>
              <a:t>minim</a:t>
            </a:r>
            <a:r>
              <a:rPr lang="es-ES" sz="1350"/>
              <a:t> </a:t>
            </a:r>
            <a:r>
              <a:rPr lang="es-ES" sz="1350" err="1"/>
              <a:t>veniam</a:t>
            </a:r>
            <a:r>
              <a:rPr lang="es-ES" sz="1350"/>
              <a:t>, quis </a:t>
            </a:r>
            <a:r>
              <a:rPr lang="es-ES" sz="1350" err="1"/>
              <a:t>nostrud</a:t>
            </a:r>
            <a:r>
              <a:rPr lang="es-ES" sz="1350"/>
              <a:t> </a:t>
            </a:r>
            <a:r>
              <a:rPr lang="es-ES" sz="1350" err="1"/>
              <a:t>exercitation</a:t>
            </a:r>
            <a:r>
              <a:rPr lang="es-ES" sz="1350"/>
              <a:t> </a:t>
            </a:r>
            <a:r>
              <a:rPr lang="es-ES" sz="1350" err="1"/>
              <a:t>ullamco</a:t>
            </a:r>
            <a:r>
              <a:rPr lang="es-ES" sz="1350"/>
              <a:t> </a:t>
            </a:r>
            <a:r>
              <a:rPr lang="es-ES" sz="1350" err="1"/>
              <a:t>laboris</a:t>
            </a:r>
            <a:r>
              <a:rPr lang="es-ES" sz="1350"/>
              <a:t> </a:t>
            </a:r>
            <a:r>
              <a:rPr lang="es-ES" sz="1350" err="1"/>
              <a:t>nisi</a:t>
            </a:r>
            <a:r>
              <a:rPr lang="es-ES" sz="1350"/>
              <a:t> ut </a:t>
            </a:r>
            <a:r>
              <a:rPr lang="es-ES" sz="1350" err="1"/>
              <a:t>aliquip</a:t>
            </a:r>
            <a:r>
              <a:rPr lang="es-ES" sz="1350"/>
              <a:t> ex </a:t>
            </a:r>
            <a:r>
              <a:rPr lang="es-ES" sz="1350" err="1"/>
              <a:t>ea</a:t>
            </a:r>
            <a:r>
              <a:rPr lang="es-ES" sz="1350"/>
              <a:t> commodo </a:t>
            </a:r>
            <a:r>
              <a:rPr lang="es-ES" sz="1350" err="1"/>
              <a:t>consequat</a:t>
            </a:r>
            <a:r>
              <a:rPr lang="es-ES" sz="1350"/>
              <a:t>.</a:t>
            </a:r>
            <a:endParaRPr lang="en-US"/>
          </a:p>
        </p:txBody>
      </p:sp>
      <p:sp>
        <p:nvSpPr>
          <p:cNvPr id="5" name="Rectángulo 4">
            <a:extLst>
              <a:ext uri="{FF2B5EF4-FFF2-40B4-BE49-F238E27FC236}">
                <a16:creationId xmlns:a16="http://schemas.microsoft.com/office/drawing/2014/main" id="{B63E2369-9E35-1467-9B7F-E7A4599AE241}"/>
              </a:ext>
            </a:extLst>
          </p:cNvPr>
          <p:cNvSpPr/>
          <p:nvPr/>
        </p:nvSpPr>
        <p:spPr>
          <a:xfrm>
            <a:off x="0" y="0"/>
            <a:ext cx="9144000" cy="51435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259156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 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37EB2EB-0E41-4260-B6D6-490A1B969142}"/>
              </a:ext>
            </a:extLst>
          </p:cNvPr>
          <p:cNvSpPr>
            <a:spLocks noGrp="1"/>
          </p:cNvSpPr>
          <p:nvPr>
            <p:ph sz="quarter" idx="10"/>
          </p:nvPr>
        </p:nvSpPr>
        <p:spPr>
          <a:xfrm>
            <a:off x="575074" y="1085295"/>
            <a:ext cx="7904558" cy="3364719"/>
          </a:xfrm>
          <a:prstGeom prst="rect">
            <a:avLst/>
          </a:prstGeom>
        </p:spPr>
        <p:txBody>
          <a:bodyPr/>
          <a:lstStyle>
            <a:lvl1pPr>
              <a:buClr>
                <a:srgbClr val="326FFF"/>
              </a:buClr>
              <a:defRPr sz="1500">
                <a:latin typeface="Outfit Medium" charset="0"/>
              </a:defRPr>
            </a:lvl1pPr>
            <a:lvl2pPr>
              <a:buClr>
                <a:srgbClr val="326FFF"/>
              </a:buClr>
              <a:defRPr sz="1350">
                <a:latin typeface="Outfit Medium" charset="0"/>
              </a:defRPr>
            </a:lvl2pPr>
            <a:lvl3pPr>
              <a:buClr>
                <a:srgbClr val="326FFF"/>
              </a:buClr>
              <a:defRPr sz="1200">
                <a:latin typeface="Outfit Medium" charset="0"/>
              </a:defRPr>
            </a:lvl3pPr>
            <a:lvl4pPr>
              <a:buClr>
                <a:srgbClr val="326FFF"/>
              </a:buClr>
              <a:defRPr sz="1050">
                <a:latin typeface="Outfit Medium" charset="0"/>
              </a:defRPr>
            </a:lvl4pPr>
            <a:lvl5pPr>
              <a:buClr>
                <a:srgbClr val="326FFF"/>
              </a:buClr>
              <a:defRPr sz="1050">
                <a:latin typeface="Outfit Medium"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grpSp>
        <p:nvGrpSpPr>
          <p:cNvPr id="2" name="Grupo 1">
            <a:extLst>
              <a:ext uri="{FF2B5EF4-FFF2-40B4-BE49-F238E27FC236}">
                <a16:creationId xmlns:a16="http://schemas.microsoft.com/office/drawing/2014/main" id="{3C604589-5B35-0FC1-16D1-609C1EA269C7}"/>
              </a:ext>
            </a:extLst>
          </p:cNvPr>
          <p:cNvGrpSpPr/>
          <p:nvPr userDrawn="1"/>
        </p:nvGrpSpPr>
        <p:grpSpPr>
          <a:xfrm>
            <a:off x="8269941" y="316005"/>
            <a:ext cx="514591" cy="201345"/>
            <a:chOff x="5483301" y="3891121"/>
            <a:chExt cx="652698" cy="255382"/>
          </a:xfrm>
        </p:grpSpPr>
        <p:pic>
          <p:nvPicPr>
            <p:cNvPr id="6" name="Imagen 5">
              <a:extLst>
                <a:ext uri="{FF2B5EF4-FFF2-40B4-BE49-F238E27FC236}">
                  <a16:creationId xmlns:a16="http://schemas.microsoft.com/office/drawing/2014/main" id="{6BC5FE52-BB5D-4FBC-8117-E34EBEB247D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483301" y="3891121"/>
              <a:ext cx="638455" cy="255382"/>
            </a:xfrm>
            <a:prstGeom prst="rect">
              <a:avLst/>
            </a:prstGeom>
          </p:spPr>
        </p:pic>
        <p:pic>
          <p:nvPicPr>
            <p:cNvPr id="7" name="Imagen 6">
              <a:extLst>
                <a:ext uri="{FF2B5EF4-FFF2-40B4-BE49-F238E27FC236}">
                  <a16:creationId xmlns:a16="http://schemas.microsoft.com/office/drawing/2014/main" id="{27CA945A-A69C-89C1-D0EC-9E214476115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6053392" y="3924300"/>
              <a:ext cx="82607" cy="82607"/>
            </a:xfrm>
            <a:prstGeom prst="rect">
              <a:avLst/>
            </a:prstGeom>
          </p:spPr>
        </p:pic>
      </p:grpSp>
      <p:sp>
        <p:nvSpPr>
          <p:cNvPr id="5" name="Subtitle 2">
            <a:extLst>
              <a:ext uri="{FF2B5EF4-FFF2-40B4-BE49-F238E27FC236}">
                <a16:creationId xmlns:a16="http://schemas.microsoft.com/office/drawing/2014/main" id="{D86799A5-46EF-4EB5-BE79-E55CAB43DC26}"/>
              </a:ext>
            </a:extLst>
          </p:cNvPr>
          <p:cNvSpPr>
            <a:spLocks noGrp="1"/>
          </p:cNvSpPr>
          <p:nvPr>
            <p:ph type="subTitle" idx="1" hasCustomPrompt="1"/>
          </p:nvPr>
        </p:nvSpPr>
        <p:spPr>
          <a:xfrm>
            <a:off x="217885" y="452339"/>
            <a:ext cx="4354115" cy="327422"/>
          </a:xfrm>
          <a:prstGeom prst="rect">
            <a:avLst/>
          </a:prstGeom>
        </p:spPr>
        <p:txBody>
          <a:bodyPr anchor="ctr">
            <a:noAutofit/>
          </a:bodyPr>
          <a:lstStyle>
            <a:lvl1pPr marL="0" indent="0" algn="l">
              <a:buNone/>
              <a:defRPr sz="1500" spc="0">
                <a:solidFill>
                  <a:schemeClr val="tx1"/>
                </a:solidFill>
                <a:latin typeface="Outfit SemiBold" charset="0"/>
                <a:ea typeface="Open Sans Light" panose="020B0306030504020204" pitchFamily="34" charset="0"/>
                <a:cs typeface="Open Sans Light" panose="020B0306030504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Title</a:t>
            </a:r>
            <a:endParaRPr lang="en-MY"/>
          </a:p>
        </p:txBody>
      </p:sp>
    </p:spTree>
    <p:extLst>
      <p:ext uri="{BB962C8B-B14F-4D97-AF65-F5344CB8AC3E}">
        <p14:creationId xmlns:p14="http://schemas.microsoft.com/office/powerpoint/2010/main" val="1894331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37EB2EB-0E41-4260-B6D6-490A1B969142}"/>
              </a:ext>
            </a:extLst>
          </p:cNvPr>
          <p:cNvSpPr>
            <a:spLocks noGrp="1"/>
          </p:cNvSpPr>
          <p:nvPr>
            <p:ph sz="quarter" idx="10"/>
          </p:nvPr>
        </p:nvSpPr>
        <p:spPr>
          <a:xfrm>
            <a:off x="575074" y="1085295"/>
            <a:ext cx="7904558" cy="3364719"/>
          </a:xfrm>
          <a:prstGeom prst="rect">
            <a:avLst/>
          </a:prstGeom>
        </p:spPr>
        <p:txBody>
          <a:bodyPr/>
          <a:lstStyle>
            <a:lvl1pPr>
              <a:buClr>
                <a:srgbClr val="326FFF"/>
              </a:buClr>
              <a:defRPr sz="1500">
                <a:latin typeface="Outfit Medium" charset="0"/>
              </a:defRPr>
            </a:lvl1pPr>
            <a:lvl2pPr>
              <a:buClr>
                <a:srgbClr val="326FFF"/>
              </a:buClr>
              <a:defRPr sz="1350">
                <a:latin typeface="Outfit Medium" charset="0"/>
              </a:defRPr>
            </a:lvl2pPr>
            <a:lvl3pPr>
              <a:buClr>
                <a:srgbClr val="326FFF"/>
              </a:buClr>
              <a:defRPr sz="1200">
                <a:latin typeface="Outfit Medium" charset="0"/>
              </a:defRPr>
            </a:lvl3pPr>
            <a:lvl4pPr>
              <a:buClr>
                <a:srgbClr val="326FFF"/>
              </a:buClr>
              <a:defRPr sz="1050">
                <a:latin typeface="Outfit Medium" charset="0"/>
              </a:defRPr>
            </a:lvl4pPr>
            <a:lvl5pPr>
              <a:buClr>
                <a:srgbClr val="326FFF"/>
              </a:buClr>
              <a:defRPr sz="1050">
                <a:latin typeface="Outfit Medium" charset="0"/>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grpSp>
        <p:nvGrpSpPr>
          <p:cNvPr id="2" name="Grupo 1">
            <a:extLst>
              <a:ext uri="{FF2B5EF4-FFF2-40B4-BE49-F238E27FC236}">
                <a16:creationId xmlns:a16="http://schemas.microsoft.com/office/drawing/2014/main" id="{3C604589-5B35-0FC1-16D1-609C1EA269C7}"/>
              </a:ext>
            </a:extLst>
          </p:cNvPr>
          <p:cNvGrpSpPr/>
          <p:nvPr userDrawn="1"/>
        </p:nvGrpSpPr>
        <p:grpSpPr>
          <a:xfrm>
            <a:off x="8269941" y="316005"/>
            <a:ext cx="514591" cy="201345"/>
            <a:chOff x="5483301" y="3891121"/>
            <a:chExt cx="652698" cy="255382"/>
          </a:xfrm>
        </p:grpSpPr>
        <p:pic>
          <p:nvPicPr>
            <p:cNvPr id="6" name="Imagen 5">
              <a:extLst>
                <a:ext uri="{FF2B5EF4-FFF2-40B4-BE49-F238E27FC236}">
                  <a16:creationId xmlns:a16="http://schemas.microsoft.com/office/drawing/2014/main" id="{6BC5FE52-BB5D-4FBC-8117-E34EBEB247D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483301" y="3891121"/>
              <a:ext cx="638455" cy="255382"/>
            </a:xfrm>
            <a:prstGeom prst="rect">
              <a:avLst/>
            </a:prstGeom>
          </p:spPr>
        </p:pic>
        <p:pic>
          <p:nvPicPr>
            <p:cNvPr id="7" name="Imagen 6">
              <a:extLst>
                <a:ext uri="{FF2B5EF4-FFF2-40B4-BE49-F238E27FC236}">
                  <a16:creationId xmlns:a16="http://schemas.microsoft.com/office/drawing/2014/main" id="{27CA945A-A69C-89C1-D0EC-9E214476115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6053392" y="3924300"/>
              <a:ext cx="82607" cy="82607"/>
            </a:xfrm>
            <a:prstGeom prst="rect">
              <a:avLst/>
            </a:prstGeom>
          </p:spPr>
        </p:pic>
      </p:grpSp>
      <p:sp>
        <p:nvSpPr>
          <p:cNvPr id="5" name="Subtitle 2">
            <a:extLst>
              <a:ext uri="{FF2B5EF4-FFF2-40B4-BE49-F238E27FC236}">
                <a16:creationId xmlns:a16="http://schemas.microsoft.com/office/drawing/2014/main" id="{D86799A5-46EF-4EB5-BE79-E55CAB43DC26}"/>
              </a:ext>
            </a:extLst>
          </p:cNvPr>
          <p:cNvSpPr>
            <a:spLocks noGrp="1"/>
          </p:cNvSpPr>
          <p:nvPr>
            <p:ph type="subTitle" idx="1" hasCustomPrompt="1"/>
          </p:nvPr>
        </p:nvSpPr>
        <p:spPr>
          <a:xfrm>
            <a:off x="217885" y="452339"/>
            <a:ext cx="4354115" cy="327422"/>
          </a:xfrm>
          <a:prstGeom prst="rect">
            <a:avLst/>
          </a:prstGeom>
        </p:spPr>
        <p:txBody>
          <a:bodyPr anchor="ctr">
            <a:noAutofit/>
          </a:bodyPr>
          <a:lstStyle>
            <a:lvl1pPr marL="0" indent="0" algn="l">
              <a:buNone/>
              <a:defRPr sz="1500" spc="0">
                <a:solidFill>
                  <a:schemeClr val="tx1"/>
                </a:solidFill>
                <a:latin typeface="Outfit SemiBold" charset="0"/>
                <a:ea typeface="Open Sans Light" panose="020B0306030504020204" pitchFamily="34" charset="0"/>
                <a:cs typeface="Open Sans Light" panose="020B030603050402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Title</a:t>
            </a:r>
            <a:endParaRPr lang="en-MY"/>
          </a:p>
        </p:txBody>
      </p:sp>
    </p:spTree>
    <p:extLst>
      <p:ext uri="{BB962C8B-B14F-4D97-AF65-F5344CB8AC3E}">
        <p14:creationId xmlns:p14="http://schemas.microsoft.com/office/powerpoint/2010/main" val="84305836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Outfit"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Outfit"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Outfit"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Outfit"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Outfit"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Outfit"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Outfit"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Outfit"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Outfit"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xml"/><Relationship Id="rId1" Type="http://schemas.openxmlformats.org/officeDocument/2006/relationships/tags" Target="../tags/tag2.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12.png"/><Relationship Id="rId4" Type="http://schemas.openxmlformats.org/officeDocument/2006/relationships/image" Target="../media/image23.png"/><Relationship Id="rId9" Type="http://schemas.openxmlformats.org/officeDocument/2006/relationships/image" Target="../media/image8.png"/></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8.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18.png"/><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3.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2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magen que contiene animal, oscuro, pez, luz  El contenido generado por IA puede ser incorrecto.">
            <a:extLst>
              <a:ext uri="{FF2B5EF4-FFF2-40B4-BE49-F238E27FC236}">
                <a16:creationId xmlns:a16="http://schemas.microsoft.com/office/drawing/2014/main" id="{251A630D-79A9-BB36-A8E1-40D1342B319D}"/>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flipH="1">
            <a:off x="1" y="66221"/>
            <a:ext cx="9144002" cy="5143501"/>
          </a:xfrm>
          <a:prstGeom prst="rect">
            <a:avLst/>
          </a:prstGeom>
        </p:spPr>
      </p:pic>
      <p:sp>
        <p:nvSpPr>
          <p:cNvPr id="3" name="Marcador de texto 2">
            <a:extLst>
              <a:ext uri="{FF2B5EF4-FFF2-40B4-BE49-F238E27FC236}">
                <a16:creationId xmlns:a16="http://schemas.microsoft.com/office/drawing/2014/main" id="{29F15993-9B97-8987-7484-AA3610451187}"/>
              </a:ext>
            </a:extLst>
          </p:cNvPr>
          <p:cNvSpPr>
            <a:spLocks noGrp="1"/>
          </p:cNvSpPr>
          <p:nvPr>
            <p:ph type="body" sz="quarter" idx="11"/>
          </p:nvPr>
        </p:nvSpPr>
        <p:spPr>
          <a:xfrm>
            <a:off x="1080643" y="2154680"/>
            <a:ext cx="1481138" cy="250031"/>
          </a:xfrm>
        </p:spPr>
        <p:txBody>
          <a:bodyPr lIns="0" tIns="34290" rIns="68580" bIns="34290" anchor="t"/>
          <a:lstStyle/>
          <a:p>
            <a:r>
              <a:rPr lang="en-US" sz="1350" dirty="0">
                <a:latin typeface="Outfit" pitchFamily="2" charset="77"/>
                <a:sym typeface="Outfit Medium"/>
              </a:rPr>
              <a:t>[Date]</a:t>
            </a:r>
            <a:endParaRPr lang="en-US" sz="1350" dirty="0">
              <a:latin typeface="Outfit" pitchFamily="2" charset="77"/>
            </a:endParaRPr>
          </a:p>
        </p:txBody>
      </p:sp>
      <p:pic>
        <p:nvPicPr>
          <p:cNvPr id="10" name="Picture 13" descr="Graphical user interface, text, application  Description automatically generated">
            <a:extLst>
              <a:ext uri="{FF2B5EF4-FFF2-40B4-BE49-F238E27FC236}">
                <a16:creationId xmlns:a16="http://schemas.microsoft.com/office/drawing/2014/main" id="{82EC1BCC-E78F-1AC2-9CFC-FB54A752870C}"/>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r="61325"/>
          <a:stretch/>
        </p:blipFill>
        <p:spPr>
          <a:xfrm>
            <a:off x="6272802" y="384717"/>
            <a:ext cx="1118322" cy="585163"/>
          </a:xfrm>
          <a:prstGeom prst="rect">
            <a:avLst/>
          </a:prstGeom>
        </p:spPr>
      </p:pic>
      <p:sp>
        <p:nvSpPr>
          <p:cNvPr id="11" name="Rectangle 1">
            <a:extLst>
              <a:ext uri="{FF2B5EF4-FFF2-40B4-BE49-F238E27FC236}">
                <a16:creationId xmlns:a16="http://schemas.microsoft.com/office/drawing/2014/main" id="{C0552C36-1429-3250-9F89-AFADB319095E}"/>
              </a:ext>
            </a:extLst>
          </p:cNvPr>
          <p:cNvSpPr/>
          <p:nvPr/>
        </p:nvSpPr>
        <p:spPr>
          <a:xfrm flipH="1">
            <a:off x="653512" y="2419347"/>
            <a:ext cx="34289" cy="1878944"/>
          </a:xfrm>
          <a:prstGeom prst="rect">
            <a:avLst/>
          </a:prstGeom>
          <a:solidFill>
            <a:srgbClr val="2F6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ES" sz="1350">
              <a:solidFill>
                <a:srgbClr val="DBE2E9"/>
              </a:solidFill>
              <a:latin typeface="Outfit"/>
            </a:endParaRPr>
          </a:p>
        </p:txBody>
      </p:sp>
      <p:sp>
        <p:nvSpPr>
          <p:cNvPr id="14" name="Título 1">
            <a:extLst>
              <a:ext uri="{FF2B5EF4-FFF2-40B4-BE49-F238E27FC236}">
                <a16:creationId xmlns:a16="http://schemas.microsoft.com/office/drawing/2014/main" id="{4BFBD5A7-3F75-0646-0D76-126671C820D7}"/>
              </a:ext>
            </a:extLst>
          </p:cNvPr>
          <p:cNvSpPr txBox="1">
            <a:spLocks/>
          </p:cNvSpPr>
          <p:nvPr/>
        </p:nvSpPr>
        <p:spPr>
          <a:xfrm>
            <a:off x="7667779" y="546577"/>
            <a:ext cx="890963" cy="249299"/>
          </a:xfrm>
          <a:prstGeom prst="rect">
            <a:avLst/>
          </a:prstGeom>
        </p:spPr>
        <p:txBody>
          <a:bodyPr vert="horz" wrap="square" lIns="0" tIns="0" rIns="0" bIns="0" rtlCol="0" anchor="b">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685800">
              <a:defRPr/>
            </a:pPr>
            <a:r>
              <a:rPr lang="en-US" sz="900">
                <a:solidFill>
                  <a:srgbClr val="FFFFFF"/>
                </a:solidFill>
                <a:latin typeface="Outfit" pitchFamily="2" charset="77"/>
                <a:ea typeface="Open Sans" panose="020B0606030504020204" pitchFamily="34" charset="0"/>
                <a:cs typeface="Open Sans" panose="020B0606030504020204" pitchFamily="34" charset="0"/>
              </a:rPr>
              <a:t>From Thought to value</a:t>
            </a:r>
            <a:endParaRPr lang="en-US" sz="600">
              <a:solidFill>
                <a:srgbClr val="FFFFFF"/>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Rectangle 1">
            <a:extLst>
              <a:ext uri="{FF2B5EF4-FFF2-40B4-BE49-F238E27FC236}">
                <a16:creationId xmlns:a16="http://schemas.microsoft.com/office/drawing/2014/main" id="{1002A742-8EB1-13AF-F749-061EA557830E}"/>
              </a:ext>
            </a:extLst>
          </p:cNvPr>
          <p:cNvSpPr/>
          <p:nvPr/>
        </p:nvSpPr>
        <p:spPr>
          <a:xfrm>
            <a:off x="7436084" y="442700"/>
            <a:ext cx="34289" cy="469197"/>
          </a:xfrm>
          <a:prstGeom prst="rect">
            <a:avLst/>
          </a:prstGeom>
          <a:solidFill>
            <a:srgbClr val="2F6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ES" sz="1350">
              <a:solidFill>
                <a:srgbClr val="DBE2E9"/>
              </a:solidFill>
              <a:latin typeface="Outfit"/>
            </a:endParaRPr>
          </a:p>
        </p:txBody>
      </p:sp>
      <p:sp>
        <p:nvSpPr>
          <p:cNvPr id="4" name="Text 7">
            <a:extLst>
              <a:ext uri="{FF2B5EF4-FFF2-40B4-BE49-F238E27FC236}">
                <a16:creationId xmlns:a16="http://schemas.microsoft.com/office/drawing/2014/main" id="{0B3453F7-1E3E-8229-95C8-8C8C8CF9D207}"/>
              </a:ext>
            </a:extLst>
          </p:cNvPr>
          <p:cNvSpPr/>
          <p:nvPr/>
        </p:nvSpPr>
        <p:spPr>
          <a:xfrm>
            <a:off x="822960" y="2926080"/>
            <a:ext cx="6400800" cy="457200"/>
          </a:xfrm>
          <a:prstGeom prst="rect">
            <a:avLst/>
          </a:prstGeom>
          <a:noFill/>
          <a:ln/>
        </p:spPr>
        <p:txBody>
          <a:bodyPr wrap="square" lIns="0" tIns="0" rIns="0" bIns="0" rtlCol="0" anchor="ctr"/>
          <a:lstStyle/>
          <a:p>
            <a:pPr marL="0" indent="0">
              <a:buNone/>
            </a:pPr>
            <a:endParaRPr lang="en-US" sz="1800"/>
          </a:p>
        </p:txBody>
      </p:sp>
      <p:sp>
        <p:nvSpPr>
          <p:cNvPr id="12" name="Subtitle 11">
            <a:extLst>
              <a:ext uri="{FF2B5EF4-FFF2-40B4-BE49-F238E27FC236}">
                <a16:creationId xmlns:a16="http://schemas.microsoft.com/office/drawing/2014/main" id="{DCA6A150-CEDF-1654-6FC2-F143DE24D109}"/>
              </a:ext>
            </a:extLst>
          </p:cNvPr>
          <p:cNvSpPr>
            <a:spLocks noGrp="1"/>
          </p:cNvSpPr>
          <p:nvPr>
            <p:ph type="subTitle" idx="1"/>
          </p:nvPr>
        </p:nvSpPr>
        <p:spPr/>
        <p:txBody>
          <a:bodyPr lIns="91440" tIns="45720" rIns="91440" bIns="45720" anchor="t">
            <a:noAutofit/>
          </a:bodyPr>
          <a:lstStyle/>
          <a:p>
            <a:r>
              <a:rPr lang="en-ES">
                <a:latin typeface="Outfit Medium"/>
              </a:rPr>
              <a:t>[Cliente]</a:t>
            </a:r>
            <a:endParaRPr lang="en-ES"/>
          </a:p>
        </p:txBody>
      </p:sp>
      <p:sp>
        <p:nvSpPr>
          <p:cNvPr id="13" name="Text 6">
            <a:extLst>
              <a:ext uri="{FF2B5EF4-FFF2-40B4-BE49-F238E27FC236}">
                <a16:creationId xmlns:a16="http://schemas.microsoft.com/office/drawing/2014/main" id="{A5041233-F75D-6EA1-6BBE-FB1FF36A2D7E}"/>
              </a:ext>
            </a:extLst>
          </p:cNvPr>
          <p:cNvSpPr/>
          <p:nvPr/>
        </p:nvSpPr>
        <p:spPr>
          <a:xfrm>
            <a:off x="868682" y="2491003"/>
            <a:ext cx="7315200" cy="1371600"/>
          </a:xfrm>
          <a:prstGeom prst="rect">
            <a:avLst/>
          </a:prstGeom>
          <a:noFill/>
          <a:ln/>
        </p:spPr>
        <p:txBody>
          <a:bodyPr wrap="square" lIns="0" tIns="0" rIns="0" bIns="0" rtlCol="0" anchor="ctr"/>
          <a:lstStyle/>
          <a:p>
            <a:r>
              <a:rPr lang="en-US" sz="3800" b="1" dirty="0">
                <a:solidFill>
                  <a:srgbClr val="FFFFFF"/>
                </a:solidFill>
                <a:latin typeface="Outfit"/>
                <a:ea typeface="Open Sans"/>
                <a:cs typeface="Open Sans"/>
              </a:rPr>
              <a:t>[Presentation Title] (25)</a:t>
            </a:r>
            <a:endParaRPr lang="en-US" dirty="0"/>
          </a:p>
        </p:txBody>
      </p:sp>
    </p:spTree>
    <p:custDataLst>
      <p:tags r:id="rId1"/>
    </p:custDataLst>
    <p:extLst>
      <p:ext uri="{BB962C8B-B14F-4D97-AF65-F5344CB8AC3E}">
        <p14:creationId xmlns:p14="http://schemas.microsoft.com/office/powerpoint/2010/main" val="1018329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Shape 1"/>
          <p:cNvSpPr/>
          <p:nvPr/>
        </p:nvSpPr>
        <p:spPr>
          <a:xfrm>
            <a:off x="457200" y="411480"/>
            <a:ext cx="320040" cy="36576"/>
          </a:xfrm>
          <a:prstGeom prst="rect">
            <a:avLst/>
          </a:prstGeom>
          <a:solidFill>
            <a:srgbClr val="3D5AFE"/>
          </a:solidFill>
          <a:ln w="12700">
            <a:solidFill>
              <a:srgbClr val="3D5AFE"/>
            </a:solidFill>
            <a:prstDash val="solid"/>
          </a:ln>
        </p:spPr>
        <p:txBody>
          <a:bodyPr/>
          <a:lstStyle/>
          <a:p>
            <a:endParaRPr lang="en-ES"/>
          </a:p>
        </p:txBody>
      </p:sp>
      <p:sp>
        <p:nvSpPr>
          <p:cNvPr id="4" name="Text 2"/>
          <p:cNvSpPr/>
          <p:nvPr/>
        </p:nvSpPr>
        <p:spPr>
          <a:xfrm>
            <a:off x="457200" y="502920"/>
            <a:ext cx="5486400" cy="256032"/>
          </a:xfrm>
          <a:prstGeom prst="rect">
            <a:avLst/>
          </a:prstGeom>
          <a:noFill/>
          <a:ln/>
        </p:spPr>
        <p:txBody>
          <a:bodyPr wrap="square" lIns="0" tIns="0" rIns="0" bIns="0" rtlCol="0" anchor="t"/>
          <a:lstStyle/>
          <a:p>
            <a:pPr marL="0" indent="0">
              <a:buNone/>
            </a:pPr>
            <a:r>
              <a:rPr lang="en-US" sz="1000" b="1" kern="0" spc="400">
                <a:solidFill>
                  <a:srgbClr val="3D5AFE"/>
                </a:solidFill>
                <a:latin typeface="Open Sans" pitchFamily="34" charset="0"/>
                <a:ea typeface="Open Sans" pitchFamily="34" charset="-122"/>
                <a:cs typeface="Open Sans" pitchFamily="34" charset="-120"/>
              </a:rPr>
              <a:t>AGENDA</a:t>
            </a:r>
            <a:endParaRPr lang="en-US" sz="1000"/>
          </a:p>
        </p:txBody>
      </p:sp>
      <p:sp>
        <p:nvSpPr>
          <p:cNvPr id="5" name="Text 3"/>
          <p:cNvSpPr/>
          <p:nvPr/>
        </p:nvSpPr>
        <p:spPr>
          <a:xfrm>
            <a:off x="457200" y="868680"/>
            <a:ext cx="8229600" cy="640080"/>
          </a:xfrm>
          <a:prstGeom prst="rect">
            <a:avLst/>
          </a:prstGeom>
          <a:noFill/>
          <a:ln/>
        </p:spPr>
        <p:txBody>
          <a:bodyPr wrap="square" lIns="0" tIns="0" rIns="0" bIns="0" rtlCol="0" anchor="t"/>
          <a:lstStyle/>
          <a:p>
            <a:pPr marL="0" indent="0">
              <a:buNone/>
            </a:pPr>
            <a:r>
              <a:rPr lang="en-US" sz="2800" b="1">
                <a:solidFill>
                  <a:srgbClr val="1A1A2E"/>
                </a:solidFill>
                <a:latin typeface="Outfit" pitchFamily="34" charset="0"/>
                <a:ea typeface="Open Sans" pitchFamily="34" charset="-122"/>
                <a:cs typeface="Open Sans" pitchFamily="34" charset="-120"/>
              </a:rPr>
              <a:t>Table of Contents</a:t>
            </a:r>
            <a:endParaRPr lang="en-US" sz="2800"/>
          </a:p>
        </p:txBody>
      </p:sp>
      <p:sp>
        <p:nvSpPr>
          <p:cNvPr id="6" name="Shape 4"/>
          <p:cNvSpPr/>
          <p:nvPr/>
        </p:nvSpPr>
        <p:spPr>
          <a:xfrm>
            <a:off x="457200" y="1691640"/>
            <a:ext cx="8229600" cy="402336"/>
          </a:xfrm>
          <a:prstGeom prst="rect">
            <a:avLst/>
          </a:prstGeom>
          <a:solidFill>
            <a:srgbClr val="F2F3F7"/>
          </a:solidFill>
          <a:ln w="12700">
            <a:solidFill>
              <a:srgbClr val="F2F3F7"/>
            </a:solidFill>
            <a:prstDash val="solid"/>
          </a:ln>
        </p:spPr>
        <p:txBody>
          <a:bodyPr/>
          <a:lstStyle/>
          <a:p>
            <a:endParaRPr lang="en-ES"/>
          </a:p>
        </p:txBody>
      </p:sp>
      <p:sp>
        <p:nvSpPr>
          <p:cNvPr id="7" name="Text 5"/>
          <p:cNvSpPr/>
          <p:nvPr/>
        </p:nvSpPr>
        <p:spPr>
          <a:xfrm>
            <a:off x="685800" y="1691640"/>
            <a:ext cx="640080" cy="402336"/>
          </a:xfrm>
          <a:prstGeom prst="rect">
            <a:avLst/>
          </a:prstGeom>
          <a:noFill/>
          <a:ln/>
        </p:spPr>
        <p:txBody>
          <a:bodyPr wrap="square" lIns="0" tIns="0" rIns="0" bIns="0" rtlCol="0" anchor="ctr"/>
          <a:lstStyle/>
          <a:p>
            <a:pPr marL="0" indent="0">
              <a:buNone/>
            </a:pPr>
            <a:r>
              <a:rPr lang="en-US" sz="1800" b="1">
                <a:solidFill>
                  <a:srgbClr val="3D5AFE"/>
                </a:solidFill>
                <a:latin typeface="Outfit" pitchFamily="34" charset="0"/>
                <a:ea typeface="Open Sans" pitchFamily="34" charset="-122"/>
                <a:cs typeface="Open Sans" pitchFamily="34" charset="-120"/>
              </a:rPr>
              <a:t>01</a:t>
            </a:r>
            <a:endParaRPr lang="en-US" sz="1800"/>
          </a:p>
        </p:txBody>
      </p:sp>
      <p:sp>
        <p:nvSpPr>
          <p:cNvPr id="8" name="Text 6"/>
          <p:cNvSpPr/>
          <p:nvPr/>
        </p:nvSpPr>
        <p:spPr>
          <a:xfrm>
            <a:off x="1417320" y="1691640"/>
            <a:ext cx="3200400" cy="402336"/>
          </a:xfrm>
          <a:prstGeom prst="rect">
            <a:avLst/>
          </a:prstGeom>
          <a:noFill/>
          <a:ln/>
        </p:spPr>
        <p:txBody>
          <a:bodyPr wrap="square" lIns="0" tIns="0" rIns="0" bIns="0" rtlCol="0" anchor="ctr"/>
          <a:lstStyle/>
          <a:p>
            <a:pPr marL="0" indent="0">
              <a:buNone/>
            </a:pPr>
            <a:r>
              <a:rPr lang="en-US" sz="1300" b="1">
                <a:solidFill>
                  <a:srgbClr val="1A1A2E"/>
                </a:solidFill>
                <a:latin typeface="Open Sans" pitchFamily="34" charset="0"/>
                <a:ea typeface="Open Sans" pitchFamily="34" charset="-122"/>
                <a:cs typeface="Open Sans" pitchFamily="34" charset="-120"/>
              </a:rPr>
              <a:t>¿Qué necesitas?</a:t>
            </a:r>
            <a:endParaRPr lang="en-US" sz="1300"/>
          </a:p>
        </p:txBody>
      </p:sp>
      <p:sp>
        <p:nvSpPr>
          <p:cNvPr id="9" name="Text 7"/>
          <p:cNvSpPr/>
          <p:nvPr/>
        </p:nvSpPr>
        <p:spPr>
          <a:xfrm>
            <a:off x="4754880" y="1691640"/>
            <a:ext cx="3840480" cy="402336"/>
          </a:xfrm>
          <a:prstGeom prst="rect">
            <a:avLst/>
          </a:prstGeom>
          <a:noFill/>
          <a:ln/>
        </p:spPr>
        <p:txBody>
          <a:bodyPr wrap="square" lIns="0" tIns="0" rIns="0" bIns="0" rtlCol="0" anchor="ctr"/>
          <a:lstStyle/>
          <a:p>
            <a:pPr marL="0" indent="0">
              <a:buNone/>
            </a:pPr>
            <a:r>
              <a:rPr lang="en-US" sz="1100">
                <a:solidFill>
                  <a:srgbClr val="6B7280"/>
                </a:solidFill>
                <a:latin typeface="Open Sans" pitchFamily="34" charset="0"/>
                <a:ea typeface="Open Sans" pitchFamily="34" charset="-122"/>
                <a:cs typeface="Open Sans" pitchFamily="34" charset="-120"/>
              </a:rPr>
              <a:t>Contexto y resumen de la propuesta</a:t>
            </a:r>
            <a:endParaRPr lang="en-US" sz="1100"/>
          </a:p>
        </p:txBody>
      </p:sp>
      <p:sp>
        <p:nvSpPr>
          <p:cNvPr id="10" name="Shape 8"/>
          <p:cNvSpPr/>
          <p:nvPr/>
        </p:nvSpPr>
        <p:spPr>
          <a:xfrm>
            <a:off x="457200" y="2130552"/>
            <a:ext cx="8229600" cy="402336"/>
          </a:xfrm>
          <a:prstGeom prst="rect">
            <a:avLst/>
          </a:prstGeom>
          <a:solidFill>
            <a:srgbClr val="FFFFFF"/>
          </a:solidFill>
          <a:ln w="12700">
            <a:solidFill>
              <a:srgbClr val="FFFFFF"/>
            </a:solidFill>
            <a:prstDash val="solid"/>
          </a:ln>
        </p:spPr>
        <p:txBody>
          <a:bodyPr/>
          <a:lstStyle/>
          <a:p>
            <a:endParaRPr lang="en-ES"/>
          </a:p>
        </p:txBody>
      </p:sp>
      <p:sp>
        <p:nvSpPr>
          <p:cNvPr id="11" name="Text 9"/>
          <p:cNvSpPr/>
          <p:nvPr/>
        </p:nvSpPr>
        <p:spPr>
          <a:xfrm>
            <a:off x="685800" y="2130552"/>
            <a:ext cx="640080" cy="402336"/>
          </a:xfrm>
          <a:prstGeom prst="rect">
            <a:avLst/>
          </a:prstGeom>
          <a:noFill/>
          <a:ln/>
        </p:spPr>
        <p:txBody>
          <a:bodyPr wrap="square" lIns="0" tIns="0" rIns="0" bIns="0" rtlCol="0" anchor="ctr"/>
          <a:lstStyle/>
          <a:p>
            <a:pPr marL="0" indent="0">
              <a:buNone/>
            </a:pPr>
            <a:r>
              <a:rPr lang="en-US" sz="1800" b="1">
                <a:solidFill>
                  <a:srgbClr val="3D5AFE"/>
                </a:solidFill>
                <a:latin typeface="Outfit" pitchFamily="34" charset="0"/>
                <a:ea typeface="Open Sans" pitchFamily="34" charset="-122"/>
                <a:cs typeface="Open Sans" pitchFamily="34" charset="-120"/>
              </a:rPr>
              <a:t>02</a:t>
            </a:r>
            <a:endParaRPr lang="en-US" sz="1800"/>
          </a:p>
        </p:txBody>
      </p:sp>
      <p:sp>
        <p:nvSpPr>
          <p:cNvPr id="12" name="Text 10"/>
          <p:cNvSpPr/>
          <p:nvPr/>
        </p:nvSpPr>
        <p:spPr>
          <a:xfrm>
            <a:off x="1417320" y="2130552"/>
            <a:ext cx="3200400" cy="402336"/>
          </a:xfrm>
          <a:prstGeom prst="rect">
            <a:avLst/>
          </a:prstGeom>
          <a:noFill/>
          <a:ln/>
        </p:spPr>
        <p:txBody>
          <a:bodyPr wrap="square" lIns="0" tIns="0" rIns="0" bIns="0" rtlCol="0" anchor="ctr"/>
          <a:lstStyle/>
          <a:p>
            <a:r>
              <a:rPr lang="en-US" sz="1300" b="1">
                <a:solidFill>
                  <a:srgbClr val="1A1A2E"/>
                </a:solidFill>
                <a:latin typeface="Open Sans"/>
                <a:ea typeface="Open Sans"/>
                <a:cs typeface="Open Sans"/>
              </a:rPr>
              <a:t>Nuestro </a:t>
            </a:r>
            <a:r>
              <a:rPr lang="en-US" sz="1300" b="1" err="1">
                <a:solidFill>
                  <a:srgbClr val="1A1A2E"/>
                </a:solidFill>
                <a:latin typeface="Open Sans"/>
                <a:ea typeface="Open Sans"/>
                <a:cs typeface="Open Sans"/>
              </a:rPr>
              <a:t>enfoqu</a:t>
            </a:r>
            <a:r>
              <a:rPr lang="en-US" sz="1300" b="1">
                <a:solidFill>
                  <a:srgbClr val="1A1A2E"/>
                </a:solidFill>
                <a:latin typeface="Open Sans"/>
                <a:ea typeface="Open Sans"/>
                <a:cs typeface="Open Sans"/>
              </a:rPr>
              <a:t>e</a:t>
            </a:r>
          </a:p>
        </p:txBody>
      </p:sp>
      <p:sp>
        <p:nvSpPr>
          <p:cNvPr id="13" name="Text 11"/>
          <p:cNvSpPr/>
          <p:nvPr/>
        </p:nvSpPr>
        <p:spPr>
          <a:xfrm>
            <a:off x="4754880" y="2130552"/>
            <a:ext cx="3840480" cy="402336"/>
          </a:xfrm>
          <a:prstGeom prst="rect">
            <a:avLst/>
          </a:prstGeom>
          <a:noFill/>
          <a:ln/>
        </p:spPr>
        <p:txBody>
          <a:bodyPr wrap="square" lIns="0" tIns="0" rIns="0" bIns="0" rtlCol="0" anchor="ctr"/>
          <a:lstStyle/>
          <a:p>
            <a:pPr marL="0" indent="0">
              <a:buNone/>
            </a:pPr>
            <a:r>
              <a:rPr lang="en-US" sz="1100">
                <a:solidFill>
                  <a:srgbClr val="6B7280"/>
                </a:solidFill>
                <a:latin typeface="Open Sans" pitchFamily="34" charset="0"/>
                <a:ea typeface="Open Sans" pitchFamily="34" charset="-122"/>
                <a:cs typeface="Open Sans" pitchFamily="34" charset="-120"/>
              </a:rPr>
              <a:t>Enfoque y aproximación</a:t>
            </a:r>
            <a:endParaRPr lang="en-US" sz="1100"/>
          </a:p>
        </p:txBody>
      </p:sp>
      <p:sp>
        <p:nvSpPr>
          <p:cNvPr id="14" name="Shape 12"/>
          <p:cNvSpPr/>
          <p:nvPr/>
        </p:nvSpPr>
        <p:spPr>
          <a:xfrm>
            <a:off x="457200" y="2569464"/>
            <a:ext cx="8229600" cy="402336"/>
          </a:xfrm>
          <a:prstGeom prst="rect">
            <a:avLst/>
          </a:prstGeom>
          <a:solidFill>
            <a:srgbClr val="F2F3F7"/>
          </a:solidFill>
          <a:ln w="12700">
            <a:solidFill>
              <a:srgbClr val="F2F3F7"/>
            </a:solidFill>
            <a:prstDash val="solid"/>
          </a:ln>
        </p:spPr>
        <p:txBody>
          <a:bodyPr/>
          <a:lstStyle/>
          <a:p>
            <a:endParaRPr lang="en-ES"/>
          </a:p>
        </p:txBody>
      </p:sp>
      <p:sp>
        <p:nvSpPr>
          <p:cNvPr id="15" name="Text 13"/>
          <p:cNvSpPr/>
          <p:nvPr/>
        </p:nvSpPr>
        <p:spPr>
          <a:xfrm>
            <a:off x="685800" y="2569464"/>
            <a:ext cx="640080" cy="402336"/>
          </a:xfrm>
          <a:prstGeom prst="rect">
            <a:avLst/>
          </a:prstGeom>
          <a:noFill/>
          <a:ln/>
        </p:spPr>
        <p:txBody>
          <a:bodyPr wrap="square" lIns="0" tIns="0" rIns="0" bIns="0" rtlCol="0" anchor="ctr"/>
          <a:lstStyle/>
          <a:p>
            <a:pPr marL="0" indent="0">
              <a:buNone/>
            </a:pPr>
            <a:r>
              <a:rPr lang="en-US" sz="1800" b="1">
                <a:solidFill>
                  <a:srgbClr val="3D5AFE"/>
                </a:solidFill>
                <a:latin typeface="Outfit" pitchFamily="34" charset="0"/>
                <a:ea typeface="Open Sans" pitchFamily="34" charset="-122"/>
                <a:cs typeface="Open Sans" pitchFamily="34" charset="-120"/>
              </a:rPr>
              <a:t>03</a:t>
            </a:r>
            <a:endParaRPr lang="en-US" sz="1800"/>
          </a:p>
        </p:txBody>
      </p:sp>
      <p:sp>
        <p:nvSpPr>
          <p:cNvPr id="16" name="Text 14"/>
          <p:cNvSpPr/>
          <p:nvPr/>
        </p:nvSpPr>
        <p:spPr>
          <a:xfrm>
            <a:off x="1417320" y="2569464"/>
            <a:ext cx="3200400" cy="402336"/>
          </a:xfrm>
          <a:prstGeom prst="rect">
            <a:avLst/>
          </a:prstGeom>
          <a:noFill/>
          <a:ln/>
        </p:spPr>
        <p:txBody>
          <a:bodyPr wrap="square" lIns="0" tIns="0" rIns="0" bIns="0" rtlCol="0" anchor="ctr"/>
          <a:lstStyle/>
          <a:p>
            <a:pPr marL="0" indent="0">
              <a:buNone/>
            </a:pPr>
            <a:r>
              <a:rPr lang="en-US" sz="1300" b="1">
                <a:solidFill>
                  <a:srgbClr val="1A1A2E"/>
                </a:solidFill>
                <a:latin typeface="Open Sans" pitchFamily="34" charset="0"/>
                <a:ea typeface="Open Sans" pitchFamily="34" charset="-122"/>
                <a:cs typeface="Open Sans" pitchFamily="34" charset="-120"/>
              </a:rPr>
              <a:t>Propuesta técnica</a:t>
            </a:r>
            <a:endParaRPr lang="en-US" sz="1300"/>
          </a:p>
        </p:txBody>
      </p:sp>
      <p:sp>
        <p:nvSpPr>
          <p:cNvPr id="17" name="Text 15"/>
          <p:cNvSpPr/>
          <p:nvPr/>
        </p:nvSpPr>
        <p:spPr>
          <a:xfrm>
            <a:off x="4754880" y="2569464"/>
            <a:ext cx="3840480" cy="402336"/>
          </a:xfrm>
          <a:prstGeom prst="rect">
            <a:avLst/>
          </a:prstGeom>
          <a:noFill/>
          <a:ln/>
        </p:spPr>
        <p:txBody>
          <a:bodyPr wrap="square" lIns="0" tIns="0" rIns="0" bIns="0" rtlCol="0" anchor="ctr"/>
          <a:lstStyle/>
          <a:p>
            <a:pPr marL="0" indent="0">
              <a:buNone/>
            </a:pPr>
            <a:r>
              <a:rPr lang="en-US" sz="1100">
                <a:solidFill>
                  <a:srgbClr val="6B7280"/>
                </a:solidFill>
                <a:latin typeface="Open Sans" pitchFamily="34" charset="0"/>
                <a:ea typeface="Open Sans" pitchFamily="34" charset="-122"/>
                <a:cs typeface="Open Sans" pitchFamily="34" charset="-120"/>
              </a:rPr>
              <a:t>Arquitectura y tecnologías</a:t>
            </a:r>
            <a:endParaRPr lang="en-US" sz="1100"/>
          </a:p>
        </p:txBody>
      </p:sp>
      <p:sp>
        <p:nvSpPr>
          <p:cNvPr id="18" name="Shape 16"/>
          <p:cNvSpPr/>
          <p:nvPr/>
        </p:nvSpPr>
        <p:spPr>
          <a:xfrm>
            <a:off x="457200" y="3008376"/>
            <a:ext cx="8229600" cy="402336"/>
          </a:xfrm>
          <a:prstGeom prst="rect">
            <a:avLst/>
          </a:prstGeom>
          <a:solidFill>
            <a:srgbClr val="FFFFFF"/>
          </a:solidFill>
          <a:ln w="12700">
            <a:solidFill>
              <a:srgbClr val="FFFFFF"/>
            </a:solidFill>
            <a:prstDash val="solid"/>
          </a:ln>
        </p:spPr>
        <p:txBody>
          <a:bodyPr/>
          <a:lstStyle/>
          <a:p>
            <a:endParaRPr lang="en-ES"/>
          </a:p>
        </p:txBody>
      </p:sp>
      <p:sp>
        <p:nvSpPr>
          <p:cNvPr id="19" name="Text 17"/>
          <p:cNvSpPr/>
          <p:nvPr/>
        </p:nvSpPr>
        <p:spPr>
          <a:xfrm>
            <a:off x="685800" y="3008376"/>
            <a:ext cx="640080" cy="402336"/>
          </a:xfrm>
          <a:prstGeom prst="rect">
            <a:avLst/>
          </a:prstGeom>
          <a:noFill/>
          <a:ln/>
        </p:spPr>
        <p:txBody>
          <a:bodyPr wrap="square" lIns="0" tIns="0" rIns="0" bIns="0" rtlCol="0" anchor="ctr"/>
          <a:lstStyle/>
          <a:p>
            <a:pPr marL="0" indent="0">
              <a:buNone/>
            </a:pPr>
            <a:r>
              <a:rPr lang="en-US" sz="1800" b="1">
                <a:solidFill>
                  <a:srgbClr val="3D5AFE"/>
                </a:solidFill>
                <a:latin typeface="Outfit" pitchFamily="34" charset="0"/>
                <a:ea typeface="Open Sans" pitchFamily="34" charset="-122"/>
                <a:cs typeface="Open Sans" pitchFamily="34" charset="-120"/>
              </a:rPr>
              <a:t>04</a:t>
            </a:r>
            <a:endParaRPr lang="en-US" sz="1800"/>
          </a:p>
        </p:txBody>
      </p:sp>
      <p:sp>
        <p:nvSpPr>
          <p:cNvPr id="20" name="Text 18"/>
          <p:cNvSpPr/>
          <p:nvPr/>
        </p:nvSpPr>
        <p:spPr>
          <a:xfrm>
            <a:off x="1417320" y="3008376"/>
            <a:ext cx="3200400" cy="402336"/>
          </a:xfrm>
          <a:prstGeom prst="rect">
            <a:avLst/>
          </a:prstGeom>
          <a:noFill/>
          <a:ln/>
        </p:spPr>
        <p:txBody>
          <a:bodyPr wrap="square" lIns="0" tIns="0" rIns="0" bIns="0" rtlCol="0" anchor="ctr"/>
          <a:lstStyle/>
          <a:p>
            <a:r>
              <a:rPr lang="en-US" sz="1300" b="1">
                <a:solidFill>
                  <a:srgbClr val="1A1A2E"/>
                </a:solidFill>
                <a:latin typeface="Open Sans"/>
                <a:ea typeface="Open Sans"/>
                <a:cs typeface="Open Sans"/>
              </a:rPr>
              <a:t>Plan y </a:t>
            </a:r>
            <a:r>
              <a:rPr lang="en-US" sz="1300" b="1" err="1">
                <a:solidFill>
                  <a:srgbClr val="1A1A2E"/>
                </a:solidFill>
                <a:latin typeface="Open Sans"/>
                <a:ea typeface="Open Sans"/>
                <a:cs typeface="Open Sans"/>
              </a:rPr>
              <a:t>equipo</a:t>
            </a:r>
            <a:endParaRPr lang="en-US" sz="1300" err="1"/>
          </a:p>
        </p:txBody>
      </p:sp>
      <p:sp>
        <p:nvSpPr>
          <p:cNvPr id="21" name="Text 19"/>
          <p:cNvSpPr/>
          <p:nvPr/>
        </p:nvSpPr>
        <p:spPr>
          <a:xfrm>
            <a:off x="4754880" y="3008376"/>
            <a:ext cx="3840480" cy="402336"/>
          </a:xfrm>
          <a:prstGeom prst="rect">
            <a:avLst/>
          </a:prstGeom>
          <a:noFill/>
          <a:ln/>
        </p:spPr>
        <p:txBody>
          <a:bodyPr wrap="square" lIns="0" tIns="0" rIns="0" bIns="0" rtlCol="0" anchor="ctr"/>
          <a:lstStyle/>
          <a:p>
            <a:pPr marL="0" indent="0">
              <a:buNone/>
            </a:pPr>
            <a:r>
              <a:rPr lang="en-US" sz="1100">
                <a:solidFill>
                  <a:srgbClr val="6B7280"/>
                </a:solidFill>
                <a:latin typeface="Open Sans" pitchFamily="34" charset="0"/>
                <a:ea typeface="Open Sans" pitchFamily="34" charset="-122"/>
                <a:cs typeface="Open Sans" pitchFamily="34" charset="-120"/>
              </a:rPr>
              <a:t>Fases, entregables y planificación</a:t>
            </a:r>
            <a:endParaRPr lang="en-US" sz="1100"/>
          </a:p>
        </p:txBody>
      </p:sp>
      <p:sp>
        <p:nvSpPr>
          <p:cNvPr id="22" name="Shape 20"/>
          <p:cNvSpPr/>
          <p:nvPr/>
        </p:nvSpPr>
        <p:spPr>
          <a:xfrm>
            <a:off x="457200" y="3447288"/>
            <a:ext cx="8229600" cy="402336"/>
          </a:xfrm>
          <a:prstGeom prst="rect">
            <a:avLst/>
          </a:prstGeom>
          <a:solidFill>
            <a:srgbClr val="F2F3F7"/>
          </a:solidFill>
          <a:ln w="12700">
            <a:solidFill>
              <a:srgbClr val="F2F3F7"/>
            </a:solidFill>
            <a:prstDash val="solid"/>
          </a:ln>
        </p:spPr>
        <p:txBody>
          <a:bodyPr/>
          <a:lstStyle/>
          <a:p>
            <a:endParaRPr lang="en-ES"/>
          </a:p>
        </p:txBody>
      </p:sp>
      <p:sp>
        <p:nvSpPr>
          <p:cNvPr id="23" name="Text 21"/>
          <p:cNvSpPr/>
          <p:nvPr/>
        </p:nvSpPr>
        <p:spPr>
          <a:xfrm>
            <a:off x="685800" y="3447288"/>
            <a:ext cx="640080" cy="402336"/>
          </a:xfrm>
          <a:prstGeom prst="rect">
            <a:avLst/>
          </a:prstGeom>
          <a:noFill/>
          <a:ln/>
        </p:spPr>
        <p:txBody>
          <a:bodyPr wrap="square" lIns="0" tIns="0" rIns="0" bIns="0" rtlCol="0" anchor="ctr"/>
          <a:lstStyle/>
          <a:p>
            <a:pPr marL="0" indent="0">
              <a:buNone/>
            </a:pPr>
            <a:r>
              <a:rPr lang="en-US" sz="1800" b="1">
                <a:solidFill>
                  <a:srgbClr val="3D5AFE"/>
                </a:solidFill>
                <a:latin typeface="Outfit" pitchFamily="34" charset="0"/>
                <a:ea typeface="Open Sans" pitchFamily="34" charset="-122"/>
                <a:cs typeface="Open Sans" pitchFamily="34" charset="-120"/>
              </a:rPr>
              <a:t>05</a:t>
            </a:r>
            <a:endParaRPr lang="en-US" sz="1800"/>
          </a:p>
        </p:txBody>
      </p:sp>
      <p:sp>
        <p:nvSpPr>
          <p:cNvPr id="24" name="Text 22"/>
          <p:cNvSpPr/>
          <p:nvPr/>
        </p:nvSpPr>
        <p:spPr>
          <a:xfrm>
            <a:off x="1417320" y="3447288"/>
            <a:ext cx="3200400" cy="402336"/>
          </a:xfrm>
          <a:prstGeom prst="rect">
            <a:avLst/>
          </a:prstGeom>
          <a:noFill/>
          <a:ln/>
        </p:spPr>
        <p:txBody>
          <a:bodyPr wrap="square" lIns="0" tIns="0" rIns="0" bIns="0" rtlCol="0" anchor="ctr"/>
          <a:lstStyle/>
          <a:p>
            <a:pPr marL="0" indent="0">
              <a:buNone/>
            </a:pPr>
            <a:r>
              <a:rPr lang="en-US" sz="1300" b="1" err="1">
                <a:solidFill>
                  <a:srgbClr val="1A1A2E"/>
                </a:solidFill>
                <a:latin typeface="Open Sans"/>
                <a:ea typeface="Open Sans"/>
                <a:cs typeface="Open Sans"/>
              </a:rPr>
              <a:t>Presupuesto</a:t>
            </a:r>
            <a:endParaRPr lang="en-US" sz="1300" err="1"/>
          </a:p>
        </p:txBody>
      </p:sp>
      <p:sp>
        <p:nvSpPr>
          <p:cNvPr id="25" name="Text 23"/>
          <p:cNvSpPr/>
          <p:nvPr/>
        </p:nvSpPr>
        <p:spPr>
          <a:xfrm>
            <a:off x="4754880" y="3447288"/>
            <a:ext cx="3840480" cy="402336"/>
          </a:xfrm>
          <a:prstGeom prst="rect">
            <a:avLst/>
          </a:prstGeom>
          <a:noFill/>
          <a:ln/>
        </p:spPr>
        <p:txBody>
          <a:bodyPr wrap="square" lIns="0" tIns="0" rIns="0" bIns="0" rtlCol="0" anchor="ctr"/>
          <a:lstStyle/>
          <a:p>
            <a:r>
              <a:rPr lang="en-US" sz="1100" err="1">
                <a:solidFill>
                  <a:srgbClr val="6B7280"/>
                </a:solidFill>
                <a:latin typeface="Open Sans"/>
                <a:ea typeface="Open Sans"/>
                <a:cs typeface="Open Sans"/>
              </a:rPr>
              <a:t>Inversión</a:t>
            </a:r>
            <a:r>
              <a:rPr lang="en-US" sz="1100">
                <a:solidFill>
                  <a:srgbClr val="6B7280"/>
                </a:solidFill>
                <a:latin typeface="Open Sans"/>
                <a:ea typeface="Open Sans"/>
                <a:cs typeface="Open Sans"/>
              </a:rPr>
              <a:t> y </a:t>
            </a:r>
            <a:r>
              <a:rPr lang="en-US" sz="1100" err="1">
                <a:solidFill>
                  <a:srgbClr val="6B7280"/>
                </a:solidFill>
                <a:latin typeface="Open Sans"/>
                <a:ea typeface="Open Sans"/>
                <a:cs typeface="Open Sans"/>
              </a:rPr>
              <a:t>condiciones</a:t>
            </a:r>
          </a:p>
        </p:txBody>
      </p:sp>
      <p:sp>
        <p:nvSpPr>
          <p:cNvPr id="26" name="Shape 24"/>
          <p:cNvSpPr/>
          <p:nvPr/>
        </p:nvSpPr>
        <p:spPr>
          <a:xfrm>
            <a:off x="457200" y="3886200"/>
            <a:ext cx="8229600" cy="402336"/>
          </a:xfrm>
          <a:prstGeom prst="rect">
            <a:avLst/>
          </a:prstGeom>
          <a:solidFill>
            <a:srgbClr val="FFFFFF"/>
          </a:solidFill>
          <a:ln w="12700">
            <a:solidFill>
              <a:srgbClr val="FFFFFF"/>
            </a:solidFill>
            <a:prstDash val="solid"/>
          </a:ln>
        </p:spPr>
        <p:txBody>
          <a:bodyPr/>
          <a:lstStyle/>
          <a:p>
            <a:endParaRPr lang="en-ES"/>
          </a:p>
        </p:txBody>
      </p:sp>
      <p:sp>
        <p:nvSpPr>
          <p:cNvPr id="27" name="Text 25"/>
          <p:cNvSpPr/>
          <p:nvPr/>
        </p:nvSpPr>
        <p:spPr>
          <a:xfrm>
            <a:off x="685800" y="3886200"/>
            <a:ext cx="640080" cy="402336"/>
          </a:xfrm>
          <a:prstGeom prst="rect">
            <a:avLst/>
          </a:prstGeom>
          <a:noFill/>
          <a:ln/>
        </p:spPr>
        <p:txBody>
          <a:bodyPr wrap="square" lIns="0" tIns="0" rIns="0" bIns="0" rtlCol="0" anchor="ctr"/>
          <a:lstStyle/>
          <a:p>
            <a:pPr marL="0" indent="0">
              <a:buNone/>
            </a:pPr>
            <a:r>
              <a:rPr lang="en-US" sz="1800" b="1">
                <a:solidFill>
                  <a:srgbClr val="3D5AFE"/>
                </a:solidFill>
                <a:latin typeface="Outfit" pitchFamily="34" charset="0"/>
                <a:ea typeface="Open Sans" pitchFamily="34" charset="-122"/>
                <a:cs typeface="Open Sans" pitchFamily="34" charset="-120"/>
              </a:rPr>
              <a:t>06</a:t>
            </a:r>
            <a:endParaRPr lang="en-US" sz="1800"/>
          </a:p>
        </p:txBody>
      </p:sp>
      <p:sp>
        <p:nvSpPr>
          <p:cNvPr id="28" name="Text 26"/>
          <p:cNvSpPr/>
          <p:nvPr/>
        </p:nvSpPr>
        <p:spPr>
          <a:xfrm>
            <a:off x="1417320" y="3886200"/>
            <a:ext cx="3200400" cy="402336"/>
          </a:xfrm>
          <a:prstGeom prst="rect">
            <a:avLst/>
          </a:prstGeom>
          <a:noFill/>
          <a:ln/>
        </p:spPr>
        <p:txBody>
          <a:bodyPr wrap="square" lIns="0" tIns="0" rIns="0" bIns="0" rtlCol="0" anchor="ctr"/>
          <a:lstStyle/>
          <a:p>
            <a:pPr marL="0" indent="0">
              <a:buNone/>
            </a:pPr>
            <a:r>
              <a:rPr lang="en-US" sz="1300" b="1" err="1">
                <a:solidFill>
                  <a:srgbClr val="1A1A2E"/>
                </a:solidFill>
                <a:latin typeface="Open Sans"/>
                <a:ea typeface="Open Sans"/>
                <a:cs typeface="Open Sans"/>
              </a:rPr>
              <a:t>Referencias</a:t>
            </a:r>
          </a:p>
        </p:txBody>
      </p:sp>
      <p:sp>
        <p:nvSpPr>
          <p:cNvPr id="29" name="Text 27"/>
          <p:cNvSpPr/>
          <p:nvPr/>
        </p:nvSpPr>
        <p:spPr>
          <a:xfrm>
            <a:off x="4754880" y="3886200"/>
            <a:ext cx="3840480" cy="402336"/>
          </a:xfrm>
          <a:prstGeom prst="rect">
            <a:avLst/>
          </a:prstGeom>
          <a:noFill/>
          <a:ln/>
        </p:spPr>
        <p:txBody>
          <a:bodyPr wrap="square" lIns="0" tIns="0" rIns="0" bIns="0" rtlCol="0" anchor="ctr"/>
          <a:lstStyle/>
          <a:p>
            <a:r>
              <a:rPr lang="en-US" sz="1100">
                <a:solidFill>
                  <a:srgbClr val="6B7280"/>
                </a:solidFill>
                <a:latin typeface="Open Sans"/>
                <a:ea typeface="Open Sans"/>
                <a:cs typeface="Open Sans"/>
              </a:rPr>
              <a:t>Casos de </a:t>
            </a:r>
            <a:r>
              <a:rPr lang="en-US" sz="1100" err="1">
                <a:solidFill>
                  <a:srgbClr val="6B7280"/>
                </a:solidFill>
                <a:latin typeface="Open Sans"/>
                <a:ea typeface="Open Sans"/>
                <a:cs typeface="Open Sans"/>
              </a:rPr>
              <a:t>éxito</a:t>
            </a:r>
          </a:p>
        </p:txBody>
      </p:sp>
      <p:grpSp>
        <p:nvGrpSpPr>
          <p:cNvPr id="34" name="Group 33">
            <a:extLst>
              <a:ext uri="{FF2B5EF4-FFF2-40B4-BE49-F238E27FC236}">
                <a16:creationId xmlns:a16="http://schemas.microsoft.com/office/drawing/2014/main" id="{4D0D94D8-A25B-3886-4089-20C24D3097B3}"/>
              </a:ext>
            </a:extLst>
          </p:cNvPr>
          <p:cNvGrpSpPr/>
          <p:nvPr/>
        </p:nvGrpSpPr>
        <p:grpSpPr>
          <a:xfrm>
            <a:off x="8039657" y="4755838"/>
            <a:ext cx="795753" cy="246857"/>
            <a:chOff x="7435419" y="4613467"/>
            <a:chExt cx="1708581" cy="530033"/>
          </a:xfrm>
        </p:grpSpPr>
        <p:pic>
          <p:nvPicPr>
            <p:cNvPr id="35" name="Picture 34" descr="A black background with white text  AI-generated content may be incorrect.">
              <a:extLst>
                <a:ext uri="{FF2B5EF4-FFF2-40B4-BE49-F238E27FC236}">
                  <a16:creationId xmlns:a16="http://schemas.microsoft.com/office/drawing/2014/main" id="{99585317-FC8B-2917-6C05-B768D069776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36" name="Rectangle 35">
              <a:extLst>
                <a:ext uri="{FF2B5EF4-FFF2-40B4-BE49-F238E27FC236}">
                  <a16:creationId xmlns:a16="http://schemas.microsoft.com/office/drawing/2014/main" id="{E62E4D15-45EA-9941-56C6-7AD3C1FCE02C}"/>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37" name="Marcador de número de diapositiva 1">
              <a:extLst>
                <a:ext uri="{FF2B5EF4-FFF2-40B4-BE49-F238E27FC236}">
                  <a16:creationId xmlns:a16="http://schemas.microsoft.com/office/drawing/2014/main" id="{D9219799-E06B-3FCF-ED87-EB5734F6CFD6}"/>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2</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Shape 1"/>
          <p:cNvSpPr/>
          <p:nvPr/>
        </p:nvSpPr>
        <p:spPr>
          <a:xfrm>
            <a:off x="457200" y="411480"/>
            <a:ext cx="320040" cy="36576"/>
          </a:xfrm>
          <a:prstGeom prst="rect">
            <a:avLst/>
          </a:prstGeom>
          <a:solidFill>
            <a:srgbClr val="3D5AFE"/>
          </a:solidFill>
          <a:ln w="12700">
            <a:solidFill>
              <a:srgbClr val="3D5AFE"/>
            </a:solidFill>
            <a:prstDash val="solid"/>
          </a:ln>
        </p:spPr>
        <p:txBody>
          <a:bodyPr/>
          <a:lstStyle/>
          <a:p>
            <a:endParaRPr lang="en-ES"/>
          </a:p>
        </p:txBody>
      </p:sp>
      <p:sp>
        <p:nvSpPr>
          <p:cNvPr id="4" name="Text 2"/>
          <p:cNvSpPr/>
          <p:nvPr/>
        </p:nvSpPr>
        <p:spPr>
          <a:xfrm>
            <a:off x="457200" y="502920"/>
            <a:ext cx="5486400" cy="256032"/>
          </a:xfrm>
          <a:prstGeom prst="rect">
            <a:avLst/>
          </a:prstGeom>
          <a:noFill/>
          <a:ln/>
        </p:spPr>
        <p:txBody>
          <a:bodyPr wrap="square" lIns="0" tIns="0" rIns="0" bIns="0" rtlCol="0" anchor="t"/>
          <a:lstStyle/>
          <a:p>
            <a:pPr marL="0" indent="0">
              <a:buNone/>
            </a:pPr>
            <a:r>
              <a:rPr lang="en-US" sz="1000" b="1" kern="0" spc="400">
                <a:solidFill>
                  <a:srgbClr val="3D5AFE"/>
                </a:solidFill>
                <a:latin typeface="Open Sans" pitchFamily="34" charset="0"/>
                <a:ea typeface="Open Sans" pitchFamily="34" charset="-122"/>
                <a:cs typeface="Open Sans" pitchFamily="34" charset="-120"/>
              </a:rPr>
              <a:t>PROPUESTA DE VALOR</a:t>
            </a:r>
            <a:endParaRPr lang="en-US" sz="1000"/>
          </a:p>
        </p:txBody>
      </p:sp>
      <p:sp>
        <p:nvSpPr>
          <p:cNvPr id="5" name="Text 3"/>
          <p:cNvSpPr/>
          <p:nvPr/>
        </p:nvSpPr>
        <p:spPr>
          <a:xfrm>
            <a:off x="457200" y="868680"/>
            <a:ext cx="4379976" cy="640080"/>
          </a:xfrm>
          <a:prstGeom prst="rect">
            <a:avLst/>
          </a:prstGeom>
          <a:noFill/>
          <a:ln/>
        </p:spPr>
        <p:txBody>
          <a:bodyPr wrap="square" lIns="0" tIns="0" rIns="0" bIns="0" rtlCol="0" anchor="t"/>
          <a:lstStyle/>
          <a:p>
            <a:pPr marL="0" indent="0">
              <a:buNone/>
            </a:pPr>
            <a:r>
              <a:rPr lang="en-US" sz="2800" b="1">
                <a:solidFill>
                  <a:srgbClr val="1A1A2E"/>
                </a:solidFill>
                <a:latin typeface="Outfit" pitchFamily="34" charset="0"/>
                <a:ea typeface="Open Sans" pitchFamily="34" charset="-122"/>
                <a:cs typeface="Open Sans" pitchFamily="34" charset="-120"/>
              </a:rPr>
              <a:t>Liberaremos todo el potencial de su organización</a:t>
            </a:r>
            <a:endParaRPr lang="en-US" sz="2800"/>
          </a:p>
        </p:txBody>
      </p:sp>
      <p:sp>
        <p:nvSpPr>
          <p:cNvPr id="6" name="Text 4"/>
          <p:cNvSpPr/>
          <p:nvPr/>
        </p:nvSpPr>
        <p:spPr>
          <a:xfrm>
            <a:off x="438912" y="2514600"/>
            <a:ext cx="3840480" cy="1600200"/>
          </a:xfrm>
          <a:prstGeom prst="rect">
            <a:avLst/>
          </a:prstGeom>
          <a:noFill/>
          <a:ln/>
        </p:spPr>
        <p:txBody>
          <a:bodyPr wrap="square" lIns="0" tIns="0" rIns="0" bIns="0" rtlCol="0" anchor="t"/>
          <a:lstStyle/>
          <a:p>
            <a:pPr marL="0" indent="0">
              <a:spcAft>
                <a:spcPts val="400"/>
              </a:spcAft>
              <a:buNone/>
            </a:pPr>
            <a:r>
              <a:rPr lang="en-US" sz="2200" b="1">
                <a:solidFill>
                  <a:srgbClr val="3D5AFE"/>
                </a:solidFill>
                <a:latin typeface="Outfit" pitchFamily="34" charset="0"/>
                <a:ea typeface="Open Sans" pitchFamily="34" charset="-122"/>
                <a:cs typeface="Open Sans" pitchFamily="34" charset="-120"/>
              </a:rPr>
              <a:t>+95%</a:t>
            </a:r>
            <a:r>
              <a:rPr lang="en-US" sz="1300">
                <a:solidFill>
                  <a:srgbClr val="1A1A2E"/>
                </a:solidFill>
                <a:latin typeface="Open Sans" pitchFamily="34" charset="0"/>
                <a:ea typeface="Open Sans" pitchFamily="34" charset="-122"/>
                <a:cs typeface="Open Sans" pitchFamily="34" charset="-120"/>
              </a:rPr>
              <a:t> de nuestro trabajo está asociado a la </a:t>
            </a:r>
            <a:r>
              <a:rPr lang="en-US" sz="1300" b="1">
                <a:solidFill>
                  <a:srgbClr val="1A1A2E"/>
                </a:solidFill>
                <a:latin typeface="Open Sans" pitchFamily="34" charset="0"/>
                <a:ea typeface="Open Sans" pitchFamily="34" charset="-122"/>
                <a:cs typeface="Open Sans" pitchFamily="34" charset="-120"/>
              </a:rPr>
              <a:t>transformación digital</a:t>
            </a:r>
            <a:r>
              <a:rPr lang="en-US" sz="1300">
                <a:solidFill>
                  <a:srgbClr val="1A1A2E"/>
                </a:solidFill>
                <a:latin typeface="Open Sans" pitchFamily="34" charset="0"/>
                <a:ea typeface="Open Sans" pitchFamily="34" charset="-122"/>
                <a:cs typeface="Open Sans" pitchFamily="34" charset="-120"/>
              </a:rPr>
              <a:t> y la </a:t>
            </a:r>
            <a:r>
              <a:rPr lang="en-US" sz="1300" b="1">
                <a:solidFill>
                  <a:srgbClr val="3D5AFE"/>
                </a:solidFill>
                <a:latin typeface="Open Sans" pitchFamily="34" charset="0"/>
                <a:ea typeface="Open Sans" pitchFamily="34" charset="-122"/>
                <a:cs typeface="Open Sans" pitchFamily="34" charset="-120"/>
              </a:rPr>
              <a:t>innovación en Cloud</a:t>
            </a:r>
            <a:r>
              <a:rPr lang="en-US" sz="1300">
                <a:solidFill>
                  <a:srgbClr val="1A1A2E"/>
                </a:solidFill>
                <a:latin typeface="Open Sans" pitchFamily="34" charset="0"/>
                <a:ea typeface="Open Sans" pitchFamily="34" charset="-122"/>
                <a:cs typeface="Open Sans" pitchFamily="34" charset="-120"/>
              </a:rPr>
              <a:t>. Aplicamos las últimas tecnologías y técnicas para los 4 pilares.</a:t>
            </a:r>
            <a:endParaRPr lang="en-US" sz="2200"/>
          </a:p>
        </p:txBody>
      </p:sp>
      <p:sp>
        <p:nvSpPr>
          <p:cNvPr id="7" name="Shape 5"/>
          <p:cNvSpPr/>
          <p:nvPr/>
        </p:nvSpPr>
        <p:spPr>
          <a:xfrm>
            <a:off x="4754880" y="1645920"/>
            <a:ext cx="1920240" cy="1325880"/>
          </a:xfrm>
          <a:prstGeom prst="roundRect">
            <a:avLst>
              <a:gd name="adj" fmla="val 0"/>
            </a:avLst>
          </a:prstGeom>
          <a:solidFill>
            <a:srgbClr val="F2F3F7"/>
          </a:solidFill>
          <a:ln w="6350">
            <a:solidFill>
              <a:srgbClr val="F2F3F7"/>
            </a:solidFill>
            <a:prstDash val="solid"/>
          </a:ln>
          <a:effectLst>
            <a:outerShdw blurRad="127000" dist="25400" dir="5400000" algn="bl" rotWithShape="0">
              <a:srgbClr val="000000">
                <a:alpha val="8000"/>
              </a:srgbClr>
            </a:outerShdw>
          </a:effectLst>
        </p:spPr>
        <p:txBody>
          <a:bodyPr/>
          <a:lstStyle/>
          <a:p>
            <a:endParaRPr lang="en-ES"/>
          </a:p>
        </p:txBody>
      </p:sp>
      <p:pic>
        <p:nvPicPr>
          <p:cNvPr id="8" name="Image 0" descr="preencoded.png"/>
          <p:cNvPicPr>
            <a:picLocks noChangeAspect="1"/>
          </p:cNvPicPr>
          <p:nvPr/>
        </p:nvPicPr>
        <p:blipFill>
          <a:blip r:embed="rId3"/>
          <a:stretch>
            <a:fillRect/>
          </a:stretch>
        </p:blipFill>
        <p:spPr>
          <a:xfrm>
            <a:off x="5532120" y="1847088"/>
            <a:ext cx="365760" cy="365760"/>
          </a:xfrm>
          <a:prstGeom prst="rect">
            <a:avLst/>
          </a:prstGeom>
        </p:spPr>
      </p:pic>
      <p:sp>
        <p:nvSpPr>
          <p:cNvPr id="9" name="Text 6"/>
          <p:cNvSpPr/>
          <p:nvPr/>
        </p:nvSpPr>
        <p:spPr>
          <a:xfrm>
            <a:off x="4892040" y="2286000"/>
            <a:ext cx="1645920" cy="640080"/>
          </a:xfrm>
          <a:prstGeom prst="rect">
            <a:avLst/>
          </a:prstGeom>
          <a:noFill/>
          <a:ln/>
        </p:spPr>
        <p:txBody>
          <a:bodyPr wrap="square" lIns="0" tIns="0" rIns="0" bIns="0" rtlCol="0" anchor="t"/>
          <a:lstStyle/>
          <a:p>
            <a:pPr marL="0" indent="0" algn="ctr">
              <a:buNone/>
            </a:pPr>
            <a:r>
              <a:rPr lang="en-US" sz="1000" b="1">
                <a:solidFill>
                  <a:srgbClr val="1A1A2E"/>
                </a:solidFill>
                <a:latin typeface="Open Sans" pitchFamily="34" charset="0"/>
                <a:ea typeface="Open Sans" pitchFamily="34" charset="-122"/>
                <a:cs typeface="Open Sans" pitchFamily="34" charset="-120"/>
              </a:rPr>
              <a:t>Desarrollo de aplicaciones empresariales</a:t>
            </a:r>
            <a:endParaRPr lang="en-US" sz="1000"/>
          </a:p>
        </p:txBody>
      </p:sp>
      <p:sp>
        <p:nvSpPr>
          <p:cNvPr id="10" name="Shape 7"/>
          <p:cNvSpPr/>
          <p:nvPr/>
        </p:nvSpPr>
        <p:spPr>
          <a:xfrm>
            <a:off x="6903720" y="1645920"/>
            <a:ext cx="1920240" cy="1325880"/>
          </a:xfrm>
          <a:prstGeom prst="roundRect">
            <a:avLst>
              <a:gd name="adj" fmla="val 0"/>
            </a:avLst>
          </a:prstGeom>
          <a:solidFill>
            <a:srgbClr val="F2F3F7"/>
          </a:solidFill>
          <a:ln w="6350">
            <a:solidFill>
              <a:srgbClr val="F2F3F7"/>
            </a:solidFill>
            <a:prstDash val="solid"/>
          </a:ln>
          <a:effectLst>
            <a:outerShdw blurRad="127000" dist="25400" dir="5400000" algn="bl" rotWithShape="0">
              <a:srgbClr val="000000">
                <a:alpha val="8000"/>
              </a:srgbClr>
            </a:outerShdw>
          </a:effectLst>
        </p:spPr>
        <p:txBody>
          <a:bodyPr/>
          <a:lstStyle/>
          <a:p>
            <a:endParaRPr lang="en-ES"/>
          </a:p>
        </p:txBody>
      </p:sp>
      <p:pic>
        <p:nvPicPr>
          <p:cNvPr id="11" name="Image 1" descr="preencoded.png"/>
          <p:cNvPicPr>
            <a:picLocks noChangeAspect="1"/>
          </p:cNvPicPr>
          <p:nvPr/>
        </p:nvPicPr>
        <p:blipFill>
          <a:blip r:embed="rId4"/>
          <a:stretch>
            <a:fillRect/>
          </a:stretch>
        </p:blipFill>
        <p:spPr>
          <a:xfrm>
            <a:off x="7680960" y="1920240"/>
            <a:ext cx="365760" cy="365760"/>
          </a:xfrm>
          <a:prstGeom prst="rect">
            <a:avLst/>
          </a:prstGeom>
        </p:spPr>
      </p:pic>
      <p:sp>
        <p:nvSpPr>
          <p:cNvPr id="12" name="Text 8"/>
          <p:cNvSpPr/>
          <p:nvPr/>
        </p:nvSpPr>
        <p:spPr>
          <a:xfrm>
            <a:off x="7040880" y="2395728"/>
            <a:ext cx="1645920" cy="530352"/>
          </a:xfrm>
          <a:prstGeom prst="rect">
            <a:avLst/>
          </a:prstGeom>
          <a:noFill/>
          <a:ln/>
        </p:spPr>
        <p:txBody>
          <a:bodyPr wrap="square" lIns="0" tIns="0" rIns="0" bIns="0" rtlCol="0" anchor="t"/>
          <a:lstStyle/>
          <a:p>
            <a:pPr marL="0" indent="0" algn="ctr">
              <a:buNone/>
            </a:pPr>
            <a:r>
              <a:rPr lang="en-US" sz="1000" b="1">
                <a:solidFill>
                  <a:srgbClr val="1A1A2E"/>
                </a:solidFill>
                <a:latin typeface="Open Sans" pitchFamily="34" charset="0"/>
                <a:ea typeface="Open Sans" pitchFamily="34" charset="-122"/>
                <a:cs typeface="Open Sans" pitchFamily="34" charset="-120"/>
              </a:rPr>
              <a:t>Datos y análisis</a:t>
            </a:r>
            <a:endParaRPr lang="en-US" sz="1000"/>
          </a:p>
        </p:txBody>
      </p:sp>
      <p:sp>
        <p:nvSpPr>
          <p:cNvPr id="13" name="Shape 9"/>
          <p:cNvSpPr/>
          <p:nvPr/>
        </p:nvSpPr>
        <p:spPr>
          <a:xfrm>
            <a:off x="4754880" y="3154680"/>
            <a:ext cx="1920240" cy="1325880"/>
          </a:xfrm>
          <a:prstGeom prst="roundRect">
            <a:avLst>
              <a:gd name="adj" fmla="val 0"/>
            </a:avLst>
          </a:prstGeom>
          <a:solidFill>
            <a:srgbClr val="F2F3F7"/>
          </a:solidFill>
          <a:ln w="6350">
            <a:solidFill>
              <a:srgbClr val="F2F3F7"/>
            </a:solidFill>
            <a:prstDash val="solid"/>
          </a:ln>
          <a:effectLst>
            <a:outerShdw blurRad="127000" dist="25400" dir="5400000" algn="bl" rotWithShape="0">
              <a:srgbClr val="000000">
                <a:alpha val="8000"/>
              </a:srgbClr>
            </a:outerShdw>
          </a:effectLst>
        </p:spPr>
        <p:txBody>
          <a:bodyPr/>
          <a:lstStyle/>
          <a:p>
            <a:endParaRPr lang="en-ES"/>
          </a:p>
        </p:txBody>
      </p:sp>
      <p:pic>
        <p:nvPicPr>
          <p:cNvPr id="14" name="Image 2" descr="preencoded.png"/>
          <p:cNvPicPr>
            <a:picLocks noChangeAspect="1"/>
          </p:cNvPicPr>
          <p:nvPr/>
        </p:nvPicPr>
        <p:blipFill>
          <a:blip r:embed="rId5"/>
          <a:stretch>
            <a:fillRect/>
          </a:stretch>
        </p:blipFill>
        <p:spPr>
          <a:xfrm>
            <a:off x="5532120" y="3355848"/>
            <a:ext cx="365760" cy="365760"/>
          </a:xfrm>
          <a:prstGeom prst="rect">
            <a:avLst/>
          </a:prstGeom>
        </p:spPr>
      </p:pic>
      <p:sp>
        <p:nvSpPr>
          <p:cNvPr id="15" name="Text 10"/>
          <p:cNvSpPr/>
          <p:nvPr/>
        </p:nvSpPr>
        <p:spPr>
          <a:xfrm>
            <a:off x="4892040" y="3794760"/>
            <a:ext cx="1645920" cy="640080"/>
          </a:xfrm>
          <a:prstGeom prst="rect">
            <a:avLst/>
          </a:prstGeom>
          <a:noFill/>
          <a:ln/>
        </p:spPr>
        <p:txBody>
          <a:bodyPr wrap="square" lIns="0" tIns="0" rIns="0" bIns="0" rtlCol="0" anchor="t"/>
          <a:lstStyle/>
          <a:p>
            <a:pPr marL="0" indent="0" algn="ctr">
              <a:buNone/>
            </a:pPr>
            <a:r>
              <a:rPr lang="en-US" sz="1000" b="1">
                <a:solidFill>
                  <a:srgbClr val="1A1A2E"/>
                </a:solidFill>
                <a:latin typeface="Open Sans" pitchFamily="34" charset="0"/>
                <a:ea typeface="Open Sans" pitchFamily="34" charset="-122"/>
                <a:cs typeface="Open Sans" pitchFamily="34" charset="-120"/>
              </a:rPr>
              <a:t>Inteligencia artificial</a:t>
            </a:r>
            <a:endParaRPr lang="en-US" sz="1000"/>
          </a:p>
        </p:txBody>
      </p:sp>
      <p:sp>
        <p:nvSpPr>
          <p:cNvPr id="16" name="Shape 11"/>
          <p:cNvSpPr/>
          <p:nvPr/>
        </p:nvSpPr>
        <p:spPr>
          <a:xfrm>
            <a:off x="6903720" y="3154680"/>
            <a:ext cx="1920240" cy="1325880"/>
          </a:xfrm>
          <a:prstGeom prst="roundRect">
            <a:avLst>
              <a:gd name="adj" fmla="val 0"/>
            </a:avLst>
          </a:prstGeom>
          <a:solidFill>
            <a:srgbClr val="F2F3F7"/>
          </a:solidFill>
          <a:ln w="6350">
            <a:solidFill>
              <a:srgbClr val="F2F3F7"/>
            </a:solidFill>
            <a:prstDash val="solid"/>
          </a:ln>
          <a:effectLst>
            <a:outerShdw blurRad="127000" dist="25400" dir="5400000" algn="bl" rotWithShape="0">
              <a:srgbClr val="000000">
                <a:alpha val="8000"/>
              </a:srgbClr>
            </a:outerShdw>
          </a:effectLst>
        </p:spPr>
        <p:txBody>
          <a:bodyPr/>
          <a:lstStyle/>
          <a:p>
            <a:endParaRPr lang="en-ES"/>
          </a:p>
        </p:txBody>
      </p:sp>
      <p:pic>
        <p:nvPicPr>
          <p:cNvPr id="17" name="Image 3" descr="preencoded.png"/>
          <p:cNvPicPr>
            <a:picLocks noChangeAspect="1"/>
          </p:cNvPicPr>
          <p:nvPr/>
        </p:nvPicPr>
        <p:blipFill>
          <a:blip r:embed="rId6"/>
          <a:stretch>
            <a:fillRect/>
          </a:stretch>
        </p:blipFill>
        <p:spPr>
          <a:xfrm>
            <a:off x="7680960" y="3355848"/>
            <a:ext cx="365760" cy="365760"/>
          </a:xfrm>
          <a:prstGeom prst="rect">
            <a:avLst/>
          </a:prstGeom>
        </p:spPr>
      </p:pic>
      <p:sp>
        <p:nvSpPr>
          <p:cNvPr id="18" name="Text 12"/>
          <p:cNvSpPr/>
          <p:nvPr/>
        </p:nvSpPr>
        <p:spPr>
          <a:xfrm>
            <a:off x="7040880" y="3794760"/>
            <a:ext cx="1645920" cy="640080"/>
          </a:xfrm>
          <a:prstGeom prst="rect">
            <a:avLst/>
          </a:prstGeom>
          <a:noFill/>
          <a:ln/>
        </p:spPr>
        <p:txBody>
          <a:bodyPr wrap="square" lIns="0" tIns="0" rIns="0" bIns="0" rtlCol="0" anchor="t"/>
          <a:lstStyle/>
          <a:p>
            <a:pPr marL="0" indent="0" algn="ctr">
              <a:buNone/>
            </a:pPr>
            <a:r>
              <a:rPr lang="en-US" sz="1000" b="1">
                <a:solidFill>
                  <a:srgbClr val="1A1A2E"/>
                </a:solidFill>
                <a:latin typeface="Open Sans" pitchFamily="34" charset="0"/>
                <a:ea typeface="Open Sans" pitchFamily="34" charset="-122"/>
                <a:cs typeface="Open Sans" pitchFamily="34" charset="-120"/>
              </a:rPr>
              <a:t>Modernización de la infraestructura</a:t>
            </a:r>
            <a:endParaRPr lang="en-US" sz="1000"/>
          </a:p>
        </p:txBody>
      </p:sp>
      <p:sp>
        <p:nvSpPr>
          <p:cNvPr id="19" name="Shape 13"/>
          <p:cNvSpPr/>
          <p:nvPr/>
        </p:nvSpPr>
        <p:spPr>
          <a:xfrm>
            <a:off x="457200" y="4160520"/>
            <a:ext cx="3840480" cy="502920"/>
          </a:xfrm>
          <a:prstGeom prst="roundRect">
            <a:avLst>
              <a:gd name="adj" fmla="val 0"/>
            </a:avLst>
          </a:prstGeom>
          <a:solidFill>
            <a:srgbClr val="3D5AFE"/>
          </a:solidFill>
          <a:ln w="12700">
            <a:solidFill>
              <a:srgbClr val="3D5AFE"/>
            </a:solidFill>
            <a:prstDash val="solid"/>
          </a:ln>
        </p:spPr>
        <p:txBody>
          <a:bodyPr/>
          <a:lstStyle/>
          <a:p>
            <a:endParaRPr lang="en-ES"/>
          </a:p>
        </p:txBody>
      </p:sp>
      <p:sp>
        <p:nvSpPr>
          <p:cNvPr id="20" name="Text 14"/>
          <p:cNvSpPr/>
          <p:nvPr/>
        </p:nvSpPr>
        <p:spPr>
          <a:xfrm>
            <a:off x="457200" y="4160520"/>
            <a:ext cx="3840480" cy="502920"/>
          </a:xfrm>
          <a:prstGeom prst="rect">
            <a:avLst/>
          </a:prstGeom>
          <a:noFill/>
          <a:ln/>
        </p:spPr>
        <p:txBody>
          <a:bodyPr wrap="square" lIns="0" tIns="0" rIns="0" bIns="0" rtlCol="0" anchor="ctr"/>
          <a:lstStyle/>
          <a:p>
            <a:pPr marL="0" indent="0" algn="ctr">
              <a:buNone/>
            </a:pPr>
            <a:r>
              <a:rPr lang="en-US" sz="1200" b="1" kern="0" spc="100">
                <a:solidFill>
                  <a:srgbClr val="FFFFFF"/>
                </a:solidFill>
                <a:latin typeface="Open Sans" pitchFamily="34" charset="0"/>
                <a:ea typeface="Open Sans" pitchFamily="34" charset="-122"/>
                <a:cs typeface="Open Sans" pitchFamily="34" charset="-120"/>
              </a:rPr>
              <a:t>Soluciones de extremo a extremo</a:t>
            </a:r>
            <a:endParaRPr lang="en-US" sz="1200"/>
          </a:p>
        </p:txBody>
      </p:sp>
      <p:grpSp>
        <p:nvGrpSpPr>
          <p:cNvPr id="25" name="Group 24">
            <a:extLst>
              <a:ext uri="{FF2B5EF4-FFF2-40B4-BE49-F238E27FC236}">
                <a16:creationId xmlns:a16="http://schemas.microsoft.com/office/drawing/2014/main" id="{4A785854-B8A6-FBCD-4414-B9F2FE939530}"/>
              </a:ext>
            </a:extLst>
          </p:cNvPr>
          <p:cNvGrpSpPr/>
          <p:nvPr/>
        </p:nvGrpSpPr>
        <p:grpSpPr>
          <a:xfrm>
            <a:off x="8039657" y="4755838"/>
            <a:ext cx="795753" cy="246857"/>
            <a:chOff x="7435419" y="4613467"/>
            <a:chExt cx="1708581" cy="530033"/>
          </a:xfrm>
        </p:grpSpPr>
        <p:pic>
          <p:nvPicPr>
            <p:cNvPr id="26" name="Picture 25" descr="A black background with white text  AI-generated content may be incorrect.">
              <a:extLst>
                <a:ext uri="{FF2B5EF4-FFF2-40B4-BE49-F238E27FC236}">
                  <a16:creationId xmlns:a16="http://schemas.microsoft.com/office/drawing/2014/main" id="{766B1F6F-7530-7FF1-AF20-E53C8FAD0D48}"/>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27" name="Rectangle 26">
              <a:extLst>
                <a:ext uri="{FF2B5EF4-FFF2-40B4-BE49-F238E27FC236}">
                  <a16:creationId xmlns:a16="http://schemas.microsoft.com/office/drawing/2014/main" id="{32A10A87-1831-8930-2764-CE2E43D47B8F}"/>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28" name="Marcador de número de diapositiva 1">
              <a:extLst>
                <a:ext uri="{FF2B5EF4-FFF2-40B4-BE49-F238E27FC236}">
                  <a16:creationId xmlns:a16="http://schemas.microsoft.com/office/drawing/2014/main" id="{D78A4B63-48B1-C67F-D2C8-56EAACF4F382}"/>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3</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9100" name="Background"/>
          <p:cNvSpPr/>
          <p:nvPr/>
        </p:nvSpPr>
        <p:spPr>
          <a:xfrm>
            <a:off x="0" y="0"/>
            <a:ext cx="9144000" cy="5143500"/>
          </a:xfrm>
          <a:prstGeom prst="rect">
            <a:avLst/>
          </a:prstGeom>
          <a:solidFill>
            <a:srgbClr val="0D0E0F"/>
          </a:solidFill>
          <a:ln>
            <a:noFill/>
          </a:ln>
        </p:spPr>
        <p:txBody>
          <a:bodyPr/>
          <a:lstStyle/>
          <a:p>
            <a:endParaRPr/>
          </a:p>
        </p:txBody>
      </p:sp>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Text 1"/>
          <p:cNvSpPr/>
          <p:nvPr/>
        </p:nvSpPr>
        <p:spPr>
          <a:xfrm>
            <a:off x="457200" y="1737360"/>
            <a:ext cx="1828800" cy="731520"/>
          </a:xfrm>
          <a:prstGeom prst="rect">
            <a:avLst/>
          </a:prstGeom>
          <a:noFill/>
          <a:ln/>
        </p:spPr>
        <p:txBody>
          <a:bodyPr wrap="square" lIns="0" tIns="0" rIns="0" bIns="0" rtlCol="0" anchor="ctr"/>
          <a:lstStyle/>
          <a:p>
            <a:pPr marL="0" indent="0">
              <a:buNone/>
            </a:pPr>
            <a:r>
              <a:rPr lang="en-US" sz="7200" b="1">
                <a:solidFill>
                  <a:srgbClr val="3D5AFE"/>
                </a:solidFill>
                <a:latin typeface="Outfit" pitchFamily="34" charset="0"/>
                <a:ea typeface="Open Sans" pitchFamily="34" charset="-122"/>
                <a:cs typeface="Open Sans" pitchFamily="34" charset="-120"/>
              </a:rPr>
              <a:t>01</a:t>
            </a:r>
            <a:endParaRPr lang="en-US" sz="7200"/>
          </a:p>
        </p:txBody>
      </p:sp>
      <p:sp>
        <p:nvSpPr>
          <p:cNvPr id="4" name="Text 2"/>
          <p:cNvSpPr/>
          <p:nvPr/>
        </p:nvSpPr>
        <p:spPr>
          <a:xfrm>
            <a:off x="457200" y="2606040"/>
            <a:ext cx="8229600" cy="822960"/>
          </a:xfrm>
          <a:prstGeom prst="rect">
            <a:avLst/>
          </a:prstGeom>
          <a:noFill/>
          <a:ln/>
        </p:spPr>
        <p:txBody>
          <a:bodyPr wrap="square" lIns="0" tIns="0" rIns="0" bIns="0" rtlCol="0" anchor="ctr"/>
          <a:lstStyle/>
          <a:p>
            <a:pPr marL="0" indent="0">
              <a:buNone/>
            </a:pPr>
            <a:r>
              <a:rPr lang="en-US" sz="4400" b="1">
                <a:solidFill>
                  <a:srgbClr val="FFFFFF"/>
                </a:solidFill>
                <a:latin typeface="Outfit" pitchFamily="34" charset="0"/>
                <a:ea typeface="Open Sans" pitchFamily="34" charset="-122"/>
                <a:cs typeface="Open Sans" pitchFamily="34" charset="-120"/>
              </a:rPr>
              <a:t>¿Qué necesitas?</a:t>
            </a:r>
            <a:endParaRPr lang="en-US" sz="4400"/>
          </a:p>
        </p:txBody>
      </p:sp>
      <p:sp>
        <p:nvSpPr>
          <p:cNvPr id="5" name="Text 3"/>
          <p:cNvSpPr/>
          <p:nvPr/>
        </p:nvSpPr>
        <p:spPr>
          <a:xfrm>
            <a:off x="457200" y="3474720"/>
            <a:ext cx="8229600" cy="365760"/>
          </a:xfrm>
          <a:prstGeom prst="rect">
            <a:avLst/>
          </a:prstGeom>
          <a:noFill/>
          <a:ln/>
        </p:spPr>
        <p:txBody>
          <a:bodyPr wrap="square" lIns="0" tIns="0" rIns="0" bIns="0" rtlCol="0" anchor="ctr"/>
          <a:lstStyle/>
          <a:p>
            <a:pPr marL="0" indent="0">
              <a:buNone/>
            </a:pPr>
            <a:r>
              <a:rPr lang="en-US" sz="1600">
                <a:solidFill>
                  <a:srgbClr val="3D5AFE"/>
                </a:solidFill>
                <a:latin typeface="Open Sans" pitchFamily="34" charset="0"/>
                <a:ea typeface="Open Sans" pitchFamily="34" charset="-122"/>
                <a:cs typeface="Open Sans" pitchFamily="34" charset="-120"/>
              </a:rPr>
              <a:t>Contexto y resumen de la propuesta</a:t>
            </a:r>
            <a:endParaRPr lang="en-US" sz="1600"/>
          </a:p>
        </p:txBody>
      </p:sp>
      <p:grpSp>
        <p:nvGrpSpPr>
          <p:cNvPr id="10" name="Group 9">
            <a:extLst>
              <a:ext uri="{FF2B5EF4-FFF2-40B4-BE49-F238E27FC236}">
                <a16:creationId xmlns:a16="http://schemas.microsoft.com/office/drawing/2014/main" id="{32D9E9D1-4D7A-F892-4C15-4E073793B917}"/>
              </a:ext>
            </a:extLst>
          </p:cNvPr>
          <p:cNvGrpSpPr/>
          <p:nvPr/>
        </p:nvGrpSpPr>
        <p:grpSpPr>
          <a:xfrm>
            <a:off x="8039657" y="4755838"/>
            <a:ext cx="795753" cy="246857"/>
            <a:chOff x="7435419" y="4613467"/>
            <a:chExt cx="1708581" cy="530033"/>
          </a:xfrm>
        </p:grpSpPr>
        <p:pic>
          <p:nvPicPr>
            <p:cNvPr id="11" name="Picture 10" descr="A black background with white text  AI-generated content may be incorrect.">
              <a:extLst>
                <a:ext uri="{FF2B5EF4-FFF2-40B4-BE49-F238E27FC236}">
                  <a16:creationId xmlns:a16="http://schemas.microsoft.com/office/drawing/2014/main" id="{7833C5EF-B7AD-0002-139C-0FEF62D5486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12" name="Rectangle 11">
              <a:extLst>
                <a:ext uri="{FF2B5EF4-FFF2-40B4-BE49-F238E27FC236}">
                  <a16:creationId xmlns:a16="http://schemas.microsoft.com/office/drawing/2014/main" id="{33EDAD35-5E69-6DA5-8E48-C837E3B9B17F}"/>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13" name="Marcador de número de diapositiva 1">
              <a:extLst>
                <a:ext uri="{FF2B5EF4-FFF2-40B4-BE49-F238E27FC236}">
                  <a16:creationId xmlns:a16="http://schemas.microsoft.com/office/drawing/2014/main" id="{CBFE7318-5480-7EF4-2083-BF6EDB7195D7}"/>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4</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Shape 1"/>
          <p:cNvSpPr/>
          <p:nvPr/>
        </p:nvSpPr>
        <p:spPr>
          <a:xfrm>
            <a:off x="457200" y="411480"/>
            <a:ext cx="320040" cy="36576"/>
          </a:xfrm>
          <a:prstGeom prst="rect">
            <a:avLst/>
          </a:prstGeom>
          <a:solidFill>
            <a:srgbClr val="3D5AFE"/>
          </a:solidFill>
          <a:ln w="12700">
            <a:solidFill>
              <a:srgbClr val="3D5AFE"/>
            </a:solidFill>
            <a:prstDash val="solid"/>
          </a:ln>
        </p:spPr>
        <p:txBody>
          <a:bodyPr/>
          <a:lstStyle/>
          <a:p>
            <a:endParaRPr lang="en-ES"/>
          </a:p>
        </p:txBody>
      </p:sp>
      <p:sp>
        <p:nvSpPr>
          <p:cNvPr id="4" name="Text 2"/>
          <p:cNvSpPr/>
          <p:nvPr/>
        </p:nvSpPr>
        <p:spPr>
          <a:xfrm>
            <a:off x="457200" y="502920"/>
            <a:ext cx="5486400" cy="256032"/>
          </a:xfrm>
          <a:prstGeom prst="rect">
            <a:avLst/>
          </a:prstGeom>
          <a:noFill/>
          <a:ln/>
        </p:spPr>
        <p:txBody>
          <a:bodyPr wrap="square" lIns="0" tIns="0" rIns="0" bIns="0" rtlCol="0" anchor="t"/>
          <a:lstStyle/>
          <a:p>
            <a:pPr marL="0" indent="0">
              <a:buNone/>
            </a:pPr>
            <a:r>
              <a:rPr lang="en-US" sz="1000" b="1" kern="0" spc="400">
                <a:solidFill>
                  <a:srgbClr val="3D5AFE"/>
                </a:solidFill>
                <a:latin typeface="Open Sans" pitchFamily="34" charset="0"/>
                <a:ea typeface="Open Sans" pitchFamily="34" charset="-122"/>
                <a:cs typeface="Open Sans" pitchFamily="34" charset="-120"/>
              </a:rPr>
              <a:t>CONTEXTO</a:t>
            </a:r>
            <a:endParaRPr lang="en-US" sz="1000"/>
          </a:p>
        </p:txBody>
      </p:sp>
      <p:sp>
        <p:nvSpPr>
          <p:cNvPr id="5" name="Text 3"/>
          <p:cNvSpPr/>
          <p:nvPr/>
        </p:nvSpPr>
        <p:spPr>
          <a:xfrm>
            <a:off x="457200" y="868680"/>
            <a:ext cx="8229600" cy="640080"/>
          </a:xfrm>
          <a:prstGeom prst="rect">
            <a:avLst/>
          </a:prstGeom>
          <a:noFill/>
          <a:ln/>
        </p:spPr>
        <p:txBody>
          <a:bodyPr wrap="square" lIns="0" tIns="0" rIns="0" bIns="0" rtlCol="0" anchor="t"/>
          <a:lstStyle/>
          <a:p>
            <a:pPr marL="0" indent="0">
              <a:buNone/>
            </a:pPr>
            <a:r>
              <a:rPr lang="en-US" sz="2800" b="1">
                <a:solidFill>
                  <a:srgbClr val="1A1A2E"/>
                </a:solidFill>
                <a:latin typeface="Outfit" pitchFamily="34" charset="0"/>
                <a:ea typeface="Open Sans" pitchFamily="34" charset="-122"/>
                <a:cs typeface="Open Sans" pitchFamily="34" charset="-120"/>
              </a:rPr>
              <a:t>Cada proyecto tiene un contexto único</a:t>
            </a:r>
            <a:endParaRPr lang="en-US" sz="2800"/>
          </a:p>
        </p:txBody>
      </p:sp>
      <p:sp>
        <p:nvSpPr>
          <p:cNvPr id="6" name="Shape 4"/>
          <p:cNvSpPr/>
          <p:nvPr/>
        </p:nvSpPr>
        <p:spPr>
          <a:xfrm>
            <a:off x="457200" y="1691640"/>
            <a:ext cx="3931920" cy="1097280"/>
          </a:xfrm>
          <a:prstGeom prst="roundRect">
            <a:avLst>
              <a:gd name="adj" fmla="val 0"/>
            </a:avLst>
          </a:prstGeom>
          <a:solidFill>
            <a:srgbClr val="F0F1F5"/>
          </a:solidFill>
          <a:ln w="12700">
            <a:solidFill>
              <a:srgbClr val="F0F1F5"/>
            </a:solidFill>
            <a:prstDash val="solid"/>
          </a:ln>
        </p:spPr>
        <p:txBody>
          <a:bodyPr/>
          <a:lstStyle/>
          <a:p>
            <a:endParaRPr lang="en-ES"/>
          </a:p>
        </p:txBody>
      </p:sp>
      <p:sp>
        <p:nvSpPr>
          <p:cNvPr id="7" name="Shape 5"/>
          <p:cNvSpPr/>
          <p:nvPr/>
        </p:nvSpPr>
        <p:spPr>
          <a:xfrm>
            <a:off x="457200" y="1691640"/>
            <a:ext cx="54864" cy="1097280"/>
          </a:xfrm>
          <a:prstGeom prst="rect">
            <a:avLst/>
          </a:prstGeom>
          <a:solidFill>
            <a:srgbClr val="3D5AFE"/>
          </a:solidFill>
          <a:ln w="12700">
            <a:solidFill>
              <a:srgbClr val="3D5AFE"/>
            </a:solidFill>
            <a:prstDash val="solid"/>
          </a:ln>
        </p:spPr>
        <p:txBody>
          <a:bodyPr/>
          <a:lstStyle/>
          <a:p>
            <a:endParaRPr lang="en-ES"/>
          </a:p>
        </p:txBody>
      </p:sp>
      <p:sp>
        <p:nvSpPr>
          <p:cNvPr id="8" name="Text 6"/>
          <p:cNvSpPr/>
          <p:nvPr/>
        </p:nvSpPr>
        <p:spPr>
          <a:xfrm>
            <a:off x="640080" y="1783080"/>
            <a:ext cx="3657600" cy="914400"/>
          </a:xfrm>
          <a:prstGeom prst="rect">
            <a:avLst/>
          </a:prstGeom>
          <a:noFill/>
          <a:ln/>
        </p:spPr>
        <p:txBody>
          <a:bodyPr wrap="square" lIns="0" tIns="0" rIns="0" bIns="0" rtlCol="0" anchor="ctr"/>
          <a:lstStyle/>
          <a:p>
            <a:pPr marL="0" indent="0">
              <a:buNone/>
            </a:pPr>
            <a:r>
              <a:rPr lang="en-US" sz="1100">
                <a:solidFill>
                  <a:srgbClr val="1A1A2E"/>
                </a:solidFill>
                <a:latin typeface="Open Sans" pitchFamily="34" charset="0"/>
                <a:ea typeface="Open Sans" pitchFamily="34" charset="-122"/>
                <a:cs typeface="Open Sans" pitchFamily="34" charset="-120"/>
              </a:rPr>
              <a:t>Los proyectos generan cambios en 5 categorías: cambio organizacional, cambio de proceso, cambio de producto, cambio de recursos o cambio de activos.</a:t>
            </a:r>
            <a:endParaRPr lang="en-US" sz="1100"/>
          </a:p>
        </p:txBody>
      </p:sp>
      <p:sp>
        <p:nvSpPr>
          <p:cNvPr id="9" name="Shape 7"/>
          <p:cNvSpPr/>
          <p:nvPr/>
        </p:nvSpPr>
        <p:spPr>
          <a:xfrm>
            <a:off x="457200" y="2971800"/>
            <a:ext cx="3931920" cy="1508760"/>
          </a:xfrm>
          <a:prstGeom prst="roundRect">
            <a:avLst>
              <a:gd name="adj" fmla="val 0"/>
            </a:avLst>
          </a:prstGeom>
          <a:solidFill>
            <a:srgbClr val="3D5AFE"/>
          </a:solidFill>
          <a:ln w="12700">
            <a:solidFill>
              <a:srgbClr val="3D5AFE"/>
            </a:solidFill>
            <a:prstDash val="solid"/>
          </a:ln>
        </p:spPr>
        <p:txBody>
          <a:bodyPr/>
          <a:lstStyle/>
          <a:p>
            <a:endParaRPr lang="en-ES"/>
          </a:p>
        </p:txBody>
      </p:sp>
      <p:sp>
        <p:nvSpPr>
          <p:cNvPr id="10" name="Text 8"/>
          <p:cNvSpPr/>
          <p:nvPr/>
        </p:nvSpPr>
        <p:spPr>
          <a:xfrm>
            <a:off x="685800" y="3108960"/>
            <a:ext cx="3566160" cy="274320"/>
          </a:xfrm>
          <a:prstGeom prst="rect">
            <a:avLst/>
          </a:prstGeom>
          <a:noFill/>
          <a:ln/>
        </p:spPr>
        <p:txBody>
          <a:bodyPr wrap="square" lIns="0" tIns="0" rIns="0" bIns="0" rtlCol="0" anchor="ctr"/>
          <a:lstStyle/>
          <a:p>
            <a:pPr marL="0" indent="0">
              <a:buNone/>
            </a:pPr>
            <a:r>
              <a:rPr lang="en-US" sz="1200" b="1">
                <a:solidFill>
                  <a:srgbClr val="FFFFFF"/>
                </a:solidFill>
                <a:latin typeface="Open Sans" pitchFamily="34" charset="0"/>
                <a:ea typeface="Open Sans" pitchFamily="34" charset="-122"/>
                <a:cs typeface="Open Sans" pitchFamily="34" charset="-120"/>
              </a:rPr>
              <a:t>Contexto del proyecto</a:t>
            </a:r>
            <a:endParaRPr lang="en-US" sz="1200"/>
          </a:p>
        </p:txBody>
      </p:sp>
      <p:sp>
        <p:nvSpPr>
          <p:cNvPr id="11" name="Text 9"/>
          <p:cNvSpPr/>
          <p:nvPr/>
        </p:nvSpPr>
        <p:spPr>
          <a:xfrm>
            <a:off x="685800" y="3429000"/>
            <a:ext cx="3566160" cy="914400"/>
          </a:xfrm>
          <a:prstGeom prst="rect">
            <a:avLst/>
          </a:prstGeom>
          <a:noFill/>
          <a:ln/>
        </p:spPr>
        <p:txBody>
          <a:bodyPr wrap="square" lIns="0" tIns="0" rIns="0" bIns="0" rtlCol="0" anchor="t"/>
          <a:lstStyle/>
          <a:p>
            <a:pPr marL="0" indent="0">
              <a:buNone/>
            </a:pPr>
            <a:r>
              <a:rPr lang="en-US" sz="1100" i="1" dirty="0">
                <a:solidFill>
                  <a:srgbClr val="E5E7EB"/>
                </a:solidFill>
                <a:latin typeface="Open Sans" pitchFamily="34" charset="0"/>
                <a:ea typeface="Open Sans" pitchFamily="34" charset="-122"/>
                <a:cs typeface="Open Sans" pitchFamily="34" charset="-120"/>
              </a:rPr>
              <a:t>[</a:t>
            </a:r>
            <a:r>
              <a:rPr lang="en-US" sz="1100" i="1" dirty="0" err="1">
                <a:solidFill>
                  <a:srgbClr val="E5E7EB"/>
                </a:solidFill>
                <a:latin typeface="Open Sans" pitchFamily="34" charset="0"/>
                <a:ea typeface="Open Sans" pitchFamily="34" charset="-122"/>
                <a:cs typeface="Open Sans" pitchFamily="34" charset="-120"/>
              </a:rPr>
              <a:t>Coloque</a:t>
            </a:r>
            <a:r>
              <a:rPr lang="en-US" sz="1100" i="1" dirty="0">
                <a:solidFill>
                  <a:srgbClr val="E5E7EB"/>
                </a:solidFill>
                <a:latin typeface="Open Sans" pitchFamily="34" charset="0"/>
                <a:ea typeface="Open Sans" pitchFamily="34" charset="-122"/>
                <a:cs typeface="Open Sans" pitchFamily="34" charset="-120"/>
              </a:rPr>
              <a:t> </a:t>
            </a:r>
            <a:r>
              <a:rPr lang="en-US" sz="1100" i="1" dirty="0" err="1">
                <a:solidFill>
                  <a:srgbClr val="E5E7EB"/>
                </a:solidFill>
                <a:latin typeface="Open Sans" pitchFamily="34" charset="0"/>
                <a:ea typeface="Open Sans" pitchFamily="34" charset="-122"/>
                <a:cs typeface="Open Sans" pitchFamily="34" charset="-120"/>
              </a:rPr>
              <a:t>aquí</a:t>
            </a:r>
            <a:r>
              <a:rPr lang="en-US" sz="1100" i="1" dirty="0">
                <a:solidFill>
                  <a:srgbClr val="E5E7EB"/>
                </a:solidFill>
                <a:latin typeface="Open Sans" pitchFamily="34" charset="0"/>
                <a:ea typeface="Open Sans" pitchFamily="34" charset="-122"/>
                <a:cs typeface="Open Sans" pitchFamily="34" charset="-120"/>
              </a:rPr>
              <a:t> </a:t>
            </a:r>
            <a:r>
              <a:rPr lang="en-US" sz="1100" i="1" dirty="0" err="1">
                <a:solidFill>
                  <a:srgbClr val="E5E7EB"/>
                </a:solidFill>
                <a:latin typeface="Open Sans" pitchFamily="34" charset="0"/>
                <a:ea typeface="Open Sans" pitchFamily="34" charset="-122"/>
                <a:cs typeface="Open Sans" pitchFamily="34" charset="-120"/>
              </a:rPr>
              <a:t>el</a:t>
            </a:r>
            <a:r>
              <a:rPr lang="en-US" sz="1100" i="1" dirty="0">
                <a:solidFill>
                  <a:srgbClr val="E5E7EB"/>
                </a:solidFill>
                <a:latin typeface="Open Sans" pitchFamily="34" charset="0"/>
                <a:ea typeface="Open Sans" pitchFamily="34" charset="-122"/>
                <a:cs typeface="Open Sans" pitchFamily="34" charset="-120"/>
              </a:rPr>
              <a:t> </a:t>
            </a:r>
            <a:r>
              <a:rPr lang="en-US" sz="1100" i="1" dirty="0" err="1">
                <a:solidFill>
                  <a:srgbClr val="E5E7EB"/>
                </a:solidFill>
                <a:latin typeface="Open Sans" pitchFamily="34" charset="0"/>
                <a:ea typeface="Open Sans" pitchFamily="34" charset="-122"/>
                <a:cs typeface="Open Sans" pitchFamily="34" charset="-120"/>
              </a:rPr>
              <a:t>contexto</a:t>
            </a:r>
            <a:r>
              <a:rPr lang="en-US" sz="1100" i="1" dirty="0">
                <a:solidFill>
                  <a:srgbClr val="E5E7EB"/>
                </a:solidFill>
                <a:latin typeface="Open Sans" pitchFamily="34" charset="0"/>
                <a:ea typeface="Open Sans" pitchFamily="34" charset="-122"/>
                <a:cs typeface="Open Sans" pitchFamily="34" charset="-120"/>
              </a:rPr>
              <a:t> del </a:t>
            </a:r>
            <a:r>
              <a:rPr lang="en-US" sz="1100" i="1" dirty="0" err="1">
                <a:solidFill>
                  <a:srgbClr val="E5E7EB"/>
                </a:solidFill>
                <a:latin typeface="Open Sans" pitchFamily="34" charset="0"/>
                <a:ea typeface="Open Sans" pitchFamily="34" charset="-122"/>
                <a:cs typeface="Open Sans" pitchFamily="34" charset="-120"/>
              </a:rPr>
              <a:t>proyecto</a:t>
            </a:r>
            <a:r>
              <a:rPr lang="en-US" sz="1100" i="1" dirty="0">
                <a:solidFill>
                  <a:srgbClr val="E5E7EB"/>
                </a:solidFill>
                <a:latin typeface="Open Sans" pitchFamily="34" charset="0"/>
                <a:ea typeface="Open Sans" pitchFamily="34" charset="-122"/>
                <a:cs typeface="Open Sans" pitchFamily="34" charset="-120"/>
              </a:rPr>
              <a:t> </a:t>
            </a:r>
            <a:r>
              <a:rPr lang="en-US" sz="1100" i="1" dirty="0" err="1">
                <a:solidFill>
                  <a:srgbClr val="E5E7EB"/>
                </a:solidFill>
                <a:latin typeface="Open Sans" pitchFamily="34" charset="0"/>
                <a:ea typeface="Open Sans" pitchFamily="34" charset="-122"/>
                <a:cs typeface="Open Sans" pitchFamily="34" charset="-120"/>
              </a:rPr>
              <a:t>cliente</a:t>
            </a:r>
            <a:r>
              <a:rPr lang="en-US" sz="1100" i="1" dirty="0">
                <a:solidFill>
                  <a:srgbClr val="E5E7EB"/>
                </a:solidFill>
                <a:latin typeface="Open Sans" pitchFamily="34" charset="0"/>
                <a:ea typeface="Open Sans" pitchFamily="34" charset="-122"/>
                <a:cs typeface="Open Sans" pitchFamily="34" charset="-120"/>
              </a:rPr>
              <a:t>]</a:t>
            </a:r>
            <a:endParaRPr lang="en-US" sz="1100" dirty="0"/>
          </a:p>
        </p:txBody>
      </p:sp>
      <p:sp>
        <p:nvSpPr>
          <p:cNvPr id="12" name="Text 10"/>
          <p:cNvSpPr/>
          <p:nvPr/>
        </p:nvSpPr>
        <p:spPr>
          <a:xfrm>
            <a:off x="4663440" y="1737360"/>
            <a:ext cx="4023360" cy="1188720"/>
          </a:xfrm>
          <a:prstGeom prst="rect">
            <a:avLst/>
          </a:prstGeom>
          <a:noFill/>
          <a:ln/>
        </p:spPr>
        <p:txBody>
          <a:bodyPr wrap="square" lIns="0" tIns="0" rIns="0" bIns="0" rtlCol="0" anchor="t"/>
          <a:lstStyle/>
          <a:p>
            <a:pPr marL="0" indent="0">
              <a:buNone/>
            </a:pPr>
            <a:r>
              <a:rPr lang="en-US" sz="1200">
                <a:solidFill>
                  <a:srgbClr val="1A1A2E"/>
                </a:solidFill>
                <a:latin typeface="Open Sans" pitchFamily="34" charset="0"/>
                <a:ea typeface="Open Sans" pitchFamily="34" charset="-122"/>
                <a:cs typeface="Open Sans" pitchFamily="34" charset="-120"/>
              </a:rPr>
              <a:t>El alcance, el entorno, la fase, los procesos de decisión y las partes interesadas afectan a las oportunidades de incorporar la sostenibilidad en cualquier proyecto.</a:t>
            </a:r>
            <a:endParaRPr lang="en-US" sz="1200"/>
          </a:p>
        </p:txBody>
      </p:sp>
      <p:sp>
        <p:nvSpPr>
          <p:cNvPr id="13" name="Text 11"/>
          <p:cNvSpPr/>
          <p:nvPr/>
        </p:nvSpPr>
        <p:spPr>
          <a:xfrm>
            <a:off x="4663440" y="2971800"/>
            <a:ext cx="4023360" cy="1188720"/>
          </a:xfrm>
          <a:prstGeom prst="rect">
            <a:avLst/>
          </a:prstGeom>
          <a:noFill/>
          <a:ln/>
        </p:spPr>
        <p:txBody>
          <a:bodyPr wrap="square" lIns="0" tIns="0" rIns="0" bIns="0" rtlCol="0" anchor="t"/>
          <a:lstStyle/>
          <a:p>
            <a:pPr marL="0" indent="0">
              <a:buNone/>
            </a:pPr>
            <a:r>
              <a:rPr lang="en-US" sz="1200" i="1">
                <a:solidFill>
                  <a:srgbClr val="6B7280"/>
                </a:solidFill>
                <a:latin typeface="Open Sans" pitchFamily="34" charset="0"/>
                <a:ea typeface="Open Sans" pitchFamily="34" charset="-122"/>
                <a:cs typeface="Open Sans" pitchFamily="34" charset="-120"/>
              </a:rPr>
              <a:t>Comprender el contexto del proyecto es fundamental para la aplicación exitosa de los objetivos de desarrollo.</a:t>
            </a:r>
            <a:endParaRPr lang="en-US" sz="1200"/>
          </a:p>
        </p:txBody>
      </p:sp>
      <p:grpSp>
        <p:nvGrpSpPr>
          <p:cNvPr id="18" name="Group 17">
            <a:extLst>
              <a:ext uri="{FF2B5EF4-FFF2-40B4-BE49-F238E27FC236}">
                <a16:creationId xmlns:a16="http://schemas.microsoft.com/office/drawing/2014/main" id="{689BE5D9-F792-CBA1-D431-79A2A27820DD}"/>
              </a:ext>
            </a:extLst>
          </p:cNvPr>
          <p:cNvGrpSpPr/>
          <p:nvPr/>
        </p:nvGrpSpPr>
        <p:grpSpPr>
          <a:xfrm>
            <a:off x="8039657" y="4755838"/>
            <a:ext cx="795753" cy="246857"/>
            <a:chOff x="7435419" y="4613467"/>
            <a:chExt cx="1708581" cy="530033"/>
          </a:xfrm>
        </p:grpSpPr>
        <p:pic>
          <p:nvPicPr>
            <p:cNvPr id="19" name="Picture 18" descr="A black background with white text  AI-generated content may be incorrect.">
              <a:extLst>
                <a:ext uri="{FF2B5EF4-FFF2-40B4-BE49-F238E27FC236}">
                  <a16:creationId xmlns:a16="http://schemas.microsoft.com/office/drawing/2014/main" id="{A65FAE46-45EF-D9B4-FFA5-43650879A5E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20" name="Rectangle 19">
              <a:extLst>
                <a:ext uri="{FF2B5EF4-FFF2-40B4-BE49-F238E27FC236}">
                  <a16:creationId xmlns:a16="http://schemas.microsoft.com/office/drawing/2014/main" id="{6CDC1C83-B24C-3DA0-411A-7797587644F3}"/>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21" name="Marcador de número de diapositiva 1">
              <a:extLst>
                <a:ext uri="{FF2B5EF4-FFF2-40B4-BE49-F238E27FC236}">
                  <a16:creationId xmlns:a16="http://schemas.microsoft.com/office/drawing/2014/main" id="{41A270C0-2D2F-27A4-7F7C-861DD629CD4C}"/>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5</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Shape 1"/>
          <p:cNvSpPr/>
          <p:nvPr/>
        </p:nvSpPr>
        <p:spPr>
          <a:xfrm>
            <a:off x="457200" y="411480"/>
            <a:ext cx="320040" cy="36576"/>
          </a:xfrm>
          <a:prstGeom prst="rect">
            <a:avLst/>
          </a:prstGeom>
          <a:solidFill>
            <a:srgbClr val="3D5AFE"/>
          </a:solidFill>
          <a:ln w="12700">
            <a:solidFill>
              <a:srgbClr val="3D5AFE"/>
            </a:solidFill>
            <a:prstDash val="solid"/>
          </a:ln>
        </p:spPr>
        <p:txBody>
          <a:bodyPr/>
          <a:lstStyle/>
          <a:p>
            <a:endParaRPr lang="en-ES"/>
          </a:p>
        </p:txBody>
      </p:sp>
      <p:sp>
        <p:nvSpPr>
          <p:cNvPr id="4" name="Text 2"/>
          <p:cNvSpPr/>
          <p:nvPr/>
        </p:nvSpPr>
        <p:spPr>
          <a:xfrm>
            <a:off x="457200" y="502920"/>
            <a:ext cx="5486400" cy="256032"/>
          </a:xfrm>
          <a:prstGeom prst="rect">
            <a:avLst/>
          </a:prstGeom>
          <a:noFill/>
          <a:ln/>
        </p:spPr>
        <p:txBody>
          <a:bodyPr wrap="square" lIns="0" tIns="0" rIns="0" bIns="0" rtlCol="0" anchor="t"/>
          <a:lstStyle/>
          <a:p>
            <a:pPr marL="0" indent="0">
              <a:buNone/>
            </a:pPr>
            <a:r>
              <a:rPr lang="en-US" sz="1000" b="1" kern="0" spc="400">
                <a:solidFill>
                  <a:srgbClr val="3D5AFE"/>
                </a:solidFill>
                <a:latin typeface="Open Sans" pitchFamily="34" charset="0"/>
                <a:ea typeface="Open Sans" pitchFamily="34" charset="-122"/>
                <a:cs typeface="Open Sans" pitchFamily="34" charset="-120"/>
              </a:rPr>
              <a:t>RESUMEN DE LA PROPUESTA</a:t>
            </a:r>
            <a:endParaRPr lang="en-US" sz="1000"/>
          </a:p>
        </p:txBody>
      </p:sp>
      <p:sp>
        <p:nvSpPr>
          <p:cNvPr id="5" name="Text 3"/>
          <p:cNvSpPr/>
          <p:nvPr/>
        </p:nvSpPr>
        <p:spPr>
          <a:xfrm>
            <a:off x="457200" y="868680"/>
            <a:ext cx="8229600" cy="640080"/>
          </a:xfrm>
          <a:prstGeom prst="rect">
            <a:avLst/>
          </a:prstGeom>
          <a:noFill/>
          <a:ln/>
        </p:spPr>
        <p:txBody>
          <a:bodyPr wrap="square" lIns="0" tIns="0" rIns="0" bIns="0" rtlCol="0" anchor="t"/>
          <a:lstStyle/>
          <a:p>
            <a:pPr marL="0" indent="0">
              <a:buNone/>
            </a:pPr>
            <a:r>
              <a:rPr lang="en-US" sz="2800" b="1">
                <a:solidFill>
                  <a:srgbClr val="1A1A2E"/>
                </a:solidFill>
                <a:latin typeface="Outfit" pitchFamily="34" charset="0"/>
                <a:ea typeface="Open Sans" pitchFamily="34" charset="-122"/>
                <a:cs typeface="Open Sans" pitchFamily="34" charset="-120"/>
              </a:rPr>
              <a:t>Los ejes de su necesidad</a:t>
            </a:r>
            <a:endParaRPr lang="en-US" sz="2800"/>
          </a:p>
        </p:txBody>
      </p:sp>
      <p:sp>
        <p:nvSpPr>
          <p:cNvPr id="6" name="Shape 4"/>
          <p:cNvSpPr/>
          <p:nvPr/>
        </p:nvSpPr>
        <p:spPr>
          <a:xfrm>
            <a:off x="457200" y="1645920"/>
            <a:ext cx="2743200" cy="1920240"/>
          </a:xfrm>
          <a:prstGeom prst="roundRect">
            <a:avLst>
              <a:gd name="adj" fmla="val 0"/>
            </a:avLst>
          </a:prstGeom>
          <a:solidFill>
            <a:srgbClr val="FFFFFF"/>
          </a:solidFill>
          <a:ln w="9525">
            <a:solidFill>
              <a:srgbClr val="F2F3F7"/>
            </a:solidFill>
            <a:prstDash val="solid"/>
          </a:ln>
          <a:effectLst>
            <a:outerShdw blurRad="127000" dist="25400" dir="5400000" algn="bl" rotWithShape="0">
              <a:srgbClr val="000000">
                <a:alpha val="8000"/>
              </a:srgbClr>
            </a:outerShdw>
          </a:effectLst>
        </p:spPr>
        <p:txBody>
          <a:bodyPr/>
          <a:lstStyle/>
          <a:p>
            <a:endParaRPr lang="en-ES"/>
          </a:p>
        </p:txBody>
      </p:sp>
      <p:sp>
        <p:nvSpPr>
          <p:cNvPr id="7" name="Shape 5"/>
          <p:cNvSpPr/>
          <p:nvPr/>
        </p:nvSpPr>
        <p:spPr>
          <a:xfrm>
            <a:off x="457200" y="1645920"/>
            <a:ext cx="2743200" cy="384048"/>
          </a:xfrm>
          <a:prstGeom prst="rect">
            <a:avLst/>
          </a:prstGeom>
          <a:solidFill>
            <a:srgbClr val="3D5AFE"/>
          </a:solidFill>
          <a:ln w="12700">
            <a:solidFill>
              <a:srgbClr val="3D5AFE"/>
            </a:solidFill>
            <a:prstDash val="solid"/>
          </a:ln>
        </p:spPr>
        <p:txBody>
          <a:bodyPr/>
          <a:lstStyle/>
          <a:p>
            <a:endParaRPr lang="en-ES"/>
          </a:p>
        </p:txBody>
      </p:sp>
      <p:pic>
        <p:nvPicPr>
          <p:cNvPr id="8" name="Image 0" descr="preencoded.png"/>
          <p:cNvPicPr>
            <a:picLocks noChangeAspect="1"/>
          </p:cNvPicPr>
          <p:nvPr/>
        </p:nvPicPr>
        <p:blipFill>
          <a:blip r:embed="rId3"/>
          <a:stretch>
            <a:fillRect/>
          </a:stretch>
        </p:blipFill>
        <p:spPr>
          <a:xfrm>
            <a:off x="594360" y="1709928"/>
            <a:ext cx="256032" cy="256032"/>
          </a:xfrm>
          <a:prstGeom prst="rect">
            <a:avLst/>
          </a:prstGeom>
        </p:spPr>
      </p:pic>
      <p:sp>
        <p:nvSpPr>
          <p:cNvPr id="9" name="Text 6"/>
          <p:cNvSpPr/>
          <p:nvPr/>
        </p:nvSpPr>
        <p:spPr>
          <a:xfrm>
            <a:off x="914400" y="1645920"/>
            <a:ext cx="2240280" cy="384048"/>
          </a:xfrm>
          <a:prstGeom prst="rect">
            <a:avLst/>
          </a:prstGeom>
          <a:noFill/>
          <a:ln/>
        </p:spPr>
        <p:txBody>
          <a:bodyPr wrap="square" lIns="0" tIns="0" rIns="0" bIns="0" rtlCol="0" anchor="ctr"/>
          <a:lstStyle/>
          <a:p>
            <a:pPr marL="0" indent="0">
              <a:buNone/>
            </a:pPr>
            <a:r>
              <a:rPr lang="en-US" sz="1100" b="1">
                <a:solidFill>
                  <a:srgbClr val="FFFFFF"/>
                </a:solidFill>
                <a:latin typeface="Open Sans" pitchFamily="34" charset="0"/>
                <a:ea typeface="Open Sans" pitchFamily="34" charset="-122"/>
                <a:cs typeface="Open Sans" pitchFamily="34" charset="-120"/>
              </a:rPr>
              <a:t>Resumen de requisitos</a:t>
            </a:r>
            <a:endParaRPr lang="en-US" sz="1100"/>
          </a:p>
        </p:txBody>
      </p:sp>
      <p:sp>
        <p:nvSpPr>
          <p:cNvPr id="10" name="Text 7"/>
          <p:cNvSpPr/>
          <p:nvPr/>
        </p:nvSpPr>
        <p:spPr>
          <a:xfrm>
            <a:off x="640080" y="2148840"/>
            <a:ext cx="2240280" cy="137160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1A1A2E"/>
                </a:solidFill>
                <a:latin typeface="Open Sans" pitchFamily="34" charset="0"/>
                <a:ea typeface="Open Sans" pitchFamily="34" charset="-122"/>
                <a:cs typeface="Open Sans" pitchFamily="34" charset="-120"/>
              </a:rPr>
              <a:t>[</a:t>
            </a:r>
            <a:r>
              <a:rPr lang="en-US" sz="950" dirty="0" err="1">
                <a:solidFill>
                  <a:srgbClr val="1A1A2E"/>
                </a:solidFill>
                <a:latin typeface="Open Sans" pitchFamily="34" charset="0"/>
                <a:ea typeface="Open Sans" pitchFamily="34" charset="-122"/>
                <a:cs typeface="Open Sans" pitchFamily="34" charset="-120"/>
              </a:rPr>
              <a:t>Resumen</a:t>
            </a:r>
            <a:r>
              <a:rPr lang="en-US" sz="950" dirty="0">
                <a:solidFill>
                  <a:srgbClr val="1A1A2E"/>
                </a:solidFill>
                <a:latin typeface="Open Sans" pitchFamily="34" charset="0"/>
                <a:ea typeface="Open Sans" pitchFamily="34" charset="-122"/>
                <a:cs typeface="Open Sans" pitchFamily="34" charset="-120"/>
              </a:rPr>
              <a:t> de </a:t>
            </a:r>
            <a:r>
              <a:rPr lang="en-US" sz="950" dirty="0" err="1">
                <a:solidFill>
                  <a:srgbClr val="1A1A2E"/>
                </a:solidFill>
                <a:latin typeface="Open Sans" pitchFamily="34" charset="0"/>
                <a:ea typeface="Open Sans" pitchFamily="34" charset="-122"/>
                <a:cs typeface="Open Sans" pitchFamily="34" charset="-120"/>
              </a:rPr>
              <a:t>requisitos</a:t>
            </a:r>
            <a:r>
              <a:rPr lang="en-US" sz="950" dirty="0">
                <a:solidFill>
                  <a:srgbClr val="1A1A2E"/>
                </a:solidFill>
                <a:latin typeface="Open Sans" pitchFamily="34" charset="0"/>
                <a:ea typeface="Open Sans" pitchFamily="34" charset="-122"/>
                <a:cs typeface="Open Sans" pitchFamily="34" charset="-120"/>
              </a:rPr>
              <a:t>]</a:t>
            </a:r>
            <a:endParaRPr lang="en-US" sz="950" dirty="0"/>
          </a:p>
        </p:txBody>
      </p:sp>
      <p:sp>
        <p:nvSpPr>
          <p:cNvPr id="11" name="Shape 8"/>
          <p:cNvSpPr/>
          <p:nvPr/>
        </p:nvSpPr>
        <p:spPr>
          <a:xfrm>
            <a:off x="3355848" y="1645920"/>
            <a:ext cx="2743200" cy="1920240"/>
          </a:xfrm>
          <a:prstGeom prst="roundRect">
            <a:avLst>
              <a:gd name="adj" fmla="val 0"/>
            </a:avLst>
          </a:prstGeom>
          <a:solidFill>
            <a:srgbClr val="FFFFFF"/>
          </a:solidFill>
          <a:ln w="9525">
            <a:solidFill>
              <a:srgbClr val="F2F3F7"/>
            </a:solidFill>
            <a:prstDash val="solid"/>
          </a:ln>
          <a:effectLst>
            <a:outerShdw blurRad="127000" dist="25400" dir="5400000" algn="bl" rotWithShape="0">
              <a:srgbClr val="000000">
                <a:alpha val="8000"/>
              </a:srgbClr>
            </a:outerShdw>
          </a:effectLst>
        </p:spPr>
        <p:txBody>
          <a:bodyPr/>
          <a:lstStyle/>
          <a:p>
            <a:endParaRPr lang="en-ES"/>
          </a:p>
        </p:txBody>
      </p:sp>
      <p:sp>
        <p:nvSpPr>
          <p:cNvPr id="12" name="Shape 9"/>
          <p:cNvSpPr/>
          <p:nvPr/>
        </p:nvSpPr>
        <p:spPr>
          <a:xfrm>
            <a:off x="3355848" y="1645920"/>
            <a:ext cx="2743200" cy="384048"/>
          </a:xfrm>
          <a:prstGeom prst="rect">
            <a:avLst/>
          </a:prstGeom>
          <a:solidFill>
            <a:srgbClr val="3D5AFE"/>
          </a:solidFill>
          <a:ln w="12700">
            <a:solidFill>
              <a:srgbClr val="3D5AFE"/>
            </a:solidFill>
            <a:prstDash val="solid"/>
          </a:ln>
        </p:spPr>
        <p:txBody>
          <a:bodyPr/>
          <a:lstStyle/>
          <a:p>
            <a:endParaRPr lang="en-ES"/>
          </a:p>
        </p:txBody>
      </p:sp>
      <p:pic>
        <p:nvPicPr>
          <p:cNvPr id="13" name="Image 1" descr="preencoded.png"/>
          <p:cNvPicPr>
            <a:picLocks noChangeAspect="1"/>
          </p:cNvPicPr>
          <p:nvPr/>
        </p:nvPicPr>
        <p:blipFill>
          <a:blip r:embed="rId4"/>
          <a:stretch>
            <a:fillRect/>
          </a:stretch>
        </p:blipFill>
        <p:spPr>
          <a:xfrm>
            <a:off x="3493008" y="1709928"/>
            <a:ext cx="256032" cy="256032"/>
          </a:xfrm>
          <a:prstGeom prst="rect">
            <a:avLst/>
          </a:prstGeom>
        </p:spPr>
      </p:pic>
      <p:sp>
        <p:nvSpPr>
          <p:cNvPr id="14" name="Text 10"/>
          <p:cNvSpPr/>
          <p:nvPr/>
        </p:nvSpPr>
        <p:spPr>
          <a:xfrm>
            <a:off x="3813048" y="1645920"/>
            <a:ext cx="2240280" cy="384048"/>
          </a:xfrm>
          <a:prstGeom prst="rect">
            <a:avLst/>
          </a:prstGeom>
          <a:noFill/>
          <a:ln/>
        </p:spPr>
        <p:txBody>
          <a:bodyPr wrap="square" lIns="0" tIns="0" rIns="0" bIns="0" rtlCol="0" anchor="ctr"/>
          <a:lstStyle/>
          <a:p>
            <a:pPr marL="0" indent="0">
              <a:buNone/>
            </a:pPr>
            <a:r>
              <a:rPr lang="en-US" sz="1100" b="1">
                <a:solidFill>
                  <a:srgbClr val="FFFFFF"/>
                </a:solidFill>
                <a:latin typeface="Open Sans" pitchFamily="34" charset="0"/>
                <a:ea typeface="Open Sans" pitchFamily="34" charset="-122"/>
                <a:cs typeface="Open Sans" pitchFamily="34" charset="-120"/>
              </a:rPr>
              <a:t>Propuesta esperada</a:t>
            </a:r>
            <a:endParaRPr lang="en-US" sz="1100"/>
          </a:p>
        </p:txBody>
      </p:sp>
      <p:sp>
        <p:nvSpPr>
          <p:cNvPr id="15" name="Text 11"/>
          <p:cNvSpPr/>
          <p:nvPr/>
        </p:nvSpPr>
        <p:spPr>
          <a:xfrm>
            <a:off x="3538728" y="2148840"/>
            <a:ext cx="2514600" cy="137160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1A1A2E"/>
                </a:solidFill>
                <a:latin typeface="Open Sans" pitchFamily="34" charset="0"/>
                <a:ea typeface="Open Sans" pitchFamily="34" charset="-122"/>
                <a:cs typeface="Open Sans" pitchFamily="34" charset="-120"/>
              </a:rPr>
              <a:t>[</a:t>
            </a:r>
            <a:r>
              <a:rPr lang="en-US" sz="950" dirty="0" err="1">
                <a:solidFill>
                  <a:srgbClr val="1A1A2E"/>
                </a:solidFill>
                <a:latin typeface="Open Sans" pitchFamily="34" charset="0"/>
                <a:ea typeface="Open Sans" pitchFamily="34" charset="-122"/>
                <a:cs typeface="Open Sans" pitchFamily="34" charset="-120"/>
              </a:rPr>
              <a:t>Propuesta</a:t>
            </a:r>
            <a:r>
              <a:rPr lang="en-US" sz="950" dirty="0">
                <a:solidFill>
                  <a:srgbClr val="1A1A2E"/>
                </a:solidFill>
                <a:latin typeface="Open Sans" pitchFamily="34" charset="0"/>
                <a:ea typeface="Open Sans" pitchFamily="34" charset="-122"/>
                <a:cs typeface="Open Sans" pitchFamily="34" charset="-120"/>
              </a:rPr>
              <a:t> </a:t>
            </a:r>
            <a:r>
              <a:rPr lang="en-US" sz="950" dirty="0" err="1">
                <a:solidFill>
                  <a:srgbClr val="1A1A2E"/>
                </a:solidFill>
                <a:latin typeface="Open Sans" pitchFamily="34" charset="0"/>
                <a:ea typeface="Open Sans" pitchFamily="34" charset="-122"/>
                <a:cs typeface="Open Sans" pitchFamily="34" charset="-120"/>
              </a:rPr>
              <a:t>esperada</a:t>
            </a:r>
            <a:r>
              <a:rPr lang="en-US" sz="950" dirty="0">
                <a:solidFill>
                  <a:srgbClr val="1A1A2E"/>
                </a:solidFill>
                <a:latin typeface="Open Sans" pitchFamily="34" charset="0"/>
                <a:ea typeface="Open Sans" pitchFamily="34" charset="-122"/>
                <a:cs typeface="Open Sans" pitchFamily="34" charset="-120"/>
              </a:rPr>
              <a:t>]</a:t>
            </a:r>
            <a:endParaRPr lang="en-US" sz="950" dirty="0"/>
          </a:p>
        </p:txBody>
      </p:sp>
      <p:sp>
        <p:nvSpPr>
          <p:cNvPr id="16" name="Shape 12"/>
          <p:cNvSpPr/>
          <p:nvPr/>
        </p:nvSpPr>
        <p:spPr>
          <a:xfrm>
            <a:off x="6245352" y="1645920"/>
            <a:ext cx="2743200" cy="1920240"/>
          </a:xfrm>
          <a:prstGeom prst="roundRect">
            <a:avLst>
              <a:gd name="adj" fmla="val 0"/>
            </a:avLst>
          </a:prstGeom>
          <a:solidFill>
            <a:srgbClr val="FFFFFF"/>
          </a:solidFill>
          <a:ln w="9525">
            <a:solidFill>
              <a:srgbClr val="F2F3F7"/>
            </a:solidFill>
            <a:prstDash val="solid"/>
          </a:ln>
          <a:effectLst>
            <a:outerShdw blurRad="127000" dist="25400" dir="5400000" algn="bl" rotWithShape="0">
              <a:srgbClr val="000000">
                <a:alpha val="8000"/>
              </a:srgbClr>
            </a:outerShdw>
          </a:effectLst>
        </p:spPr>
        <p:txBody>
          <a:bodyPr/>
          <a:lstStyle/>
          <a:p>
            <a:endParaRPr lang="en-ES"/>
          </a:p>
        </p:txBody>
      </p:sp>
      <p:sp>
        <p:nvSpPr>
          <p:cNvPr id="17" name="Shape 13"/>
          <p:cNvSpPr/>
          <p:nvPr/>
        </p:nvSpPr>
        <p:spPr>
          <a:xfrm>
            <a:off x="6245352" y="1645920"/>
            <a:ext cx="2743200" cy="384048"/>
          </a:xfrm>
          <a:prstGeom prst="rect">
            <a:avLst/>
          </a:prstGeom>
          <a:solidFill>
            <a:srgbClr val="3D5AFE"/>
          </a:solidFill>
          <a:ln w="12700">
            <a:solidFill>
              <a:srgbClr val="3D5AFE"/>
            </a:solidFill>
            <a:prstDash val="solid"/>
          </a:ln>
        </p:spPr>
        <p:txBody>
          <a:bodyPr/>
          <a:lstStyle/>
          <a:p>
            <a:endParaRPr lang="en-ES"/>
          </a:p>
        </p:txBody>
      </p:sp>
      <p:pic>
        <p:nvPicPr>
          <p:cNvPr id="18" name="Image 2" descr="preencoded.png"/>
          <p:cNvPicPr>
            <a:picLocks noChangeAspect="1"/>
          </p:cNvPicPr>
          <p:nvPr/>
        </p:nvPicPr>
        <p:blipFill>
          <a:blip r:embed="rId5"/>
          <a:stretch>
            <a:fillRect/>
          </a:stretch>
        </p:blipFill>
        <p:spPr>
          <a:xfrm>
            <a:off x="6382512" y="1709928"/>
            <a:ext cx="256032" cy="256032"/>
          </a:xfrm>
          <a:prstGeom prst="rect">
            <a:avLst/>
          </a:prstGeom>
        </p:spPr>
      </p:pic>
      <p:sp>
        <p:nvSpPr>
          <p:cNvPr id="19" name="Text 14"/>
          <p:cNvSpPr/>
          <p:nvPr/>
        </p:nvSpPr>
        <p:spPr>
          <a:xfrm>
            <a:off x="6702552" y="1645920"/>
            <a:ext cx="2240280" cy="384048"/>
          </a:xfrm>
          <a:prstGeom prst="rect">
            <a:avLst/>
          </a:prstGeom>
          <a:noFill/>
          <a:ln/>
        </p:spPr>
        <p:txBody>
          <a:bodyPr wrap="square" lIns="0" tIns="0" rIns="0" bIns="0" rtlCol="0" anchor="ctr"/>
          <a:lstStyle/>
          <a:p>
            <a:pPr marL="0" indent="0">
              <a:buNone/>
            </a:pPr>
            <a:r>
              <a:rPr lang="en-US" sz="1100" b="1">
                <a:solidFill>
                  <a:srgbClr val="FFFFFF"/>
                </a:solidFill>
                <a:latin typeface="Open Sans" pitchFamily="34" charset="0"/>
                <a:ea typeface="Open Sans" pitchFamily="34" charset="-122"/>
                <a:cs typeface="Open Sans" pitchFamily="34" charset="-120"/>
              </a:rPr>
              <a:t>Objetivos de negocio</a:t>
            </a:r>
            <a:endParaRPr lang="en-US" sz="1100"/>
          </a:p>
        </p:txBody>
      </p:sp>
      <p:sp>
        <p:nvSpPr>
          <p:cNvPr id="20" name="Text 15"/>
          <p:cNvSpPr/>
          <p:nvPr/>
        </p:nvSpPr>
        <p:spPr>
          <a:xfrm>
            <a:off x="6428232" y="2148840"/>
            <a:ext cx="2240280" cy="137160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1A1A2E"/>
                </a:solidFill>
                <a:latin typeface="Open Sans" pitchFamily="34" charset="0"/>
                <a:ea typeface="Open Sans" pitchFamily="34" charset="-122"/>
                <a:cs typeface="Open Sans" pitchFamily="34" charset="-120"/>
              </a:rPr>
              <a:t>[</a:t>
            </a:r>
            <a:r>
              <a:rPr lang="en-US" sz="950" dirty="0" err="1">
                <a:solidFill>
                  <a:srgbClr val="1A1A2E"/>
                </a:solidFill>
                <a:latin typeface="Open Sans" pitchFamily="34" charset="0"/>
                <a:ea typeface="Open Sans" pitchFamily="34" charset="-122"/>
                <a:cs typeface="Open Sans" pitchFamily="34" charset="-120"/>
              </a:rPr>
              <a:t>Objetivos</a:t>
            </a:r>
            <a:r>
              <a:rPr lang="en-US" sz="950" dirty="0">
                <a:solidFill>
                  <a:srgbClr val="1A1A2E"/>
                </a:solidFill>
                <a:latin typeface="Open Sans" pitchFamily="34" charset="0"/>
                <a:ea typeface="Open Sans" pitchFamily="34" charset="-122"/>
                <a:cs typeface="Open Sans" pitchFamily="34" charset="-120"/>
              </a:rPr>
              <a:t> de </a:t>
            </a:r>
            <a:r>
              <a:rPr lang="en-US" sz="950" dirty="0" err="1">
                <a:solidFill>
                  <a:srgbClr val="1A1A2E"/>
                </a:solidFill>
                <a:latin typeface="Open Sans" pitchFamily="34" charset="0"/>
                <a:ea typeface="Open Sans" pitchFamily="34" charset="-122"/>
                <a:cs typeface="Open Sans" pitchFamily="34" charset="-120"/>
              </a:rPr>
              <a:t>negocio</a:t>
            </a:r>
            <a:r>
              <a:rPr lang="en-US" sz="950" dirty="0">
                <a:solidFill>
                  <a:srgbClr val="1A1A2E"/>
                </a:solidFill>
                <a:latin typeface="Open Sans" pitchFamily="34" charset="0"/>
                <a:ea typeface="Open Sans" pitchFamily="34" charset="-122"/>
                <a:cs typeface="Open Sans" pitchFamily="34" charset="-120"/>
              </a:rPr>
              <a:t>]</a:t>
            </a:r>
            <a:endParaRPr lang="en-US" sz="950" dirty="0"/>
          </a:p>
        </p:txBody>
      </p:sp>
      <p:sp>
        <p:nvSpPr>
          <p:cNvPr id="21" name="Shape 16"/>
          <p:cNvSpPr/>
          <p:nvPr/>
        </p:nvSpPr>
        <p:spPr>
          <a:xfrm>
            <a:off x="457200" y="3703320"/>
            <a:ext cx="4114800" cy="1005840"/>
          </a:xfrm>
          <a:prstGeom prst="roundRect">
            <a:avLst>
              <a:gd name="adj" fmla="val 0"/>
            </a:avLst>
          </a:prstGeom>
          <a:solidFill>
            <a:srgbClr val="F2F3F7"/>
          </a:solidFill>
          <a:ln w="6350">
            <a:solidFill>
              <a:srgbClr val="F2F3F7"/>
            </a:solidFill>
            <a:prstDash val="solid"/>
          </a:ln>
        </p:spPr>
        <p:txBody>
          <a:bodyPr/>
          <a:lstStyle/>
          <a:p>
            <a:endParaRPr lang="en-ES"/>
          </a:p>
        </p:txBody>
      </p:sp>
      <p:sp>
        <p:nvSpPr>
          <p:cNvPr id="22" name="Shape 17"/>
          <p:cNvSpPr/>
          <p:nvPr/>
        </p:nvSpPr>
        <p:spPr>
          <a:xfrm>
            <a:off x="457200" y="3703320"/>
            <a:ext cx="4114800" cy="310896"/>
          </a:xfrm>
          <a:prstGeom prst="rect">
            <a:avLst/>
          </a:prstGeom>
          <a:solidFill>
            <a:srgbClr val="1A1A2E"/>
          </a:solidFill>
          <a:ln w="12700">
            <a:solidFill>
              <a:srgbClr val="1A1A2E"/>
            </a:solidFill>
            <a:prstDash val="solid"/>
          </a:ln>
        </p:spPr>
        <p:txBody>
          <a:bodyPr/>
          <a:lstStyle/>
          <a:p>
            <a:endParaRPr lang="en-ES"/>
          </a:p>
        </p:txBody>
      </p:sp>
      <p:sp>
        <p:nvSpPr>
          <p:cNvPr id="23" name="Text 18"/>
          <p:cNvSpPr/>
          <p:nvPr/>
        </p:nvSpPr>
        <p:spPr>
          <a:xfrm>
            <a:off x="640080" y="3703320"/>
            <a:ext cx="3840480" cy="310896"/>
          </a:xfrm>
          <a:prstGeom prst="rect">
            <a:avLst/>
          </a:prstGeom>
          <a:noFill/>
          <a:ln/>
        </p:spPr>
        <p:txBody>
          <a:bodyPr wrap="square" lIns="0" tIns="0" rIns="0" bIns="0" rtlCol="0" anchor="ctr"/>
          <a:lstStyle/>
          <a:p>
            <a:pPr marL="0" indent="0">
              <a:buNone/>
            </a:pPr>
            <a:r>
              <a:rPr lang="en-US" sz="1000" b="1">
                <a:solidFill>
                  <a:srgbClr val="FFFFFF"/>
                </a:solidFill>
                <a:latin typeface="Open Sans" pitchFamily="34" charset="0"/>
                <a:ea typeface="Open Sans" pitchFamily="34" charset="-122"/>
                <a:cs typeface="Open Sans" pitchFamily="34" charset="-120"/>
              </a:rPr>
              <a:t>Usuarios objetivo</a:t>
            </a:r>
            <a:endParaRPr lang="en-US" sz="1000"/>
          </a:p>
        </p:txBody>
      </p:sp>
      <p:sp>
        <p:nvSpPr>
          <p:cNvPr id="24" name="Text 19"/>
          <p:cNvSpPr/>
          <p:nvPr/>
        </p:nvSpPr>
        <p:spPr>
          <a:xfrm>
            <a:off x="640080" y="4069080"/>
            <a:ext cx="3749040" cy="594360"/>
          </a:xfrm>
          <a:prstGeom prst="rect">
            <a:avLst/>
          </a:prstGeom>
          <a:noFill/>
          <a:ln/>
        </p:spPr>
        <p:txBody>
          <a:bodyPr wrap="square" lIns="0" tIns="0" rIns="0" bIns="0" rtlCol="0" anchor="t"/>
          <a:lstStyle/>
          <a:p>
            <a:pPr marL="0" indent="0">
              <a:buNone/>
            </a:pPr>
            <a:r>
              <a:rPr lang="en-US" sz="950" dirty="0">
                <a:solidFill>
                  <a:srgbClr val="1A1A2E"/>
                </a:solidFill>
                <a:latin typeface="Open Sans" pitchFamily="34" charset="0"/>
                <a:ea typeface="Open Sans" pitchFamily="34" charset="-122"/>
                <a:cs typeface="Open Sans" pitchFamily="34" charset="-120"/>
              </a:rPr>
              <a:t>[</a:t>
            </a:r>
            <a:r>
              <a:rPr lang="en-US" sz="950" dirty="0" err="1">
                <a:solidFill>
                  <a:srgbClr val="1A1A2E"/>
                </a:solidFill>
                <a:latin typeface="Open Sans" pitchFamily="34" charset="0"/>
                <a:ea typeface="Open Sans" pitchFamily="34" charset="-122"/>
                <a:cs typeface="Open Sans" pitchFamily="34" charset="-120"/>
              </a:rPr>
              <a:t>Usuarios</a:t>
            </a:r>
            <a:r>
              <a:rPr lang="en-US" sz="950" dirty="0">
                <a:solidFill>
                  <a:srgbClr val="1A1A2E"/>
                </a:solidFill>
                <a:latin typeface="Open Sans" pitchFamily="34" charset="0"/>
                <a:ea typeface="Open Sans" pitchFamily="34" charset="-122"/>
                <a:cs typeface="Open Sans" pitchFamily="34" charset="-120"/>
              </a:rPr>
              <a:t> </a:t>
            </a:r>
            <a:r>
              <a:rPr lang="en-US" sz="950" dirty="0" err="1">
                <a:solidFill>
                  <a:srgbClr val="1A1A2E"/>
                </a:solidFill>
                <a:latin typeface="Open Sans" pitchFamily="34" charset="0"/>
                <a:ea typeface="Open Sans" pitchFamily="34" charset="-122"/>
                <a:cs typeface="Open Sans" pitchFamily="34" charset="-120"/>
              </a:rPr>
              <a:t>objetivo</a:t>
            </a:r>
            <a:r>
              <a:rPr lang="en-US" sz="950" dirty="0">
                <a:solidFill>
                  <a:srgbClr val="1A1A2E"/>
                </a:solidFill>
                <a:latin typeface="Open Sans" pitchFamily="34" charset="0"/>
                <a:ea typeface="Open Sans" pitchFamily="34" charset="-122"/>
                <a:cs typeface="Open Sans" pitchFamily="34" charset="-120"/>
              </a:rPr>
              <a:t>]</a:t>
            </a:r>
            <a:endParaRPr lang="en-US" sz="950" dirty="0"/>
          </a:p>
        </p:txBody>
      </p:sp>
      <p:sp>
        <p:nvSpPr>
          <p:cNvPr id="25" name="Shape 20"/>
          <p:cNvSpPr/>
          <p:nvPr/>
        </p:nvSpPr>
        <p:spPr>
          <a:xfrm>
            <a:off x="4727448" y="3703320"/>
            <a:ext cx="3959352" cy="1005840"/>
          </a:xfrm>
          <a:prstGeom prst="roundRect">
            <a:avLst>
              <a:gd name="adj" fmla="val 0"/>
            </a:avLst>
          </a:prstGeom>
          <a:solidFill>
            <a:srgbClr val="F2F3F7"/>
          </a:solidFill>
          <a:ln w="6350">
            <a:solidFill>
              <a:srgbClr val="F2F3F7"/>
            </a:solidFill>
            <a:prstDash val="solid"/>
          </a:ln>
        </p:spPr>
        <p:txBody>
          <a:bodyPr/>
          <a:lstStyle/>
          <a:p>
            <a:endParaRPr lang="en-ES"/>
          </a:p>
        </p:txBody>
      </p:sp>
      <p:sp>
        <p:nvSpPr>
          <p:cNvPr id="26" name="Shape 21"/>
          <p:cNvSpPr/>
          <p:nvPr/>
        </p:nvSpPr>
        <p:spPr>
          <a:xfrm>
            <a:off x="4727448" y="3703320"/>
            <a:ext cx="3959352" cy="310896"/>
          </a:xfrm>
          <a:prstGeom prst="rect">
            <a:avLst/>
          </a:prstGeom>
          <a:solidFill>
            <a:srgbClr val="1A1A2E"/>
          </a:solidFill>
          <a:ln w="12700">
            <a:solidFill>
              <a:srgbClr val="1A1A2E"/>
            </a:solidFill>
            <a:prstDash val="solid"/>
          </a:ln>
        </p:spPr>
        <p:txBody>
          <a:bodyPr/>
          <a:lstStyle/>
          <a:p>
            <a:endParaRPr lang="en-ES"/>
          </a:p>
        </p:txBody>
      </p:sp>
      <p:sp>
        <p:nvSpPr>
          <p:cNvPr id="27" name="Text 22"/>
          <p:cNvSpPr/>
          <p:nvPr/>
        </p:nvSpPr>
        <p:spPr>
          <a:xfrm>
            <a:off x="4910328" y="3703320"/>
            <a:ext cx="3685032" cy="310896"/>
          </a:xfrm>
          <a:prstGeom prst="rect">
            <a:avLst/>
          </a:prstGeom>
          <a:noFill/>
          <a:ln/>
        </p:spPr>
        <p:txBody>
          <a:bodyPr wrap="square" lIns="0" tIns="0" rIns="0" bIns="0" rtlCol="0" anchor="ctr"/>
          <a:lstStyle/>
          <a:p>
            <a:pPr marL="0" indent="0">
              <a:buNone/>
            </a:pPr>
            <a:r>
              <a:rPr lang="en-US" sz="1000" b="1">
                <a:solidFill>
                  <a:srgbClr val="FFFFFF"/>
                </a:solidFill>
                <a:latin typeface="Open Sans" pitchFamily="34" charset="0"/>
                <a:ea typeface="Open Sans" pitchFamily="34" charset="-122"/>
                <a:cs typeface="Open Sans" pitchFamily="34" charset="-120"/>
              </a:rPr>
              <a:t>Requisitos técnicos iniciales</a:t>
            </a:r>
            <a:endParaRPr lang="en-US" sz="1000"/>
          </a:p>
        </p:txBody>
      </p:sp>
      <p:sp>
        <p:nvSpPr>
          <p:cNvPr id="28" name="Text 23"/>
          <p:cNvSpPr/>
          <p:nvPr/>
        </p:nvSpPr>
        <p:spPr>
          <a:xfrm>
            <a:off x="4910328" y="4069080"/>
            <a:ext cx="3593592" cy="594360"/>
          </a:xfrm>
          <a:prstGeom prst="rect">
            <a:avLst/>
          </a:prstGeom>
          <a:noFill/>
          <a:ln/>
        </p:spPr>
        <p:txBody>
          <a:bodyPr wrap="square" lIns="0" tIns="0" rIns="0" bIns="0" rtlCol="0" anchor="t"/>
          <a:lstStyle/>
          <a:p>
            <a:pPr marL="0" indent="0">
              <a:buNone/>
            </a:pPr>
            <a:r>
              <a:rPr lang="en-US" sz="950" dirty="0">
                <a:solidFill>
                  <a:srgbClr val="1A1A2E"/>
                </a:solidFill>
                <a:latin typeface="Open Sans" pitchFamily="34" charset="0"/>
                <a:ea typeface="Open Sans" pitchFamily="34" charset="-122"/>
                <a:cs typeface="Open Sans" pitchFamily="34" charset="-120"/>
              </a:rPr>
              <a:t>[</a:t>
            </a:r>
            <a:r>
              <a:rPr lang="en-US" sz="950" dirty="0" err="1">
                <a:solidFill>
                  <a:srgbClr val="1A1A2E"/>
                </a:solidFill>
                <a:latin typeface="Open Sans" pitchFamily="34" charset="0"/>
                <a:ea typeface="Open Sans" pitchFamily="34" charset="-122"/>
                <a:cs typeface="Open Sans" pitchFamily="34" charset="-120"/>
              </a:rPr>
              <a:t>Requisitos</a:t>
            </a:r>
            <a:r>
              <a:rPr lang="en-US" sz="950" dirty="0">
                <a:solidFill>
                  <a:srgbClr val="1A1A2E"/>
                </a:solidFill>
                <a:latin typeface="Open Sans" pitchFamily="34" charset="0"/>
                <a:ea typeface="Open Sans" pitchFamily="34" charset="-122"/>
                <a:cs typeface="Open Sans" pitchFamily="34" charset="-120"/>
              </a:rPr>
              <a:t> </a:t>
            </a:r>
            <a:r>
              <a:rPr lang="en-US" sz="950" dirty="0" err="1">
                <a:solidFill>
                  <a:srgbClr val="1A1A2E"/>
                </a:solidFill>
                <a:latin typeface="Open Sans" pitchFamily="34" charset="0"/>
                <a:ea typeface="Open Sans" pitchFamily="34" charset="-122"/>
                <a:cs typeface="Open Sans" pitchFamily="34" charset="-120"/>
              </a:rPr>
              <a:t>técnicos</a:t>
            </a:r>
            <a:r>
              <a:rPr lang="en-US" sz="950" dirty="0">
                <a:solidFill>
                  <a:srgbClr val="1A1A2E"/>
                </a:solidFill>
                <a:latin typeface="Open Sans" pitchFamily="34" charset="0"/>
                <a:ea typeface="Open Sans" pitchFamily="34" charset="-122"/>
                <a:cs typeface="Open Sans" pitchFamily="34" charset="-120"/>
              </a:rPr>
              <a:t> </a:t>
            </a:r>
            <a:r>
              <a:rPr lang="en-US" sz="950" dirty="0" err="1">
                <a:solidFill>
                  <a:srgbClr val="1A1A2E"/>
                </a:solidFill>
                <a:latin typeface="Open Sans" pitchFamily="34" charset="0"/>
                <a:ea typeface="Open Sans" pitchFamily="34" charset="-122"/>
                <a:cs typeface="Open Sans" pitchFamily="34" charset="-120"/>
              </a:rPr>
              <a:t>iniciales</a:t>
            </a:r>
            <a:r>
              <a:rPr lang="en-US" sz="950" dirty="0">
                <a:solidFill>
                  <a:srgbClr val="1A1A2E"/>
                </a:solidFill>
                <a:latin typeface="Open Sans" pitchFamily="34" charset="0"/>
                <a:ea typeface="Open Sans" pitchFamily="34" charset="-122"/>
                <a:cs typeface="Open Sans" pitchFamily="34" charset="-120"/>
              </a:rPr>
              <a:t>]</a:t>
            </a:r>
            <a:endParaRPr lang="en-US" sz="950" dirty="0"/>
          </a:p>
        </p:txBody>
      </p:sp>
      <p:grpSp>
        <p:nvGrpSpPr>
          <p:cNvPr id="33" name="Group 32">
            <a:extLst>
              <a:ext uri="{FF2B5EF4-FFF2-40B4-BE49-F238E27FC236}">
                <a16:creationId xmlns:a16="http://schemas.microsoft.com/office/drawing/2014/main" id="{87679C7F-0511-2645-3646-E2DE3E05BE0A}"/>
              </a:ext>
            </a:extLst>
          </p:cNvPr>
          <p:cNvGrpSpPr/>
          <p:nvPr/>
        </p:nvGrpSpPr>
        <p:grpSpPr>
          <a:xfrm>
            <a:off x="8039657" y="4755838"/>
            <a:ext cx="795753" cy="246857"/>
            <a:chOff x="7435419" y="4613467"/>
            <a:chExt cx="1708581" cy="530033"/>
          </a:xfrm>
        </p:grpSpPr>
        <p:pic>
          <p:nvPicPr>
            <p:cNvPr id="34" name="Picture 33" descr="A black background with white text  AI-generated content may be incorrect.">
              <a:extLst>
                <a:ext uri="{FF2B5EF4-FFF2-40B4-BE49-F238E27FC236}">
                  <a16:creationId xmlns:a16="http://schemas.microsoft.com/office/drawing/2014/main" id="{28D95912-2BD5-D76D-76FA-546E3C83B315}"/>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35" name="Rectangle 34">
              <a:extLst>
                <a:ext uri="{FF2B5EF4-FFF2-40B4-BE49-F238E27FC236}">
                  <a16:creationId xmlns:a16="http://schemas.microsoft.com/office/drawing/2014/main" id="{0E42240A-2EBE-F059-C9BD-42D3F7BAF060}"/>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36" name="Marcador de número de diapositiva 1">
              <a:extLst>
                <a:ext uri="{FF2B5EF4-FFF2-40B4-BE49-F238E27FC236}">
                  <a16:creationId xmlns:a16="http://schemas.microsoft.com/office/drawing/2014/main" id="{DF244BA7-0BA9-8D95-80F4-594576CBAD21}"/>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6</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9100" name="Background"/>
          <p:cNvSpPr/>
          <p:nvPr/>
        </p:nvSpPr>
        <p:spPr>
          <a:xfrm>
            <a:off x="0" y="0"/>
            <a:ext cx="9144000" cy="5143500"/>
          </a:xfrm>
          <a:prstGeom prst="rect">
            <a:avLst/>
          </a:prstGeom>
          <a:solidFill>
            <a:srgbClr val="0D0E0F"/>
          </a:solidFill>
          <a:ln>
            <a:noFill/>
          </a:ln>
        </p:spPr>
        <p:txBody>
          <a:bodyPr/>
          <a:lstStyle/>
          <a:p>
            <a:endParaRPr/>
          </a:p>
        </p:txBody>
      </p:sp>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Text 1"/>
          <p:cNvSpPr/>
          <p:nvPr/>
        </p:nvSpPr>
        <p:spPr>
          <a:xfrm>
            <a:off x="457200" y="1737360"/>
            <a:ext cx="1828800" cy="731520"/>
          </a:xfrm>
          <a:prstGeom prst="rect">
            <a:avLst/>
          </a:prstGeom>
          <a:noFill/>
          <a:ln/>
        </p:spPr>
        <p:txBody>
          <a:bodyPr wrap="square" lIns="0" tIns="0" rIns="0" bIns="0" rtlCol="0" anchor="ctr"/>
          <a:lstStyle/>
          <a:p>
            <a:pPr marL="0" indent="0">
              <a:buNone/>
            </a:pPr>
            <a:r>
              <a:rPr lang="en-US" sz="7200" b="1">
                <a:solidFill>
                  <a:srgbClr val="3D5AFE"/>
                </a:solidFill>
                <a:latin typeface="Outfit" pitchFamily="34" charset="0"/>
                <a:ea typeface="Open Sans" pitchFamily="34" charset="-122"/>
                <a:cs typeface="Open Sans" pitchFamily="34" charset="-120"/>
              </a:rPr>
              <a:t>02</a:t>
            </a:r>
            <a:endParaRPr lang="en-US" sz="7200"/>
          </a:p>
        </p:txBody>
      </p:sp>
      <p:sp>
        <p:nvSpPr>
          <p:cNvPr id="4" name="Text 2"/>
          <p:cNvSpPr/>
          <p:nvPr/>
        </p:nvSpPr>
        <p:spPr>
          <a:xfrm>
            <a:off x="457200" y="2606040"/>
            <a:ext cx="8229600" cy="822960"/>
          </a:xfrm>
          <a:prstGeom prst="rect">
            <a:avLst/>
          </a:prstGeom>
          <a:noFill/>
          <a:ln/>
        </p:spPr>
        <p:txBody>
          <a:bodyPr wrap="square" lIns="0" tIns="0" rIns="0" bIns="0" rtlCol="0" anchor="ctr"/>
          <a:lstStyle/>
          <a:p>
            <a:r>
              <a:rPr lang="en-US" sz="4400" b="1">
                <a:solidFill>
                  <a:srgbClr val="FFFFFF"/>
                </a:solidFill>
                <a:latin typeface="Outfit"/>
                <a:ea typeface="Open Sans"/>
                <a:cs typeface="Open Sans"/>
              </a:rPr>
              <a:t>Nuestra </a:t>
            </a:r>
            <a:r>
              <a:rPr lang="en-US" sz="4400" b="1" err="1">
                <a:solidFill>
                  <a:srgbClr val="FFFFFF"/>
                </a:solidFill>
                <a:latin typeface="Outfit"/>
                <a:ea typeface="Open Sans"/>
                <a:cs typeface="Open Sans"/>
              </a:rPr>
              <a:t>enfoque</a:t>
            </a:r>
          </a:p>
        </p:txBody>
      </p:sp>
      <p:sp>
        <p:nvSpPr>
          <p:cNvPr id="5" name="Text 3"/>
          <p:cNvSpPr/>
          <p:nvPr/>
        </p:nvSpPr>
        <p:spPr>
          <a:xfrm>
            <a:off x="457200" y="3474720"/>
            <a:ext cx="8229600" cy="365760"/>
          </a:xfrm>
          <a:prstGeom prst="rect">
            <a:avLst/>
          </a:prstGeom>
          <a:noFill/>
          <a:ln/>
        </p:spPr>
        <p:txBody>
          <a:bodyPr wrap="square" lIns="0" tIns="0" rIns="0" bIns="0" rtlCol="0" anchor="ctr"/>
          <a:lstStyle/>
          <a:p>
            <a:pPr marL="0" indent="0">
              <a:buNone/>
            </a:pPr>
            <a:r>
              <a:rPr lang="en-US" sz="1600">
                <a:solidFill>
                  <a:srgbClr val="3D5AFE"/>
                </a:solidFill>
                <a:latin typeface="Open Sans" pitchFamily="34" charset="0"/>
                <a:ea typeface="Open Sans" pitchFamily="34" charset="-122"/>
                <a:cs typeface="Open Sans" pitchFamily="34" charset="-120"/>
              </a:rPr>
              <a:t>Enfoque y aproximación</a:t>
            </a:r>
            <a:endParaRPr lang="en-US" sz="1600"/>
          </a:p>
        </p:txBody>
      </p:sp>
      <p:grpSp>
        <p:nvGrpSpPr>
          <p:cNvPr id="10" name="Group 9">
            <a:extLst>
              <a:ext uri="{FF2B5EF4-FFF2-40B4-BE49-F238E27FC236}">
                <a16:creationId xmlns:a16="http://schemas.microsoft.com/office/drawing/2014/main" id="{AEAC042C-3F26-AAF7-6D2C-C50677778FD3}"/>
              </a:ext>
            </a:extLst>
          </p:cNvPr>
          <p:cNvGrpSpPr/>
          <p:nvPr/>
        </p:nvGrpSpPr>
        <p:grpSpPr>
          <a:xfrm>
            <a:off x="8039657" y="4755838"/>
            <a:ext cx="795753" cy="246857"/>
            <a:chOff x="7435419" y="4613467"/>
            <a:chExt cx="1708581" cy="530033"/>
          </a:xfrm>
        </p:grpSpPr>
        <p:pic>
          <p:nvPicPr>
            <p:cNvPr id="11" name="Picture 10" descr="A black background with white text  AI-generated content may be incorrect.">
              <a:extLst>
                <a:ext uri="{FF2B5EF4-FFF2-40B4-BE49-F238E27FC236}">
                  <a16:creationId xmlns:a16="http://schemas.microsoft.com/office/drawing/2014/main" id="{74F0F33A-0D58-3742-D030-386D6310BB97}"/>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12" name="Rectangle 11">
              <a:extLst>
                <a:ext uri="{FF2B5EF4-FFF2-40B4-BE49-F238E27FC236}">
                  <a16:creationId xmlns:a16="http://schemas.microsoft.com/office/drawing/2014/main" id="{4279B855-1B2D-5FEB-1FDC-9F4339BBD7F7}"/>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13" name="Marcador de número de diapositiva 1">
              <a:extLst>
                <a:ext uri="{FF2B5EF4-FFF2-40B4-BE49-F238E27FC236}">
                  <a16:creationId xmlns:a16="http://schemas.microsoft.com/office/drawing/2014/main" id="{3BAA7357-CFA6-8D7E-F6B2-2DEC165FDD2C}"/>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7</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38F14-7A09-81B4-693E-C48507BDAA6E}"/>
            </a:ext>
          </a:extLst>
        </p:cNvPr>
        <p:cNvGrpSpPr/>
        <p:nvPr/>
      </p:nvGrpSpPr>
      <p:grpSpPr>
        <a:xfrm>
          <a:off x="0" y="0"/>
          <a:ext cx="0" cy="0"/>
          <a:chOff x="0" y="0"/>
          <a:chExt cx="0" cy="0"/>
        </a:xfrm>
      </p:grpSpPr>
      <p:sp>
        <p:nvSpPr>
          <p:cNvPr id="6" name="Text 3">
            <a:extLst>
              <a:ext uri="{FF2B5EF4-FFF2-40B4-BE49-F238E27FC236}">
                <a16:creationId xmlns:a16="http://schemas.microsoft.com/office/drawing/2014/main" id="{60CD8E4B-FB29-32D1-99EC-7100B142B796}"/>
              </a:ext>
            </a:extLst>
          </p:cNvPr>
          <p:cNvSpPr/>
          <p:nvPr/>
        </p:nvSpPr>
        <p:spPr>
          <a:xfrm>
            <a:off x="457200" y="868680"/>
            <a:ext cx="8229600" cy="640080"/>
          </a:xfrm>
          <a:prstGeom prst="rect">
            <a:avLst/>
          </a:prstGeom>
          <a:noFill/>
          <a:ln/>
        </p:spPr>
        <p:txBody>
          <a:bodyPr wrap="square" lIns="0" tIns="0" rIns="0" bIns="0" rtlCol="0" anchor="t"/>
          <a:lstStyle/>
          <a:p>
            <a:r>
              <a:rPr lang="en-US" sz="2800" b="1">
                <a:solidFill>
                  <a:srgbClr val="1A1A2E"/>
                </a:solidFill>
                <a:latin typeface="Outfit"/>
                <a:ea typeface="Open Sans"/>
                <a:cs typeface="Open Sans"/>
              </a:rPr>
              <a:t>Nuestra </a:t>
            </a:r>
            <a:r>
              <a:rPr lang="en-US" sz="2800" b="1" err="1">
                <a:solidFill>
                  <a:srgbClr val="1A1A2E"/>
                </a:solidFill>
                <a:latin typeface="Outfit"/>
                <a:ea typeface="Open Sans"/>
                <a:cs typeface="Open Sans"/>
              </a:rPr>
              <a:t>solución</a:t>
            </a:r>
            <a:r>
              <a:rPr lang="en-US" sz="2800" b="1">
                <a:solidFill>
                  <a:srgbClr val="1A1A2E"/>
                </a:solidFill>
                <a:latin typeface="Outfit"/>
                <a:ea typeface="Open Sans"/>
                <a:cs typeface="Open Sans"/>
              </a:rPr>
              <a:t> (se genera)</a:t>
            </a:r>
          </a:p>
        </p:txBody>
      </p:sp>
    </p:spTree>
    <p:extLst>
      <p:ext uri="{BB962C8B-B14F-4D97-AF65-F5344CB8AC3E}">
        <p14:creationId xmlns:p14="http://schemas.microsoft.com/office/powerpoint/2010/main" val="2816560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3F13E-0768-98D9-B529-40F454923F72}"/>
            </a:ext>
          </a:extLst>
        </p:cNvPr>
        <p:cNvGrpSpPr/>
        <p:nvPr/>
      </p:nvGrpSpPr>
      <p:grpSpPr>
        <a:xfrm>
          <a:off x="0" y="0"/>
          <a:ext cx="0" cy="0"/>
          <a:chOff x="0" y="0"/>
          <a:chExt cx="0" cy="0"/>
        </a:xfrm>
      </p:grpSpPr>
      <p:sp>
        <p:nvSpPr>
          <p:cNvPr id="6" name="Text 3">
            <a:extLst>
              <a:ext uri="{FF2B5EF4-FFF2-40B4-BE49-F238E27FC236}">
                <a16:creationId xmlns:a16="http://schemas.microsoft.com/office/drawing/2014/main" id="{4C502C7D-9FCE-F03B-B4D7-49B39E613287}"/>
              </a:ext>
            </a:extLst>
          </p:cNvPr>
          <p:cNvSpPr/>
          <p:nvPr/>
        </p:nvSpPr>
        <p:spPr>
          <a:xfrm>
            <a:off x="457200" y="868680"/>
            <a:ext cx="8229600" cy="640080"/>
          </a:xfrm>
          <a:prstGeom prst="rect">
            <a:avLst/>
          </a:prstGeom>
          <a:noFill/>
          <a:ln/>
        </p:spPr>
        <p:txBody>
          <a:bodyPr wrap="square" lIns="0" tIns="0" rIns="0" bIns="0" rtlCol="0" anchor="t"/>
          <a:lstStyle/>
          <a:p>
            <a:r>
              <a:rPr lang="en-US" sz="2800" b="1" err="1">
                <a:solidFill>
                  <a:srgbClr val="1A1A2E"/>
                </a:solidFill>
                <a:latin typeface="Outfit"/>
                <a:ea typeface="Open Sans"/>
                <a:cs typeface="Open Sans"/>
              </a:rPr>
              <a:t>Alcance</a:t>
            </a:r>
            <a:r>
              <a:rPr lang="en-US" sz="2800" b="1">
                <a:solidFill>
                  <a:srgbClr val="1A1A2E"/>
                </a:solidFill>
                <a:latin typeface="Outfit"/>
                <a:ea typeface="Open Sans"/>
                <a:cs typeface="Open Sans"/>
              </a:rPr>
              <a:t> </a:t>
            </a:r>
            <a:r>
              <a:rPr lang="en-US" sz="2800" b="1" err="1">
                <a:solidFill>
                  <a:srgbClr val="1A1A2E"/>
                </a:solidFill>
                <a:latin typeface="Outfit"/>
                <a:ea typeface="Open Sans"/>
                <a:cs typeface="Open Sans"/>
              </a:rPr>
              <a:t>orientativ</a:t>
            </a:r>
            <a:r>
              <a:rPr lang="en-US" sz="2800" b="1">
                <a:solidFill>
                  <a:srgbClr val="1A1A2E"/>
                </a:solidFill>
                <a:latin typeface="Outfit"/>
                <a:ea typeface="Open Sans"/>
                <a:cs typeface="Open Sans"/>
              </a:rPr>
              <a:t>o (se genera)</a:t>
            </a:r>
          </a:p>
        </p:txBody>
      </p:sp>
    </p:spTree>
    <p:extLst>
      <p:ext uri="{BB962C8B-B14F-4D97-AF65-F5344CB8AC3E}">
        <p14:creationId xmlns:p14="http://schemas.microsoft.com/office/powerpoint/2010/main" val="1537465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40751-06E0-0524-6F41-EFEC8068B7CB}"/>
            </a:ext>
          </a:extLst>
        </p:cNvPr>
        <p:cNvGrpSpPr/>
        <p:nvPr/>
      </p:nvGrpSpPr>
      <p:grpSpPr>
        <a:xfrm>
          <a:off x="0" y="0"/>
          <a:ext cx="0" cy="0"/>
          <a:chOff x="0" y="0"/>
          <a:chExt cx="0" cy="0"/>
        </a:xfrm>
      </p:grpSpPr>
      <p:sp>
        <p:nvSpPr>
          <p:cNvPr id="6" name="Text 3">
            <a:extLst>
              <a:ext uri="{FF2B5EF4-FFF2-40B4-BE49-F238E27FC236}">
                <a16:creationId xmlns:a16="http://schemas.microsoft.com/office/drawing/2014/main" id="{14D2F00B-5195-2C12-0394-728FEEAB2122}"/>
              </a:ext>
            </a:extLst>
          </p:cNvPr>
          <p:cNvSpPr/>
          <p:nvPr/>
        </p:nvSpPr>
        <p:spPr>
          <a:xfrm>
            <a:off x="457200" y="868680"/>
            <a:ext cx="8229600" cy="640080"/>
          </a:xfrm>
          <a:prstGeom prst="rect">
            <a:avLst/>
          </a:prstGeom>
          <a:noFill/>
          <a:ln/>
        </p:spPr>
        <p:txBody>
          <a:bodyPr wrap="square" lIns="0" tIns="0" rIns="0" bIns="0" rtlCol="0" anchor="t"/>
          <a:lstStyle/>
          <a:p>
            <a:r>
              <a:rPr lang="en-US" sz="2800" b="1">
                <a:solidFill>
                  <a:srgbClr val="1A1A2E"/>
                </a:solidFill>
                <a:latin typeface="Outfit"/>
                <a:ea typeface="Open Sans"/>
                <a:cs typeface="Open Sans"/>
              </a:rPr>
              <a:t>Fuera </a:t>
            </a:r>
            <a:r>
              <a:rPr lang="en-US" sz="2800" b="1" err="1">
                <a:solidFill>
                  <a:srgbClr val="1A1A2E"/>
                </a:solidFill>
                <a:latin typeface="Outfit"/>
                <a:ea typeface="Open Sans"/>
                <a:cs typeface="Open Sans"/>
              </a:rPr>
              <a:t>alcance</a:t>
            </a:r>
            <a:r>
              <a:rPr lang="en-US" sz="2800" b="1">
                <a:solidFill>
                  <a:srgbClr val="1A1A2E"/>
                </a:solidFill>
                <a:latin typeface="Outfit"/>
                <a:ea typeface="Open Sans"/>
                <a:cs typeface="Open Sans"/>
              </a:rPr>
              <a:t> (se genera)</a:t>
            </a:r>
          </a:p>
        </p:txBody>
      </p:sp>
    </p:spTree>
    <p:extLst>
      <p:ext uri="{BB962C8B-B14F-4D97-AF65-F5344CB8AC3E}">
        <p14:creationId xmlns:p14="http://schemas.microsoft.com/office/powerpoint/2010/main" val="1266698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E5CD7-7136-CA5B-699D-B0229B765C13}"/>
            </a:ext>
          </a:extLst>
        </p:cNvPr>
        <p:cNvGrpSpPr/>
        <p:nvPr/>
      </p:nvGrpSpPr>
      <p:grpSpPr>
        <a:xfrm>
          <a:off x="0" y="0"/>
          <a:ext cx="0" cy="0"/>
          <a:chOff x="0" y="0"/>
          <a:chExt cx="0" cy="0"/>
        </a:xfrm>
      </p:grpSpPr>
      <p:sp>
        <p:nvSpPr>
          <p:cNvPr id="6" name="Text 3">
            <a:extLst>
              <a:ext uri="{FF2B5EF4-FFF2-40B4-BE49-F238E27FC236}">
                <a16:creationId xmlns:a16="http://schemas.microsoft.com/office/drawing/2014/main" id="{487C93FA-B267-F84D-96EA-9DD721CFF17E}"/>
              </a:ext>
            </a:extLst>
          </p:cNvPr>
          <p:cNvSpPr/>
          <p:nvPr/>
        </p:nvSpPr>
        <p:spPr>
          <a:xfrm>
            <a:off x="457200" y="868680"/>
            <a:ext cx="8229600" cy="640080"/>
          </a:xfrm>
          <a:prstGeom prst="rect">
            <a:avLst/>
          </a:prstGeom>
          <a:noFill/>
          <a:ln/>
        </p:spPr>
        <p:txBody>
          <a:bodyPr wrap="square" lIns="0" tIns="0" rIns="0" bIns="0" rtlCol="0" anchor="t"/>
          <a:lstStyle/>
          <a:p>
            <a:r>
              <a:rPr lang="en-US" sz="2800" b="1" err="1">
                <a:solidFill>
                  <a:srgbClr val="1A1A2E"/>
                </a:solidFill>
                <a:latin typeface="Outfit"/>
                <a:ea typeface="Open Sans"/>
                <a:cs typeface="Open Sans"/>
              </a:rPr>
              <a:t>Riesgos</a:t>
            </a:r>
            <a:r>
              <a:rPr lang="en-US" sz="2800" b="1">
                <a:solidFill>
                  <a:srgbClr val="1A1A2E"/>
                </a:solidFill>
                <a:latin typeface="Outfit"/>
                <a:ea typeface="Open Sans"/>
                <a:cs typeface="Open Sans"/>
              </a:rPr>
              <a:t> e </a:t>
            </a:r>
            <a:r>
              <a:rPr lang="en-US" sz="2800" b="1" err="1">
                <a:solidFill>
                  <a:srgbClr val="1A1A2E"/>
                </a:solidFill>
                <a:latin typeface="Outfit"/>
                <a:ea typeface="Open Sans"/>
                <a:cs typeface="Open Sans"/>
              </a:rPr>
              <a:t>incertidumbres</a:t>
            </a:r>
            <a:r>
              <a:rPr lang="en-US" sz="2800" b="1">
                <a:solidFill>
                  <a:srgbClr val="1A1A2E"/>
                </a:solidFill>
                <a:latin typeface="Outfit"/>
                <a:ea typeface="Open Sans"/>
                <a:cs typeface="Open Sans"/>
              </a:rPr>
              <a:t> (se genera)</a:t>
            </a:r>
          </a:p>
        </p:txBody>
      </p:sp>
    </p:spTree>
    <p:extLst>
      <p:ext uri="{BB962C8B-B14F-4D97-AF65-F5344CB8AC3E}">
        <p14:creationId xmlns:p14="http://schemas.microsoft.com/office/powerpoint/2010/main" val="1308529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47B07-B1DC-8DBA-CA8F-13E36DDB158C}"/>
            </a:ext>
          </a:extLst>
        </p:cNvPr>
        <p:cNvGrpSpPr/>
        <p:nvPr/>
      </p:nvGrpSpPr>
      <p:grpSpPr>
        <a:xfrm>
          <a:off x="0" y="0"/>
          <a:ext cx="0" cy="0"/>
          <a:chOff x="0" y="0"/>
          <a:chExt cx="0" cy="0"/>
        </a:xfrm>
      </p:grpSpPr>
      <p:sp>
        <p:nvSpPr>
          <p:cNvPr id="6" name="Text 3">
            <a:extLst>
              <a:ext uri="{FF2B5EF4-FFF2-40B4-BE49-F238E27FC236}">
                <a16:creationId xmlns:a16="http://schemas.microsoft.com/office/drawing/2014/main" id="{74DE51A7-CC0C-9213-41BA-956E2D6B181E}"/>
              </a:ext>
            </a:extLst>
          </p:cNvPr>
          <p:cNvSpPr/>
          <p:nvPr/>
        </p:nvSpPr>
        <p:spPr>
          <a:xfrm>
            <a:off x="457200" y="868680"/>
            <a:ext cx="8229600" cy="640080"/>
          </a:xfrm>
          <a:prstGeom prst="rect">
            <a:avLst/>
          </a:prstGeom>
          <a:noFill/>
          <a:ln/>
        </p:spPr>
        <p:txBody>
          <a:bodyPr wrap="square" lIns="0" tIns="0" rIns="0" bIns="0" rtlCol="0" anchor="t"/>
          <a:lstStyle/>
          <a:p>
            <a:r>
              <a:rPr lang="en-US" sz="2800" b="1" err="1">
                <a:solidFill>
                  <a:srgbClr val="1A1A2E"/>
                </a:solidFill>
                <a:latin typeface="Outfit"/>
                <a:ea typeface="Open Sans"/>
                <a:cs typeface="Open Sans"/>
              </a:rPr>
              <a:t>Requisitos</a:t>
            </a:r>
            <a:r>
              <a:rPr lang="en-US" sz="2800" b="1">
                <a:solidFill>
                  <a:srgbClr val="1A1A2E"/>
                </a:solidFill>
                <a:latin typeface="Outfit"/>
                <a:ea typeface="Open Sans"/>
                <a:cs typeface="Open Sans"/>
              </a:rPr>
              <a:t> </a:t>
            </a:r>
            <a:r>
              <a:rPr lang="en-US" sz="2800" b="1" err="1">
                <a:solidFill>
                  <a:srgbClr val="1A1A2E"/>
                </a:solidFill>
                <a:latin typeface="Outfit"/>
                <a:ea typeface="Open Sans"/>
                <a:cs typeface="Open Sans"/>
              </a:rPr>
              <a:t>previos</a:t>
            </a:r>
            <a:r>
              <a:rPr lang="en-US" sz="2800" b="1">
                <a:solidFill>
                  <a:srgbClr val="1A1A2E"/>
                </a:solidFill>
                <a:latin typeface="Outfit"/>
                <a:ea typeface="Open Sans"/>
                <a:cs typeface="Open Sans"/>
              </a:rPr>
              <a:t> (se genera)</a:t>
            </a:r>
          </a:p>
        </p:txBody>
      </p:sp>
    </p:spTree>
    <p:extLst>
      <p:ext uri="{BB962C8B-B14F-4D97-AF65-F5344CB8AC3E}">
        <p14:creationId xmlns:p14="http://schemas.microsoft.com/office/powerpoint/2010/main" val="227458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Shape 1"/>
          <p:cNvSpPr/>
          <p:nvPr/>
        </p:nvSpPr>
        <p:spPr>
          <a:xfrm>
            <a:off x="457200" y="411480"/>
            <a:ext cx="320040" cy="36576"/>
          </a:xfrm>
          <a:prstGeom prst="rect">
            <a:avLst/>
          </a:prstGeom>
          <a:solidFill>
            <a:srgbClr val="3D5AFE"/>
          </a:solidFill>
          <a:ln w="12700">
            <a:solidFill>
              <a:srgbClr val="3D5AFE"/>
            </a:solidFill>
            <a:prstDash val="solid"/>
          </a:ln>
        </p:spPr>
        <p:txBody>
          <a:bodyPr/>
          <a:lstStyle/>
          <a:p>
            <a:endParaRPr lang="en-ES"/>
          </a:p>
        </p:txBody>
      </p:sp>
      <p:sp>
        <p:nvSpPr>
          <p:cNvPr id="4" name="Text 2"/>
          <p:cNvSpPr/>
          <p:nvPr/>
        </p:nvSpPr>
        <p:spPr>
          <a:xfrm>
            <a:off x="457200" y="502920"/>
            <a:ext cx="5486400" cy="256032"/>
          </a:xfrm>
          <a:prstGeom prst="rect">
            <a:avLst/>
          </a:prstGeom>
          <a:noFill/>
          <a:ln/>
        </p:spPr>
        <p:txBody>
          <a:bodyPr wrap="square" lIns="0" tIns="0" rIns="0" bIns="0" rtlCol="0" anchor="t"/>
          <a:lstStyle/>
          <a:p>
            <a:r>
              <a:rPr lang="en-US" sz="1000" b="1" kern="0" spc="400">
                <a:solidFill>
                  <a:srgbClr val="3D5AFE"/>
                </a:solidFill>
                <a:latin typeface="Open Sans"/>
                <a:ea typeface="Open Sans"/>
                <a:cs typeface="Open Sans"/>
              </a:rPr>
              <a:t>NUESTRO ENFOQUE</a:t>
            </a:r>
            <a:endParaRPr lang="en-US" sz="1000"/>
          </a:p>
        </p:txBody>
      </p:sp>
      <p:sp>
        <p:nvSpPr>
          <p:cNvPr id="5" name="Text 3"/>
          <p:cNvSpPr/>
          <p:nvPr/>
        </p:nvSpPr>
        <p:spPr>
          <a:xfrm>
            <a:off x="457200" y="868680"/>
            <a:ext cx="8229600" cy="640080"/>
          </a:xfrm>
          <a:prstGeom prst="rect">
            <a:avLst/>
          </a:prstGeom>
          <a:noFill/>
          <a:ln/>
        </p:spPr>
        <p:txBody>
          <a:bodyPr wrap="square" lIns="0" tIns="0" rIns="0" bIns="0" rtlCol="0" anchor="t"/>
          <a:lstStyle/>
          <a:p>
            <a:pPr marL="0" indent="0">
              <a:buNone/>
            </a:pPr>
            <a:r>
              <a:rPr lang="en-US" sz="2800" b="1">
                <a:solidFill>
                  <a:srgbClr val="1A1A2E"/>
                </a:solidFill>
                <a:latin typeface="Outfit" pitchFamily="34" charset="0"/>
                <a:ea typeface="Open Sans" pitchFamily="34" charset="-122"/>
                <a:cs typeface="Open Sans" pitchFamily="34" charset="-120"/>
              </a:rPr>
              <a:t>Propuesta basada en sus necesidades</a:t>
            </a:r>
            <a:endParaRPr lang="en-US" sz="2800"/>
          </a:p>
        </p:txBody>
      </p:sp>
      <p:sp>
        <p:nvSpPr>
          <p:cNvPr id="6" name="Shape 4"/>
          <p:cNvSpPr/>
          <p:nvPr/>
        </p:nvSpPr>
        <p:spPr>
          <a:xfrm>
            <a:off x="457200" y="1691640"/>
            <a:ext cx="2743200" cy="548640"/>
          </a:xfrm>
          <a:prstGeom prst="roundRect">
            <a:avLst>
              <a:gd name="adj" fmla="val 0"/>
            </a:avLst>
          </a:prstGeom>
          <a:solidFill>
            <a:srgbClr val="3D5AFE"/>
          </a:solidFill>
          <a:ln w="12700">
            <a:solidFill>
              <a:srgbClr val="3D5AFE"/>
            </a:solidFill>
            <a:prstDash val="solid"/>
          </a:ln>
        </p:spPr>
        <p:txBody>
          <a:bodyPr/>
          <a:lstStyle/>
          <a:p>
            <a:endParaRPr lang="en-ES"/>
          </a:p>
        </p:txBody>
      </p:sp>
      <p:sp>
        <p:nvSpPr>
          <p:cNvPr id="7" name="Text 5"/>
          <p:cNvSpPr/>
          <p:nvPr/>
        </p:nvSpPr>
        <p:spPr>
          <a:xfrm>
            <a:off x="457200" y="1691640"/>
            <a:ext cx="2743200" cy="548640"/>
          </a:xfrm>
          <a:prstGeom prst="rect">
            <a:avLst/>
          </a:prstGeom>
          <a:noFill/>
          <a:ln/>
        </p:spPr>
        <p:txBody>
          <a:bodyPr wrap="square" lIns="0" tIns="0" rIns="0" bIns="0" rtlCol="0" anchor="ctr"/>
          <a:lstStyle/>
          <a:p>
            <a:pPr marL="0" indent="0" algn="ctr">
              <a:buNone/>
            </a:pPr>
            <a:r>
              <a:rPr lang="en-US" sz="1400" b="1">
                <a:solidFill>
                  <a:srgbClr val="FFFFFF"/>
                </a:solidFill>
                <a:latin typeface="Open Sans" pitchFamily="34" charset="0"/>
                <a:ea typeface="Open Sans" pitchFamily="34" charset="-122"/>
                <a:cs typeface="Open Sans" pitchFamily="34" charset="-120"/>
              </a:rPr>
              <a:t>1  ·  Descubrimiento</a:t>
            </a:r>
            <a:endParaRPr lang="en-US" sz="1400"/>
          </a:p>
        </p:txBody>
      </p:sp>
      <p:sp>
        <p:nvSpPr>
          <p:cNvPr id="8" name="Shape 6"/>
          <p:cNvSpPr/>
          <p:nvPr/>
        </p:nvSpPr>
        <p:spPr>
          <a:xfrm>
            <a:off x="457200" y="2331720"/>
            <a:ext cx="2743200" cy="2331720"/>
          </a:xfrm>
          <a:prstGeom prst="roundRect">
            <a:avLst>
              <a:gd name="adj" fmla="val 0"/>
            </a:avLst>
          </a:prstGeom>
          <a:solidFill>
            <a:srgbClr val="F2F3F7"/>
          </a:solidFill>
          <a:ln w="6350">
            <a:solidFill>
              <a:srgbClr val="F2F3F7"/>
            </a:solidFill>
            <a:prstDash val="solid"/>
          </a:ln>
        </p:spPr>
        <p:txBody>
          <a:bodyPr/>
          <a:lstStyle/>
          <a:p>
            <a:endParaRPr lang="en-ES"/>
          </a:p>
        </p:txBody>
      </p:sp>
      <p:sp>
        <p:nvSpPr>
          <p:cNvPr id="9" name="Text 7"/>
          <p:cNvSpPr/>
          <p:nvPr/>
        </p:nvSpPr>
        <p:spPr>
          <a:xfrm>
            <a:off x="640080" y="2468880"/>
            <a:ext cx="2468880" cy="2103120"/>
          </a:xfrm>
          <a:prstGeom prst="rect">
            <a:avLst/>
          </a:prstGeom>
          <a:noFill/>
          <a:ln/>
        </p:spPr>
        <p:txBody>
          <a:bodyPr wrap="square" lIns="0" tIns="0" rIns="0" bIns="0" rtlCol="0" anchor="t"/>
          <a:lstStyle/>
          <a:p>
            <a:pPr marL="342900" indent="-342900">
              <a:spcAft>
                <a:spcPts val="400"/>
              </a:spcAft>
              <a:buSzPct val="100000"/>
              <a:buChar char="■"/>
            </a:pPr>
            <a:r>
              <a:rPr lang="en-US" sz="1050">
                <a:solidFill>
                  <a:srgbClr val="1A1A2E"/>
                </a:solidFill>
                <a:latin typeface="Open Sans" pitchFamily="34" charset="0"/>
                <a:ea typeface="Open Sans" pitchFamily="34" charset="-122"/>
                <a:cs typeface="Open Sans" pitchFamily="34" charset="-120"/>
              </a:rPr>
              <a:t>Kick off</a:t>
            </a:r>
            <a:endParaRPr lang="en-US" sz="1050"/>
          </a:p>
          <a:p>
            <a:pPr marL="342900" indent="-342900">
              <a:spcAft>
                <a:spcPts val="400"/>
              </a:spcAft>
              <a:buSzPct val="100000"/>
              <a:buChar char="■"/>
            </a:pPr>
            <a:r>
              <a:rPr lang="en-US" sz="1050" err="1">
                <a:solidFill>
                  <a:srgbClr val="1A1A2E"/>
                </a:solidFill>
                <a:latin typeface="Open Sans"/>
                <a:ea typeface="Open Sans"/>
                <a:cs typeface="Open Sans"/>
              </a:rPr>
              <a:t>Análisis</a:t>
            </a:r>
            <a:r>
              <a:rPr lang="en-US" sz="1050">
                <a:solidFill>
                  <a:srgbClr val="1A1A2E"/>
                </a:solidFill>
                <a:latin typeface="Open Sans"/>
                <a:ea typeface="Open Sans"/>
                <a:cs typeface="Open Sans"/>
              </a:rPr>
              <a:t> </a:t>
            </a:r>
            <a:r>
              <a:rPr lang="en-US" sz="1050" err="1">
                <a:solidFill>
                  <a:srgbClr val="1A1A2E"/>
                </a:solidFill>
                <a:latin typeface="Open Sans"/>
                <a:ea typeface="Open Sans"/>
                <a:cs typeface="Open Sans"/>
              </a:rPr>
              <a:t>técnico</a:t>
            </a:r>
            <a:r>
              <a:rPr lang="en-US" sz="1050">
                <a:solidFill>
                  <a:srgbClr val="1A1A2E"/>
                </a:solidFill>
                <a:latin typeface="Open Sans"/>
                <a:ea typeface="Open Sans"/>
                <a:cs typeface="Open Sans"/>
              </a:rPr>
              <a:t> y de </a:t>
            </a:r>
            <a:r>
              <a:rPr lang="en-US" sz="1050" err="1">
                <a:solidFill>
                  <a:srgbClr val="1A1A2E"/>
                </a:solidFill>
                <a:latin typeface="Open Sans"/>
                <a:ea typeface="Open Sans"/>
                <a:cs typeface="Open Sans"/>
              </a:rPr>
              <a:t>negocio</a:t>
            </a:r>
            <a:endParaRPr lang="en-US" sz="1050" err="1">
              <a:latin typeface="Open Sans"/>
              <a:ea typeface="Open Sans"/>
              <a:cs typeface="Open Sans"/>
            </a:endParaRPr>
          </a:p>
          <a:p>
            <a:pPr marL="342900" indent="-342900">
              <a:spcAft>
                <a:spcPts val="400"/>
              </a:spcAft>
              <a:buSzPct val="100000"/>
              <a:buFont typeface="Outfit"/>
              <a:buChar char="•"/>
            </a:pPr>
            <a:r>
              <a:rPr lang="en-US" sz="1050" err="1">
                <a:solidFill>
                  <a:srgbClr val="1A1A2E"/>
                </a:solidFill>
                <a:latin typeface="Open Sans"/>
                <a:ea typeface="Open Sans"/>
                <a:cs typeface="Open Sans"/>
              </a:rPr>
              <a:t>Flujo</a:t>
            </a:r>
            <a:r>
              <a:rPr lang="en-US" sz="1050">
                <a:solidFill>
                  <a:srgbClr val="1A1A2E"/>
                </a:solidFill>
                <a:latin typeface="Open Sans"/>
                <a:ea typeface="Open Sans"/>
                <a:cs typeface="Open Sans"/>
              </a:rPr>
              <a:t> de </a:t>
            </a:r>
            <a:r>
              <a:rPr lang="en-US" sz="1050" err="1">
                <a:solidFill>
                  <a:srgbClr val="1A1A2E"/>
                </a:solidFill>
                <a:latin typeface="Open Sans"/>
                <a:ea typeface="Open Sans"/>
                <a:cs typeface="Open Sans"/>
              </a:rPr>
              <a:t>trabajo</a:t>
            </a:r>
            <a:endParaRPr lang="en-US" sz="1050" err="1">
              <a:latin typeface="Open Sans"/>
              <a:ea typeface="Open Sans"/>
              <a:cs typeface="Open Sans"/>
            </a:endParaRPr>
          </a:p>
          <a:p>
            <a:pPr marL="342900" indent="-342900">
              <a:spcAft>
                <a:spcPts val="400"/>
              </a:spcAft>
              <a:buSzPct val="100000"/>
              <a:buChar char="■"/>
            </a:pPr>
            <a:r>
              <a:rPr lang="en-US" sz="1050" err="1">
                <a:solidFill>
                  <a:srgbClr val="1A1A2E"/>
                </a:solidFill>
                <a:latin typeface="Open Sans"/>
                <a:ea typeface="Open Sans"/>
                <a:cs typeface="Open Sans"/>
              </a:rPr>
              <a:t>Validación</a:t>
            </a:r>
            <a:r>
              <a:rPr lang="en-US" sz="1050">
                <a:solidFill>
                  <a:srgbClr val="1A1A2E"/>
                </a:solidFill>
                <a:latin typeface="Open Sans"/>
                <a:ea typeface="Open Sans"/>
                <a:cs typeface="Open Sans"/>
              </a:rPr>
              <a:t> del </a:t>
            </a:r>
            <a:r>
              <a:rPr lang="en-US" sz="1050" err="1">
                <a:solidFill>
                  <a:srgbClr val="1A1A2E"/>
                </a:solidFill>
                <a:latin typeface="Open Sans"/>
                <a:ea typeface="Open Sans"/>
                <a:cs typeface="Open Sans"/>
              </a:rPr>
              <a:t>diseño</a:t>
            </a:r>
            <a:r>
              <a:rPr lang="en-US" sz="1050">
                <a:solidFill>
                  <a:srgbClr val="1A1A2E"/>
                </a:solidFill>
                <a:latin typeface="Open Sans"/>
                <a:ea typeface="Open Sans"/>
                <a:cs typeface="Open Sans"/>
              </a:rPr>
              <a:t> </a:t>
            </a:r>
            <a:r>
              <a:rPr lang="en-US" sz="1050" err="1">
                <a:solidFill>
                  <a:srgbClr val="1A1A2E"/>
                </a:solidFill>
                <a:latin typeface="Open Sans"/>
                <a:ea typeface="Open Sans"/>
                <a:cs typeface="Open Sans"/>
              </a:rPr>
              <a:t>técnico</a:t>
            </a:r>
            <a:endParaRPr lang="en-US" sz="1050" err="1">
              <a:latin typeface="Open Sans"/>
              <a:ea typeface="Open Sans"/>
              <a:cs typeface="Open Sans"/>
            </a:endParaRPr>
          </a:p>
          <a:p>
            <a:pPr marL="342900" indent="-342900">
              <a:spcAft>
                <a:spcPts val="400"/>
              </a:spcAft>
              <a:buSzPct val="100000"/>
              <a:buChar char="■"/>
            </a:pPr>
            <a:r>
              <a:rPr lang="en-US" sz="1050">
                <a:solidFill>
                  <a:srgbClr val="1A1A2E"/>
                </a:solidFill>
                <a:latin typeface="Open Sans"/>
                <a:ea typeface="Open Sans"/>
                <a:cs typeface="Open Sans"/>
              </a:rPr>
              <a:t>Plan de </a:t>
            </a:r>
            <a:r>
              <a:rPr lang="en-US" sz="1050" err="1">
                <a:solidFill>
                  <a:srgbClr val="1A1A2E"/>
                </a:solidFill>
                <a:latin typeface="Open Sans"/>
                <a:ea typeface="Open Sans"/>
                <a:cs typeface="Open Sans"/>
              </a:rPr>
              <a:t>proyecto</a:t>
            </a:r>
            <a:endParaRPr lang="en-US" sz="1050" err="1">
              <a:latin typeface="Open Sans"/>
              <a:ea typeface="Open Sans"/>
              <a:cs typeface="Open Sans"/>
            </a:endParaRPr>
          </a:p>
        </p:txBody>
      </p:sp>
      <p:sp>
        <p:nvSpPr>
          <p:cNvPr id="10" name="Shape 8"/>
          <p:cNvSpPr/>
          <p:nvPr/>
        </p:nvSpPr>
        <p:spPr>
          <a:xfrm>
            <a:off x="3355848" y="1691640"/>
            <a:ext cx="2743200" cy="548640"/>
          </a:xfrm>
          <a:prstGeom prst="roundRect">
            <a:avLst>
              <a:gd name="adj" fmla="val 0"/>
            </a:avLst>
          </a:prstGeom>
          <a:solidFill>
            <a:srgbClr val="3D5AFE"/>
          </a:solidFill>
          <a:ln w="12700">
            <a:solidFill>
              <a:srgbClr val="3D5AFE"/>
            </a:solidFill>
            <a:prstDash val="solid"/>
          </a:ln>
        </p:spPr>
        <p:txBody>
          <a:bodyPr/>
          <a:lstStyle/>
          <a:p>
            <a:endParaRPr lang="en-ES"/>
          </a:p>
        </p:txBody>
      </p:sp>
      <p:sp>
        <p:nvSpPr>
          <p:cNvPr id="11" name="Text 9"/>
          <p:cNvSpPr/>
          <p:nvPr/>
        </p:nvSpPr>
        <p:spPr>
          <a:xfrm>
            <a:off x="3355848" y="1691640"/>
            <a:ext cx="2743200" cy="548640"/>
          </a:xfrm>
          <a:prstGeom prst="rect">
            <a:avLst/>
          </a:prstGeom>
          <a:noFill/>
          <a:ln/>
        </p:spPr>
        <p:txBody>
          <a:bodyPr wrap="square" lIns="0" tIns="0" rIns="0" bIns="0" rtlCol="0" anchor="ctr"/>
          <a:lstStyle/>
          <a:p>
            <a:pPr marL="0" indent="0" algn="ctr">
              <a:buNone/>
            </a:pPr>
            <a:r>
              <a:rPr lang="en-US" sz="1400" b="1">
                <a:solidFill>
                  <a:srgbClr val="FFFFFF"/>
                </a:solidFill>
                <a:latin typeface="Open Sans" pitchFamily="34" charset="0"/>
                <a:ea typeface="Open Sans" pitchFamily="34" charset="-122"/>
                <a:cs typeface="Open Sans" pitchFamily="34" charset="-120"/>
              </a:rPr>
              <a:t>2  ·  Puesta en marcha</a:t>
            </a:r>
            <a:endParaRPr lang="en-US" sz="1400"/>
          </a:p>
        </p:txBody>
      </p:sp>
      <p:sp>
        <p:nvSpPr>
          <p:cNvPr id="12" name="Shape 10"/>
          <p:cNvSpPr/>
          <p:nvPr/>
        </p:nvSpPr>
        <p:spPr>
          <a:xfrm>
            <a:off x="3355848" y="2331720"/>
            <a:ext cx="2743200" cy="2331720"/>
          </a:xfrm>
          <a:prstGeom prst="roundRect">
            <a:avLst>
              <a:gd name="adj" fmla="val 0"/>
            </a:avLst>
          </a:prstGeom>
          <a:solidFill>
            <a:srgbClr val="F2F3F7"/>
          </a:solidFill>
          <a:ln w="6350">
            <a:solidFill>
              <a:srgbClr val="F2F3F7"/>
            </a:solidFill>
            <a:prstDash val="solid"/>
          </a:ln>
        </p:spPr>
        <p:txBody>
          <a:bodyPr/>
          <a:lstStyle/>
          <a:p>
            <a:endParaRPr lang="en-ES"/>
          </a:p>
        </p:txBody>
      </p:sp>
      <p:sp>
        <p:nvSpPr>
          <p:cNvPr id="13" name="Text 11"/>
          <p:cNvSpPr/>
          <p:nvPr/>
        </p:nvSpPr>
        <p:spPr>
          <a:xfrm>
            <a:off x="3538728" y="2468880"/>
            <a:ext cx="2468880" cy="2103120"/>
          </a:xfrm>
          <a:prstGeom prst="rect">
            <a:avLst/>
          </a:prstGeom>
          <a:noFill/>
          <a:ln/>
        </p:spPr>
        <p:txBody>
          <a:bodyPr wrap="square" lIns="0" tIns="0" rIns="0" bIns="0" rtlCol="0" anchor="t"/>
          <a:lstStyle/>
          <a:p>
            <a:pPr marL="342900" indent="-342900">
              <a:spcAft>
                <a:spcPts val="400"/>
              </a:spcAft>
              <a:buSzPct val="100000"/>
              <a:buChar char="■"/>
            </a:pPr>
            <a:r>
              <a:rPr lang="en-US" sz="1050">
                <a:solidFill>
                  <a:srgbClr val="1A1A2E"/>
                </a:solidFill>
                <a:latin typeface="Open Sans" pitchFamily="34" charset="0"/>
                <a:ea typeface="Open Sans" pitchFamily="34" charset="-122"/>
                <a:cs typeface="Open Sans" pitchFamily="34" charset="-120"/>
              </a:rPr>
              <a:t>Creación de equipos y escalado</a:t>
            </a:r>
            <a:endParaRPr lang="en-US" sz="1050"/>
          </a:p>
          <a:p>
            <a:pPr marL="342900" indent="-342900">
              <a:spcAft>
                <a:spcPts val="400"/>
              </a:spcAft>
              <a:buSzPct val="100000"/>
              <a:buChar char="■"/>
            </a:pPr>
            <a:r>
              <a:rPr lang="en-US" sz="1050">
                <a:solidFill>
                  <a:srgbClr val="1A1A2E"/>
                </a:solidFill>
                <a:latin typeface="Open Sans" pitchFamily="34" charset="0"/>
                <a:ea typeface="Open Sans" pitchFamily="34" charset="-122"/>
                <a:cs typeface="Open Sans" pitchFamily="34" charset="-120"/>
              </a:rPr>
              <a:t>Arquitectura inicial de la solución</a:t>
            </a:r>
            <a:endParaRPr lang="en-US" sz="1050"/>
          </a:p>
          <a:p>
            <a:pPr marL="342900" indent="-342900">
              <a:spcAft>
                <a:spcPts val="400"/>
              </a:spcAft>
              <a:buSzPct val="100000"/>
              <a:buChar char="■"/>
            </a:pPr>
            <a:r>
              <a:rPr lang="en-US" sz="1050">
                <a:solidFill>
                  <a:srgbClr val="1A1A2E"/>
                </a:solidFill>
                <a:latin typeface="Open Sans" pitchFamily="34" charset="0"/>
                <a:ea typeface="Open Sans" pitchFamily="34" charset="-122"/>
                <a:cs typeface="Open Sans" pitchFamily="34" charset="-120"/>
              </a:rPr>
              <a:t>Creación y configuración de entornos</a:t>
            </a:r>
            <a:endParaRPr lang="en-US" sz="1050"/>
          </a:p>
          <a:p>
            <a:pPr marL="342900" indent="-342900">
              <a:spcAft>
                <a:spcPts val="400"/>
              </a:spcAft>
              <a:buSzPct val="100000"/>
              <a:buChar char="■"/>
            </a:pPr>
            <a:r>
              <a:rPr lang="en-US" sz="1050">
                <a:solidFill>
                  <a:srgbClr val="1A1A2E"/>
                </a:solidFill>
                <a:latin typeface="Open Sans" pitchFamily="34" charset="0"/>
                <a:ea typeface="Open Sans" pitchFamily="34" charset="-122"/>
                <a:cs typeface="Open Sans" pitchFamily="34" charset="-120"/>
              </a:rPr>
              <a:t>Configuración de herramientas</a:t>
            </a:r>
            <a:endParaRPr lang="en-US" sz="1050"/>
          </a:p>
          <a:p>
            <a:pPr marL="342900" indent="-342900">
              <a:spcAft>
                <a:spcPts val="400"/>
              </a:spcAft>
              <a:buSzPct val="100000"/>
              <a:buChar char="■"/>
            </a:pPr>
            <a:r>
              <a:rPr lang="en-US" sz="1050">
                <a:solidFill>
                  <a:srgbClr val="1A1A2E"/>
                </a:solidFill>
                <a:latin typeface="Open Sans" pitchFamily="34" charset="0"/>
                <a:ea typeface="Open Sans" pitchFamily="34" charset="-122"/>
                <a:cs typeface="Open Sans" pitchFamily="34" charset="-120"/>
              </a:rPr>
              <a:t>Propuesta de diseño visual</a:t>
            </a:r>
            <a:endParaRPr lang="en-US" sz="1050"/>
          </a:p>
        </p:txBody>
      </p:sp>
      <p:sp>
        <p:nvSpPr>
          <p:cNvPr id="14" name="Shape 12"/>
          <p:cNvSpPr/>
          <p:nvPr/>
        </p:nvSpPr>
        <p:spPr>
          <a:xfrm>
            <a:off x="6254496" y="1691640"/>
            <a:ext cx="2743200" cy="548640"/>
          </a:xfrm>
          <a:prstGeom prst="roundRect">
            <a:avLst>
              <a:gd name="adj" fmla="val 0"/>
            </a:avLst>
          </a:prstGeom>
          <a:solidFill>
            <a:srgbClr val="3D5AFE"/>
          </a:solidFill>
          <a:ln w="12700">
            <a:solidFill>
              <a:srgbClr val="3D5AFE"/>
            </a:solidFill>
            <a:prstDash val="solid"/>
          </a:ln>
        </p:spPr>
        <p:txBody>
          <a:bodyPr/>
          <a:lstStyle/>
          <a:p>
            <a:endParaRPr lang="en-ES"/>
          </a:p>
        </p:txBody>
      </p:sp>
      <p:sp>
        <p:nvSpPr>
          <p:cNvPr id="15" name="Text 13"/>
          <p:cNvSpPr/>
          <p:nvPr/>
        </p:nvSpPr>
        <p:spPr>
          <a:xfrm>
            <a:off x="6254496" y="1691640"/>
            <a:ext cx="2743200" cy="548640"/>
          </a:xfrm>
          <a:prstGeom prst="rect">
            <a:avLst/>
          </a:prstGeom>
          <a:noFill/>
          <a:ln/>
        </p:spPr>
        <p:txBody>
          <a:bodyPr wrap="square" lIns="0" tIns="0" rIns="0" bIns="0" rtlCol="0" anchor="ctr"/>
          <a:lstStyle/>
          <a:p>
            <a:pPr marL="0" indent="0" algn="ctr">
              <a:buNone/>
            </a:pPr>
            <a:r>
              <a:rPr lang="en-US" sz="1400" b="1">
                <a:solidFill>
                  <a:srgbClr val="FFFFFF"/>
                </a:solidFill>
                <a:latin typeface="Open Sans" pitchFamily="34" charset="0"/>
                <a:ea typeface="Open Sans" pitchFamily="34" charset="-122"/>
                <a:cs typeface="Open Sans" pitchFamily="34" charset="-120"/>
              </a:rPr>
              <a:t>3  ·  Entrega continua</a:t>
            </a:r>
            <a:endParaRPr lang="en-US" sz="1400"/>
          </a:p>
        </p:txBody>
      </p:sp>
      <p:sp>
        <p:nvSpPr>
          <p:cNvPr id="16" name="Shape 14"/>
          <p:cNvSpPr/>
          <p:nvPr/>
        </p:nvSpPr>
        <p:spPr>
          <a:xfrm>
            <a:off x="6254496" y="2331720"/>
            <a:ext cx="2743200" cy="2331720"/>
          </a:xfrm>
          <a:prstGeom prst="roundRect">
            <a:avLst>
              <a:gd name="adj" fmla="val 0"/>
            </a:avLst>
          </a:prstGeom>
          <a:solidFill>
            <a:srgbClr val="F2F3F7"/>
          </a:solidFill>
          <a:ln w="6350">
            <a:solidFill>
              <a:srgbClr val="F2F3F7"/>
            </a:solidFill>
            <a:prstDash val="solid"/>
          </a:ln>
        </p:spPr>
        <p:txBody>
          <a:bodyPr/>
          <a:lstStyle/>
          <a:p>
            <a:endParaRPr lang="en-ES"/>
          </a:p>
        </p:txBody>
      </p:sp>
      <p:sp>
        <p:nvSpPr>
          <p:cNvPr id="17" name="Text 15"/>
          <p:cNvSpPr/>
          <p:nvPr/>
        </p:nvSpPr>
        <p:spPr>
          <a:xfrm>
            <a:off x="6437376" y="2468880"/>
            <a:ext cx="2468880" cy="2103120"/>
          </a:xfrm>
          <a:prstGeom prst="rect">
            <a:avLst/>
          </a:prstGeom>
          <a:noFill/>
          <a:ln/>
        </p:spPr>
        <p:txBody>
          <a:bodyPr wrap="square" lIns="0" tIns="0" rIns="0" bIns="0" rtlCol="0" anchor="t"/>
          <a:lstStyle/>
          <a:p>
            <a:pPr marL="342900" indent="-342900">
              <a:spcAft>
                <a:spcPts val="400"/>
              </a:spcAft>
              <a:buSzPct val="100000"/>
              <a:buChar char="■"/>
            </a:pPr>
            <a:r>
              <a:rPr lang="en-US" sz="1050">
                <a:solidFill>
                  <a:srgbClr val="1A1A2E"/>
                </a:solidFill>
                <a:latin typeface="Open Sans" pitchFamily="34" charset="0"/>
                <a:ea typeface="Open Sans" pitchFamily="34" charset="-122"/>
                <a:cs typeface="Open Sans" pitchFamily="34" charset="-120"/>
              </a:rPr>
              <a:t>Desarrollo con metodologías ágiles</a:t>
            </a:r>
            <a:endParaRPr lang="en-US" sz="1050"/>
          </a:p>
          <a:p>
            <a:pPr marL="342900" indent="-342900">
              <a:spcAft>
                <a:spcPts val="400"/>
              </a:spcAft>
              <a:buSzPct val="100000"/>
              <a:buChar char="■"/>
            </a:pPr>
            <a:r>
              <a:rPr lang="en-US" sz="1050">
                <a:solidFill>
                  <a:srgbClr val="1A1A2E"/>
                </a:solidFill>
                <a:latin typeface="Open Sans" pitchFamily="34" charset="0"/>
                <a:ea typeface="Open Sans" pitchFamily="34" charset="-122"/>
                <a:cs typeface="Open Sans" pitchFamily="34" charset="-120"/>
              </a:rPr>
              <a:t>Entrega iterativa e incremental</a:t>
            </a:r>
            <a:endParaRPr lang="en-US" sz="1050"/>
          </a:p>
          <a:p>
            <a:pPr marL="342900" indent="-342900">
              <a:spcAft>
                <a:spcPts val="400"/>
              </a:spcAft>
              <a:buSzPct val="100000"/>
              <a:buChar char="■"/>
            </a:pPr>
            <a:r>
              <a:rPr lang="en-US" sz="1050">
                <a:solidFill>
                  <a:srgbClr val="1A1A2E"/>
                </a:solidFill>
                <a:latin typeface="Open Sans" pitchFamily="34" charset="0"/>
                <a:ea typeface="Open Sans" pitchFamily="34" charset="-122"/>
                <a:cs typeface="Open Sans" pitchFamily="34" charset="-120"/>
              </a:rPr>
              <a:t>Feedback temprano</a:t>
            </a:r>
            <a:endParaRPr lang="en-US" sz="1050"/>
          </a:p>
          <a:p>
            <a:pPr marL="342900" indent="-342900">
              <a:spcAft>
                <a:spcPts val="400"/>
              </a:spcAft>
              <a:buSzPct val="100000"/>
              <a:buChar char="■"/>
            </a:pPr>
            <a:r>
              <a:rPr lang="en-US" sz="1050">
                <a:solidFill>
                  <a:srgbClr val="1A1A2E"/>
                </a:solidFill>
                <a:latin typeface="Open Sans" pitchFamily="34" charset="0"/>
                <a:ea typeface="Open Sans" pitchFamily="34" charset="-122"/>
                <a:cs typeface="Open Sans" pitchFamily="34" charset="-120"/>
              </a:rPr>
              <a:t>Aseguramiento de la calidad</a:t>
            </a:r>
            <a:endParaRPr lang="en-US" sz="1050"/>
          </a:p>
          <a:p>
            <a:pPr marL="342900" indent="-342900">
              <a:spcAft>
                <a:spcPts val="400"/>
              </a:spcAft>
              <a:buSzPct val="100000"/>
              <a:buChar char="■"/>
            </a:pPr>
            <a:r>
              <a:rPr lang="en-US" sz="1050">
                <a:solidFill>
                  <a:srgbClr val="1A1A2E"/>
                </a:solidFill>
                <a:latin typeface="Open Sans" pitchFamily="34" charset="0"/>
                <a:ea typeface="Open Sans" pitchFamily="34" charset="-122"/>
                <a:cs typeface="Open Sans" pitchFamily="34" charset="-120"/>
              </a:rPr>
              <a:t>Traspaso de conocimiento constante</a:t>
            </a:r>
            <a:endParaRPr lang="en-US" sz="1050"/>
          </a:p>
        </p:txBody>
      </p:sp>
      <p:grpSp>
        <p:nvGrpSpPr>
          <p:cNvPr id="22" name="Group 21">
            <a:extLst>
              <a:ext uri="{FF2B5EF4-FFF2-40B4-BE49-F238E27FC236}">
                <a16:creationId xmlns:a16="http://schemas.microsoft.com/office/drawing/2014/main" id="{5CE1E2E8-B745-C0CF-B03F-E67783B8A7DC}"/>
              </a:ext>
            </a:extLst>
          </p:cNvPr>
          <p:cNvGrpSpPr/>
          <p:nvPr/>
        </p:nvGrpSpPr>
        <p:grpSpPr>
          <a:xfrm>
            <a:off x="8039657" y="4755838"/>
            <a:ext cx="795753" cy="246857"/>
            <a:chOff x="7435419" y="4613467"/>
            <a:chExt cx="1708581" cy="530033"/>
          </a:xfrm>
        </p:grpSpPr>
        <p:pic>
          <p:nvPicPr>
            <p:cNvPr id="23" name="Picture 22" descr="A black background with white text  AI-generated content may be incorrect.">
              <a:extLst>
                <a:ext uri="{FF2B5EF4-FFF2-40B4-BE49-F238E27FC236}">
                  <a16:creationId xmlns:a16="http://schemas.microsoft.com/office/drawing/2014/main" id="{2B406CC5-3903-746C-EC58-C5566654CF0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24" name="Rectangle 23">
              <a:extLst>
                <a:ext uri="{FF2B5EF4-FFF2-40B4-BE49-F238E27FC236}">
                  <a16:creationId xmlns:a16="http://schemas.microsoft.com/office/drawing/2014/main" id="{AFD10ADA-58E4-1B03-78D3-B3E8EC38B6E4}"/>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25" name="Marcador de número de diapositiva 1">
              <a:extLst>
                <a:ext uri="{FF2B5EF4-FFF2-40B4-BE49-F238E27FC236}">
                  <a16:creationId xmlns:a16="http://schemas.microsoft.com/office/drawing/2014/main" id="{4542D956-F034-D594-528D-4A833694B7A3}"/>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13</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4297680" cy="5143500"/>
          </a:xfrm>
          <a:prstGeom prst="rect">
            <a:avLst/>
          </a:prstGeom>
          <a:solidFill>
            <a:srgbClr val="3D5AFE"/>
          </a:solidFill>
          <a:ln w="12700">
            <a:noFill/>
            <a:prstDash val="solid"/>
          </a:ln>
        </p:spPr>
        <p:txBody>
          <a:bodyPr/>
          <a:lstStyle/>
          <a:p>
            <a:endParaRPr lang="en-ES"/>
          </a:p>
        </p:txBody>
      </p:sp>
      <p:sp>
        <p:nvSpPr>
          <p:cNvPr id="3" name="Text 1"/>
          <p:cNvSpPr/>
          <p:nvPr/>
        </p:nvSpPr>
        <p:spPr>
          <a:xfrm>
            <a:off x="365760" y="365760"/>
            <a:ext cx="4114800" cy="320040"/>
          </a:xfrm>
          <a:prstGeom prst="rect">
            <a:avLst/>
          </a:prstGeom>
          <a:noFill/>
          <a:ln/>
        </p:spPr>
        <p:txBody>
          <a:bodyPr wrap="square" lIns="0" tIns="0" rIns="0" bIns="0" rtlCol="0" anchor="ctr"/>
          <a:lstStyle/>
          <a:p>
            <a:pPr marL="0" indent="0" algn="l">
              <a:buNone/>
            </a:pPr>
            <a:r>
              <a:rPr lang="en-US" sz="1000" b="1">
                <a:solidFill>
                  <a:srgbClr val="FFFFFF">
                    <a:alpha val="85000"/>
                  </a:srgbClr>
                </a:solidFill>
                <a:latin typeface="Open Sans" pitchFamily="34" charset="0"/>
                <a:ea typeface="Open Sans" pitchFamily="34" charset="-122"/>
                <a:cs typeface="Open Sans" pitchFamily="34" charset="-120"/>
              </a:rPr>
              <a:t>FASE 1</a:t>
            </a:r>
            <a:endParaRPr lang="en-US" sz="1000"/>
          </a:p>
        </p:txBody>
      </p:sp>
      <p:sp>
        <p:nvSpPr>
          <p:cNvPr id="4" name="Text 2"/>
          <p:cNvSpPr/>
          <p:nvPr/>
        </p:nvSpPr>
        <p:spPr>
          <a:xfrm>
            <a:off x="365760" y="822960"/>
            <a:ext cx="3840480" cy="1463040"/>
          </a:xfrm>
          <a:prstGeom prst="rect">
            <a:avLst/>
          </a:prstGeom>
          <a:noFill/>
          <a:ln/>
        </p:spPr>
        <p:txBody>
          <a:bodyPr wrap="square" lIns="0" tIns="0" rIns="0" bIns="0" rtlCol="0" anchor="t"/>
          <a:lstStyle/>
          <a:p>
            <a:pPr marL="0" indent="0">
              <a:lnSpc>
                <a:spcPct val="100000"/>
              </a:lnSpc>
              <a:buNone/>
            </a:pPr>
            <a:r>
              <a:rPr lang="en-US" sz="2600" b="1" err="1">
                <a:solidFill>
                  <a:srgbClr val="FFFFFF"/>
                </a:solidFill>
                <a:latin typeface="Outfit"/>
                <a:ea typeface="Open Sans"/>
                <a:cs typeface="Open Sans"/>
              </a:rPr>
              <a:t>Descubrimiento</a:t>
            </a:r>
            <a:endParaRPr lang="en-US" sz="2600" err="1"/>
          </a:p>
        </p:txBody>
      </p:sp>
      <p:sp>
        <p:nvSpPr>
          <p:cNvPr id="5" name="Text 3"/>
          <p:cNvSpPr/>
          <p:nvPr/>
        </p:nvSpPr>
        <p:spPr>
          <a:xfrm>
            <a:off x="365760" y="2331720"/>
            <a:ext cx="3840480" cy="411480"/>
          </a:xfrm>
          <a:prstGeom prst="rect">
            <a:avLst/>
          </a:prstGeom>
          <a:noFill/>
          <a:ln/>
        </p:spPr>
        <p:txBody>
          <a:bodyPr wrap="square" lIns="0" tIns="0" rIns="0" bIns="0" rtlCol="0" anchor="t"/>
          <a:lstStyle/>
          <a:p>
            <a:pPr marL="0" indent="0">
              <a:buNone/>
            </a:pPr>
            <a:r>
              <a:rPr lang="en-US" sz="1600">
                <a:solidFill>
                  <a:srgbClr val="E5E7EB"/>
                </a:solidFill>
                <a:latin typeface="Open Sans" pitchFamily="34" charset="0"/>
                <a:ea typeface="Open Sans" pitchFamily="34" charset="-122"/>
                <a:cs typeface="Open Sans" pitchFamily="34" charset="-120"/>
              </a:rPr>
              <a:t>Talleres, análisis y entrevistas</a:t>
            </a:r>
            <a:endParaRPr lang="en-US" sz="1600"/>
          </a:p>
        </p:txBody>
      </p:sp>
      <p:sp>
        <p:nvSpPr>
          <p:cNvPr id="6" name="Text 4"/>
          <p:cNvSpPr/>
          <p:nvPr/>
        </p:nvSpPr>
        <p:spPr>
          <a:xfrm>
            <a:off x="365760" y="2834640"/>
            <a:ext cx="3840480" cy="1188720"/>
          </a:xfrm>
          <a:prstGeom prst="rect">
            <a:avLst/>
          </a:prstGeom>
          <a:noFill/>
          <a:ln/>
        </p:spPr>
        <p:txBody>
          <a:bodyPr wrap="square" lIns="0" tIns="0" rIns="0" bIns="0" rtlCol="0" anchor="t"/>
          <a:lstStyle/>
          <a:p>
            <a:pPr marL="0" indent="0">
              <a:lnSpc>
                <a:spcPct val="140000"/>
              </a:lnSpc>
              <a:buNone/>
            </a:pPr>
            <a:r>
              <a:rPr lang="en-US" sz="1100">
                <a:solidFill>
                  <a:srgbClr val="FFFFFF"/>
                </a:solidFill>
                <a:latin typeface="Open Sans" pitchFamily="34" charset="0"/>
                <a:ea typeface="Open Sans" pitchFamily="34" charset="-122"/>
                <a:cs typeface="Open Sans" pitchFamily="34" charset="-120"/>
              </a:rPr>
              <a:t>Cuantas más personas participen con conocimientos actualizados de la solución a nivel técnico y de negocio, mejores resultados obtendremos.</a:t>
            </a:r>
            <a:endParaRPr lang="en-US" sz="1100"/>
          </a:p>
        </p:txBody>
      </p:sp>
      <p:sp>
        <p:nvSpPr>
          <p:cNvPr id="7" name="Shape 5"/>
          <p:cNvSpPr/>
          <p:nvPr/>
        </p:nvSpPr>
        <p:spPr>
          <a:xfrm>
            <a:off x="365760" y="4160520"/>
            <a:ext cx="1252728" cy="347472"/>
          </a:xfrm>
          <a:prstGeom prst="roundRect">
            <a:avLst>
              <a:gd name="adj" fmla="val 0"/>
            </a:avLst>
          </a:prstGeom>
          <a:solidFill>
            <a:srgbClr val="0F1729"/>
          </a:solidFill>
          <a:ln w="12700">
            <a:solidFill>
              <a:srgbClr val="333333"/>
            </a:solidFill>
            <a:prstDash val="solid"/>
          </a:ln>
        </p:spPr>
        <p:txBody>
          <a:bodyPr/>
          <a:lstStyle/>
          <a:p>
            <a:endParaRPr lang="en-ES"/>
          </a:p>
        </p:txBody>
      </p:sp>
      <p:sp>
        <p:nvSpPr>
          <p:cNvPr id="8" name="Text 6"/>
          <p:cNvSpPr/>
          <p:nvPr/>
        </p:nvSpPr>
        <p:spPr>
          <a:xfrm>
            <a:off x="365760" y="4160520"/>
            <a:ext cx="1252728" cy="347472"/>
          </a:xfrm>
          <a:prstGeom prst="rect">
            <a:avLst/>
          </a:prstGeom>
          <a:noFill/>
          <a:ln/>
        </p:spPr>
        <p:txBody>
          <a:bodyPr wrap="square" lIns="0" tIns="0" rIns="0" bIns="0" rtlCol="0" anchor="ctr"/>
          <a:lstStyle/>
          <a:p>
            <a:pPr marL="0" indent="0" algn="ctr">
              <a:buNone/>
            </a:pPr>
            <a:r>
              <a:rPr lang="en-US" sz="950">
                <a:solidFill>
                  <a:srgbClr val="FFFFFF"/>
                </a:solidFill>
                <a:latin typeface="Open Sans" pitchFamily="34" charset="0"/>
                <a:ea typeface="Open Sans" pitchFamily="34" charset="-122"/>
                <a:cs typeface="Open Sans" pitchFamily="34" charset="-120"/>
              </a:rPr>
              <a:t>Alineamiento</a:t>
            </a:r>
            <a:endParaRPr lang="en-US" sz="950"/>
          </a:p>
        </p:txBody>
      </p:sp>
      <p:sp>
        <p:nvSpPr>
          <p:cNvPr id="9" name="Shape 7"/>
          <p:cNvSpPr/>
          <p:nvPr/>
        </p:nvSpPr>
        <p:spPr>
          <a:xfrm>
            <a:off x="1728216" y="4160520"/>
            <a:ext cx="1019556" cy="347472"/>
          </a:xfrm>
          <a:prstGeom prst="roundRect">
            <a:avLst>
              <a:gd name="adj" fmla="val 0"/>
            </a:avLst>
          </a:prstGeom>
          <a:solidFill>
            <a:srgbClr val="0F1729"/>
          </a:solidFill>
          <a:ln w="12700">
            <a:solidFill>
              <a:srgbClr val="333333"/>
            </a:solidFill>
            <a:prstDash val="solid"/>
          </a:ln>
        </p:spPr>
        <p:txBody>
          <a:bodyPr/>
          <a:lstStyle/>
          <a:p>
            <a:endParaRPr lang="en-ES"/>
          </a:p>
        </p:txBody>
      </p:sp>
      <p:sp>
        <p:nvSpPr>
          <p:cNvPr id="10" name="Text 8"/>
          <p:cNvSpPr/>
          <p:nvPr/>
        </p:nvSpPr>
        <p:spPr>
          <a:xfrm>
            <a:off x="1728216" y="4160520"/>
            <a:ext cx="1019556" cy="347472"/>
          </a:xfrm>
          <a:prstGeom prst="rect">
            <a:avLst/>
          </a:prstGeom>
          <a:noFill/>
          <a:ln/>
        </p:spPr>
        <p:txBody>
          <a:bodyPr wrap="square" lIns="0" tIns="0" rIns="0" bIns="0" rtlCol="0" anchor="ctr"/>
          <a:lstStyle/>
          <a:p>
            <a:pPr marL="0" indent="0" algn="ctr">
              <a:buNone/>
            </a:pPr>
            <a:r>
              <a:rPr lang="en-US" sz="950">
                <a:solidFill>
                  <a:srgbClr val="FFFFFF"/>
                </a:solidFill>
                <a:latin typeface="Open Sans" pitchFamily="34" charset="0"/>
                <a:ea typeface="Open Sans" pitchFamily="34" charset="-122"/>
                <a:cs typeface="Open Sans" pitchFamily="34" charset="-120"/>
              </a:rPr>
              <a:t>Discovery</a:t>
            </a:r>
            <a:endParaRPr lang="en-US" sz="950"/>
          </a:p>
        </p:txBody>
      </p:sp>
      <p:sp>
        <p:nvSpPr>
          <p:cNvPr id="11" name="Shape 9"/>
          <p:cNvSpPr/>
          <p:nvPr/>
        </p:nvSpPr>
        <p:spPr>
          <a:xfrm>
            <a:off x="2857500" y="4160520"/>
            <a:ext cx="475488" cy="347472"/>
          </a:xfrm>
          <a:prstGeom prst="roundRect">
            <a:avLst>
              <a:gd name="adj" fmla="val 0"/>
            </a:avLst>
          </a:prstGeom>
          <a:solidFill>
            <a:srgbClr val="0F1729"/>
          </a:solidFill>
          <a:ln w="12700">
            <a:solidFill>
              <a:srgbClr val="333333"/>
            </a:solidFill>
            <a:prstDash val="solid"/>
          </a:ln>
        </p:spPr>
        <p:txBody>
          <a:bodyPr/>
          <a:lstStyle/>
          <a:p>
            <a:endParaRPr lang="en-ES"/>
          </a:p>
        </p:txBody>
      </p:sp>
      <p:sp>
        <p:nvSpPr>
          <p:cNvPr id="12" name="Text 10"/>
          <p:cNvSpPr/>
          <p:nvPr/>
        </p:nvSpPr>
        <p:spPr>
          <a:xfrm>
            <a:off x="2857500" y="4160520"/>
            <a:ext cx="475488" cy="347472"/>
          </a:xfrm>
          <a:prstGeom prst="rect">
            <a:avLst/>
          </a:prstGeom>
          <a:noFill/>
          <a:ln/>
        </p:spPr>
        <p:txBody>
          <a:bodyPr wrap="square" lIns="0" tIns="0" rIns="0" bIns="0" rtlCol="0" anchor="ctr"/>
          <a:lstStyle/>
          <a:p>
            <a:pPr marL="0" indent="0" algn="ctr">
              <a:buNone/>
            </a:pPr>
            <a:r>
              <a:rPr lang="en-US" sz="950">
                <a:solidFill>
                  <a:srgbClr val="FFFFFF"/>
                </a:solidFill>
                <a:latin typeface="Open Sans" pitchFamily="34" charset="0"/>
                <a:ea typeface="Open Sans" pitchFamily="34" charset="-122"/>
                <a:cs typeface="Open Sans" pitchFamily="34" charset="-120"/>
              </a:rPr>
              <a:t>UX</a:t>
            </a:r>
            <a:endParaRPr lang="en-US" sz="950"/>
          </a:p>
        </p:txBody>
      </p:sp>
      <p:sp>
        <p:nvSpPr>
          <p:cNvPr id="13" name="Text 11"/>
          <p:cNvSpPr/>
          <p:nvPr/>
        </p:nvSpPr>
        <p:spPr>
          <a:xfrm>
            <a:off x="4663440" y="502920"/>
            <a:ext cx="4206240" cy="411480"/>
          </a:xfrm>
          <a:prstGeom prst="rect">
            <a:avLst/>
          </a:prstGeom>
          <a:noFill/>
          <a:ln/>
        </p:spPr>
        <p:txBody>
          <a:bodyPr wrap="square" lIns="0" tIns="0" rIns="0" bIns="0" rtlCol="0" anchor="ctr"/>
          <a:lstStyle/>
          <a:p>
            <a:pPr marL="0" indent="0">
              <a:buNone/>
            </a:pPr>
            <a:r>
              <a:rPr lang="en-US" sz="1600" b="1">
                <a:solidFill>
                  <a:srgbClr val="1A1A2E"/>
                </a:solidFill>
                <a:latin typeface="Open Sans" pitchFamily="34" charset="0"/>
                <a:ea typeface="Open Sans" pitchFamily="34" charset="-122"/>
                <a:cs typeface="Open Sans" pitchFamily="34" charset="-120"/>
              </a:rPr>
              <a:t>Actividades clave</a:t>
            </a:r>
            <a:endParaRPr lang="en-US" sz="1600"/>
          </a:p>
        </p:txBody>
      </p:sp>
      <p:sp>
        <p:nvSpPr>
          <p:cNvPr id="14" name="Shape 12"/>
          <p:cNvSpPr/>
          <p:nvPr/>
        </p:nvSpPr>
        <p:spPr>
          <a:xfrm>
            <a:off x="4663440" y="1005840"/>
            <a:ext cx="384048" cy="384048"/>
          </a:xfrm>
          <a:prstGeom prst="ellipse">
            <a:avLst/>
          </a:prstGeom>
          <a:solidFill>
            <a:srgbClr val="3D5AFE"/>
          </a:solidFill>
          <a:ln w="12700">
            <a:noFill/>
            <a:prstDash val="solid"/>
          </a:ln>
        </p:spPr>
        <p:txBody>
          <a:bodyPr/>
          <a:lstStyle/>
          <a:p>
            <a:endParaRPr lang="en-ES"/>
          </a:p>
        </p:txBody>
      </p:sp>
      <p:sp>
        <p:nvSpPr>
          <p:cNvPr id="15" name="Text 13"/>
          <p:cNvSpPr/>
          <p:nvPr/>
        </p:nvSpPr>
        <p:spPr>
          <a:xfrm>
            <a:off x="4663440" y="1005840"/>
            <a:ext cx="384048" cy="384048"/>
          </a:xfrm>
          <a:prstGeom prst="rect">
            <a:avLst/>
          </a:prstGeom>
          <a:noFill/>
          <a:ln/>
        </p:spPr>
        <p:txBody>
          <a:bodyPr wrap="square" lIns="0" tIns="0" rIns="0" bIns="0" rtlCol="0" anchor="ctr"/>
          <a:lstStyle/>
          <a:p>
            <a:pPr marL="0" indent="0" algn="ctr">
              <a:buNone/>
            </a:pPr>
            <a:r>
              <a:rPr lang="en-US" sz="1100" b="1">
                <a:solidFill>
                  <a:srgbClr val="FFFFFF"/>
                </a:solidFill>
                <a:latin typeface="Open Sans" pitchFamily="34" charset="0"/>
                <a:ea typeface="Open Sans" pitchFamily="34" charset="-122"/>
                <a:cs typeface="Open Sans" pitchFamily="34" charset="-120"/>
              </a:rPr>
              <a:t>1</a:t>
            </a:r>
            <a:endParaRPr lang="en-US" sz="1100"/>
          </a:p>
        </p:txBody>
      </p:sp>
      <p:sp>
        <p:nvSpPr>
          <p:cNvPr id="16" name="Text 14"/>
          <p:cNvSpPr/>
          <p:nvPr/>
        </p:nvSpPr>
        <p:spPr>
          <a:xfrm>
            <a:off x="5184648" y="969264"/>
            <a:ext cx="3639312" cy="274320"/>
          </a:xfrm>
          <a:prstGeom prst="rect">
            <a:avLst/>
          </a:prstGeom>
          <a:noFill/>
          <a:ln/>
        </p:spPr>
        <p:txBody>
          <a:bodyPr wrap="square" lIns="0" tIns="0" rIns="0" bIns="0" rtlCol="0" anchor="t"/>
          <a:lstStyle/>
          <a:p>
            <a:pPr marL="0" indent="0">
              <a:buNone/>
            </a:pPr>
            <a:r>
              <a:rPr lang="en-US" sz="1200" b="1">
                <a:solidFill>
                  <a:srgbClr val="1A1A2E"/>
                </a:solidFill>
                <a:latin typeface="Open Sans" pitchFamily="34" charset="0"/>
                <a:ea typeface="Open Sans" pitchFamily="34" charset="-122"/>
                <a:cs typeface="Open Sans" pitchFamily="34" charset="-120"/>
              </a:rPr>
              <a:t>Kick off</a:t>
            </a:r>
            <a:endParaRPr lang="en-US" sz="1200"/>
          </a:p>
        </p:txBody>
      </p:sp>
      <p:sp>
        <p:nvSpPr>
          <p:cNvPr id="17" name="Text 15"/>
          <p:cNvSpPr/>
          <p:nvPr/>
        </p:nvSpPr>
        <p:spPr>
          <a:xfrm>
            <a:off x="5184648" y="1261872"/>
            <a:ext cx="3639312" cy="588645"/>
          </a:xfrm>
          <a:prstGeom prst="rect">
            <a:avLst/>
          </a:prstGeom>
          <a:noFill/>
          <a:ln/>
        </p:spPr>
        <p:txBody>
          <a:bodyPr wrap="square" lIns="0" tIns="0" rIns="0" bIns="0" rtlCol="0" anchor="t"/>
          <a:lstStyle/>
          <a:p>
            <a:pPr marL="0" indent="0">
              <a:lnSpc>
                <a:spcPct val="125000"/>
              </a:lnSpc>
              <a:buNone/>
            </a:pPr>
            <a:r>
              <a:rPr lang="en-US" sz="1000">
                <a:solidFill>
                  <a:srgbClr val="6B7280"/>
                </a:solidFill>
                <a:latin typeface="Open Sans" pitchFamily="34" charset="0"/>
                <a:ea typeface="Open Sans" pitchFamily="34" charset="-122"/>
                <a:cs typeface="Open Sans" pitchFamily="34" charset="-120"/>
              </a:rPr>
              <a:t>Reunión de lanzamiento con el equipo central del proyecto y presentación del alcance.</a:t>
            </a:r>
            <a:endParaRPr lang="en-US" sz="1000"/>
          </a:p>
        </p:txBody>
      </p:sp>
      <p:sp>
        <p:nvSpPr>
          <p:cNvPr id="18" name="Shape 16"/>
          <p:cNvSpPr/>
          <p:nvPr/>
        </p:nvSpPr>
        <p:spPr>
          <a:xfrm>
            <a:off x="4663440" y="1914525"/>
            <a:ext cx="384048" cy="384048"/>
          </a:xfrm>
          <a:prstGeom prst="ellipse">
            <a:avLst/>
          </a:prstGeom>
          <a:solidFill>
            <a:srgbClr val="3D5AFE"/>
          </a:solidFill>
          <a:ln w="12700">
            <a:noFill/>
            <a:prstDash val="solid"/>
          </a:ln>
        </p:spPr>
        <p:txBody>
          <a:bodyPr/>
          <a:lstStyle/>
          <a:p>
            <a:endParaRPr lang="en-ES"/>
          </a:p>
        </p:txBody>
      </p:sp>
      <p:sp>
        <p:nvSpPr>
          <p:cNvPr id="19" name="Text 17"/>
          <p:cNvSpPr/>
          <p:nvPr/>
        </p:nvSpPr>
        <p:spPr>
          <a:xfrm>
            <a:off x="4663440" y="1914525"/>
            <a:ext cx="384048" cy="384048"/>
          </a:xfrm>
          <a:prstGeom prst="rect">
            <a:avLst/>
          </a:prstGeom>
          <a:noFill/>
          <a:ln/>
        </p:spPr>
        <p:txBody>
          <a:bodyPr wrap="square" lIns="0" tIns="0" rIns="0" bIns="0" rtlCol="0" anchor="ctr"/>
          <a:lstStyle/>
          <a:p>
            <a:pPr marL="0" indent="0" algn="ctr">
              <a:buNone/>
            </a:pPr>
            <a:r>
              <a:rPr lang="en-US" sz="1100" b="1">
                <a:solidFill>
                  <a:srgbClr val="FFFFFF"/>
                </a:solidFill>
                <a:latin typeface="Open Sans" pitchFamily="34" charset="0"/>
                <a:ea typeface="Open Sans" pitchFamily="34" charset="-122"/>
                <a:cs typeface="Open Sans" pitchFamily="34" charset="-120"/>
              </a:rPr>
              <a:t>2</a:t>
            </a:r>
            <a:endParaRPr lang="en-US" sz="1100"/>
          </a:p>
        </p:txBody>
      </p:sp>
      <p:sp>
        <p:nvSpPr>
          <p:cNvPr id="20" name="Text 18"/>
          <p:cNvSpPr/>
          <p:nvPr/>
        </p:nvSpPr>
        <p:spPr>
          <a:xfrm>
            <a:off x="5184648" y="1877949"/>
            <a:ext cx="3639312" cy="274320"/>
          </a:xfrm>
          <a:prstGeom prst="rect">
            <a:avLst/>
          </a:prstGeom>
          <a:noFill/>
          <a:ln/>
        </p:spPr>
        <p:txBody>
          <a:bodyPr wrap="square" lIns="0" tIns="0" rIns="0" bIns="0" rtlCol="0" anchor="t"/>
          <a:lstStyle/>
          <a:p>
            <a:pPr marL="0" indent="0">
              <a:buNone/>
            </a:pPr>
            <a:r>
              <a:rPr lang="en-US" sz="1200" b="1">
                <a:solidFill>
                  <a:srgbClr val="1A1A2E"/>
                </a:solidFill>
                <a:latin typeface="Open Sans" pitchFamily="34" charset="0"/>
                <a:ea typeface="Open Sans" pitchFamily="34" charset="-122"/>
                <a:cs typeface="Open Sans" pitchFamily="34" charset="-120"/>
              </a:rPr>
              <a:t>Análisis de negocio</a:t>
            </a:r>
            <a:endParaRPr lang="en-US" sz="1200"/>
          </a:p>
        </p:txBody>
      </p:sp>
      <p:sp>
        <p:nvSpPr>
          <p:cNvPr id="21" name="Text 19"/>
          <p:cNvSpPr/>
          <p:nvPr/>
        </p:nvSpPr>
        <p:spPr>
          <a:xfrm>
            <a:off x="5184648" y="2170557"/>
            <a:ext cx="3639312" cy="588645"/>
          </a:xfrm>
          <a:prstGeom prst="rect">
            <a:avLst/>
          </a:prstGeom>
          <a:noFill/>
          <a:ln/>
        </p:spPr>
        <p:txBody>
          <a:bodyPr wrap="square" lIns="0" tIns="0" rIns="0" bIns="0" rtlCol="0" anchor="t"/>
          <a:lstStyle/>
          <a:p>
            <a:pPr marL="0" indent="0">
              <a:lnSpc>
                <a:spcPct val="125000"/>
              </a:lnSpc>
              <a:buNone/>
            </a:pPr>
            <a:r>
              <a:rPr lang="en-US" sz="1000">
                <a:solidFill>
                  <a:srgbClr val="6B7280"/>
                </a:solidFill>
                <a:latin typeface="Open Sans" pitchFamily="34" charset="0"/>
                <a:ea typeface="Open Sans" pitchFamily="34" charset="-122"/>
                <a:cs typeface="Open Sans" pitchFamily="34" charset="-120"/>
              </a:rPr>
              <a:t>Análisis en profundidad de la situación actual, soluciones y procesos desde una perspectiva de negocio.</a:t>
            </a:r>
            <a:endParaRPr lang="en-US" sz="1000"/>
          </a:p>
        </p:txBody>
      </p:sp>
      <p:sp>
        <p:nvSpPr>
          <p:cNvPr id="22" name="Shape 20"/>
          <p:cNvSpPr/>
          <p:nvPr/>
        </p:nvSpPr>
        <p:spPr>
          <a:xfrm>
            <a:off x="4663440" y="2823210"/>
            <a:ext cx="384048" cy="384048"/>
          </a:xfrm>
          <a:prstGeom prst="ellipse">
            <a:avLst/>
          </a:prstGeom>
          <a:solidFill>
            <a:srgbClr val="3D5AFE"/>
          </a:solidFill>
          <a:ln w="12700">
            <a:noFill/>
            <a:prstDash val="solid"/>
          </a:ln>
        </p:spPr>
        <p:txBody>
          <a:bodyPr/>
          <a:lstStyle/>
          <a:p>
            <a:endParaRPr lang="en-ES"/>
          </a:p>
        </p:txBody>
      </p:sp>
      <p:sp>
        <p:nvSpPr>
          <p:cNvPr id="23" name="Text 21"/>
          <p:cNvSpPr/>
          <p:nvPr/>
        </p:nvSpPr>
        <p:spPr>
          <a:xfrm>
            <a:off x="4663440" y="2823210"/>
            <a:ext cx="384048" cy="384048"/>
          </a:xfrm>
          <a:prstGeom prst="rect">
            <a:avLst/>
          </a:prstGeom>
          <a:noFill/>
          <a:ln/>
        </p:spPr>
        <p:txBody>
          <a:bodyPr wrap="square" lIns="0" tIns="0" rIns="0" bIns="0" rtlCol="0" anchor="ctr"/>
          <a:lstStyle/>
          <a:p>
            <a:pPr marL="0" indent="0" algn="ctr">
              <a:buNone/>
            </a:pPr>
            <a:r>
              <a:rPr lang="en-US" sz="1100" b="1">
                <a:solidFill>
                  <a:srgbClr val="FFFFFF"/>
                </a:solidFill>
                <a:latin typeface="Open Sans" pitchFamily="34" charset="0"/>
                <a:ea typeface="Open Sans" pitchFamily="34" charset="-122"/>
                <a:cs typeface="Open Sans" pitchFamily="34" charset="-120"/>
              </a:rPr>
              <a:t>3</a:t>
            </a:r>
            <a:endParaRPr lang="en-US" sz="1100"/>
          </a:p>
        </p:txBody>
      </p:sp>
      <p:sp>
        <p:nvSpPr>
          <p:cNvPr id="24" name="Text 22"/>
          <p:cNvSpPr/>
          <p:nvPr/>
        </p:nvSpPr>
        <p:spPr>
          <a:xfrm>
            <a:off x="5184648" y="2786634"/>
            <a:ext cx="3639312" cy="274320"/>
          </a:xfrm>
          <a:prstGeom prst="rect">
            <a:avLst/>
          </a:prstGeom>
          <a:noFill/>
          <a:ln/>
        </p:spPr>
        <p:txBody>
          <a:bodyPr wrap="square" lIns="0" tIns="0" rIns="0" bIns="0" rtlCol="0" anchor="t"/>
          <a:lstStyle/>
          <a:p>
            <a:pPr marL="0" indent="0">
              <a:buNone/>
            </a:pPr>
            <a:r>
              <a:rPr lang="en-US" sz="1200" b="1">
                <a:solidFill>
                  <a:srgbClr val="1A1A2E"/>
                </a:solidFill>
                <a:latin typeface="Open Sans" pitchFamily="34" charset="0"/>
                <a:ea typeface="Open Sans" pitchFamily="34" charset="-122"/>
                <a:cs typeface="Open Sans" pitchFamily="34" charset="-120"/>
              </a:rPr>
              <a:t>Validación de diseño técnico</a:t>
            </a:r>
            <a:endParaRPr lang="en-US" sz="1200"/>
          </a:p>
        </p:txBody>
      </p:sp>
      <p:sp>
        <p:nvSpPr>
          <p:cNvPr id="25" name="Text 23"/>
          <p:cNvSpPr/>
          <p:nvPr/>
        </p:nvSpPr>
        <p:spPr>
          <a:xfrm>
            <a:off x="5184648" y="3079242"/>
            <a:ext cx="3639312" cy="588645"/>
          </a:xfrm>
          <a:prstGeom prst="rect">
            <a:avLst/>
          </a:prstGeom>
          <a:noFill/>
          <a:ln/>
        </p:spPr>
        <p:txBody>
          <a:bodyPr wrap="square" lIns="0" tIns="0" rIns="0" bIns="0" rtlCol="0" anchor="t"/>
          <a:lstStyle/>
          <a:p>
            <a:pPr marL="0" indent="0">
              <a:lnSpc>
                <a:spcPct val="125000"/>
              </a:lnSpc>
              <a:buNone/>
            </a:pPr>
            <a:r>
              <a:rPr lang="en-US" sz="1000">
                <a:solidFill>
                  <a:srgbClr val="6B7280"/>
                </a:solidFill>
                <a:latin typeface="Open Sans" pitchFamily="34" charset="0"/>
                <a:ea typeface="Open Sans" pitchFamily="34" charset="-122"/>
                <a:cs typeface="Open Sans" pitchFamily="34" charset="-120"/>
              </a:rPr>
              <a:t>Se define la arquitectura más adecuada y las pilas tecnológicas finales.</a:t>
            </a:r>
            <a:endParaRPr lang="en-US" sz="1000"/>
          </a:p>
        </p:txBody>
      </p:sp>
      <p:sp>
        <p:nvSpPr>
          <p:cNvPr id="26" name="Shape 24"/>
          <p:cNvSpPr/>
          <p:nvPr/>
        </p:nvSpPr>
        <p:spPr>
          <a:xfrm>
            <a:off x="4663440" y="3731895"/>
            <a:ext cx="384048" cy="384048"/>
          </a:xfrm>
          <a:prstGeom prst="ellipse">
            <a:avLst/>
          </a:prstGeom>
          <a:solidFill>
            <a:srgbClr val="3D5AFE"/>
          </a:solidFill>
          <a:ln w="12700">
            <a:noFill/>
            <a:prstDash val="solid"/>
          </a:ln>
        </p:spPr>
        <p:txBody>
          <a:bodyPr/>
          <a:lstStyle/>
          <a:p>
            <a:endParaRPr lang="en-ES"/>
          </a:p>
        </p:txBody>
      </p:sp>
      <p:sp>
        <p:nvSpPr>
          <p:cNvPr id="27" name="Text 25"/>
          <p:cNvSpPr/>
          <p:nvPr/>
        </p:nvSpPr>
        <p:spPr>
          <a:xfrm>
            <a:off x="4663440" y="3731895"/>
            <a:ext cx="384048" cy="384048"/>
          </a:xfrm>
          <a:prstGeom prst="rect">
            <a:avLst/>
          </a:prstGeom>
          <a:noFill/>
          <a:ln/>
        </p:spPr>
        <p:txBody>
          <a:bodyPr wrap="square" lIns="0" tIns="0" rIns="0" bIns="0" rtlCol="0" anchor="ctr"/>
          <a:lstStyle/>
          <a:p>
            <a:pPr marL="0" indent="0" algn="ctr">
              <a:buNone/>
            </a:pPr>
            <a:r>
              <a:rPr lang="en-US" sz="1100" b="1">
                <a:solidFill>
                  <a:srgbClr val="FFFFFF"/>
                </a:solidFill>
                <a:latin typeface="Open Sans" pitchFamily="34" charset="0"/>
                <a:ea typeface="Open Sans" pitchFamily="34" charset="-122"/>
                <a:cs typeface="Open Sans" pitchFamily="34" charset="-120"/>
              </a:rPr>
              <a:t>4</a:t>
            </a:r>
            <a:endParaRPr lang="en-US" sz="1100"/>
          </a:p>
        </p:txBody>
      </p:sp>
      <p:sp>
        <p:nvSpPr>
          <p:cNvPr id="28" name="Text 26"/>
          <p:cNvSpPr/>
          <p:nvPr/>
        </p:nvSpPr>
        <p:spPr>
          <a:xfrm>
            <a:off x="5184648" y="3695319"/>
            <a:ext cx="3639312" cy="274320"/>
          </a:xfrm>
          <a:prstGeom prst="rect">
            <a:avLst/>
          </a:prstGeom>
          <a:noFill/>
          <a:ln/>
        </p:spPr>
        <p:txBody>
          <a:bodyPr wrap="square" lIns="0" tIns="0" rIns="0" bIns="0" rtlCol="0" anchor="t"/>
          <a:lstStyle/>
          <a:p>
            <a:pPr marL="0" indent="0">
              <a:buNone/>
            </a:pPr>
            <a:r>
              <a:rPr lang="en-US" sz="1200" b="1">
                <a:solidFill>
                  <a:srgbClr val="1A1A2E"/>
                </a:solidFill>
                <a:latin typeface="Open Sans" pitchFamily="34" charset="0"/>
                <a:ea typeface="Open Sans" pitchFamily="34" charset="-122"/>
                <a:cs typeface="Open Sans" pitchFamily="34" charset="-120"/>
              </a:rPr>
              <a:t>Backlog de proyecto</a:t>
            </a:r>
            <a:endParaRPr lang="en-US" sz="1200"/>
          </a:p>
        </p:txBody>
      </p:sp>
      <p:sp>
        <p:nvSpPr>
          <p:cNvPr id="29" name="Text 27"/>
          <p:cNvSpPr/>
          <p:nvPr/>
        </p:nvSpPr>
        <p:spPr>
          <a:xfrm>
            <a:off x="5184648" y="3987927"/>
            <a:ext cx="3639312" cy="588645"/>
          </a:xfrm>
          <a:prstGeom prst="rect">
            <a:avLst/>
          </a:prstGeom>
          <a:noFill/>
          <a:ln/>
        </p:spPr>
        <p:txBody>
          <a:bodyPr wrap="square" lIns="0" tIns="0" rIns="0" bIns="0" rtlCol="0" anchor="t"/>
          <a:lstStyle/>
          <a:p>
            <a:pPr marL="0" indent="0">
              <a:lnSpc>
                <a:spcPct val="125000"/>
              </a:lnSpc>
              <a:buNone/>
            </a:pPr>
            <a:r>
              <a:rPr lang="en-US" sz="1000">
                <a:solidFill>
                  <a:srgbClr val="6B7280"/>
                </a:solidFill>
                <a:latin typeface="Open Sans" pitchFamily="34" charset="0"/>
                <a:ea typeface="Open Sans" pitchFamily="34" charset="-122"/>
                <a:cs typeface="Open Sans" pitchFamily="34" charset="-120"/>
              </a:rPr>
              <a:t>Valida el backlog, diseña la solución final y, si aplica, actualiza plan y estimaciones.</a:t>
            </a:r>
            <a:endParaRPr lang="en-US" sz="1000"/>
          </a:p>
        </p:txBody>
      </p:sp>
      <p:grpSp>
        <p:nvGrpSpPr>
          <p:cNvPr id="34" name="Group 33">
            <a:extLst>
              <a:ext uri="{FF2B5EF4-FFF2-40B4-BE49-F238E27FC236}">
                <a16:creationId xmlns:a16="http://schemas.microsoft.com/office/drawing/2014/main" id="{D85923A7-31C4-E572-3E8E-DBDAAC6E1434}"/>
              </a:ext>
            </a:extLst>
          </p:cNvPr>
          <p:cNvGrpSpPr/>
          <p:nvPr/>
        </p:nvGrpSpPr>
        <p:grpSpPr>
          <a:xfrm>
            <a:off x="8039657" y="4755838"/>
            <a:ext cx="795753" cy="246857"/>
            <a:chOff x="7435419" y="4613467"/>
            <a:chExt cx="1708581" cy="530033"/>
          </a:xfrm>
        </p:grpSpPr>
        <p:pic>
          <p:nvPicPr>
            <p:cNvPr id="35" name="Picture 34" descr="A black background with white text  AI-generated content may be incorrect.">
              <a:extLst>
                <a:ext uri="{FF2B5EF4-FFF2-40B4-BE49-F238E27FC236}">
                  <a16:creationId xmlns:a16="http://schemas.microsoft.com/office/drawing/2014/main" id="{61B4BC1E-E39D-DA90-BA17-101B56A79DD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36" name="Rectangle 35">
              <a:extLst>
                <a:ext uri="{FF2B5EF4-FFF2-40B4-BE49-F238E27FC236}">
                  <a16:creationId xmlns:a16="http://schemas.microsoft.com/office/drawing/2014/main" id="{47AE655A-5FC0-A6D5-5C86-A86A8481445A}"/>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37" name="Marcador de número de diapositiva 1">
              <a:extLst>
                <a:ext uri="{FF2B5EF4-FFF2-40B4-BE49-F238E27FC236}">
                  <a16:creationId xmlns:a16="http://schemas.microsoft.com/office/drawing/2014/main" id="{84ABD556-E2DC-1F70-6681-134935E73188}"/>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14</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4297680" cy="5143500"/>
          </a:xfrm>
          <a:prstGeom prst="rect">
            <a:avLst/>
          </a:prstGeom>
          <a:solidFill>
            <a:srgbClr val="3D5AFE"/>
          </a:solidFill>
          <a:ln w="12700">
            <a:noFill/>
            <a:prstDash val="solid"/>
          </a:ln>
        </p:spPr>
        <p:txBody>
          <a:bodyPr/>
          <a:lstStyle/>
          <a:p>
            <a:endParaRPr lang="en-ES"/>
          </a:p>
        </p:txBody>
      </p:sp>
      <p:sp>
        <p:nvSpPr>
          <p:cNvPr id="3" name="Text 1"/>
          <p:cNvSpPr/>
          <p:nvPr/>
        </p:nvSpPr>
        <p:spPr>
          <a:xfrm>
            <a:off x="365760" y="365760"/>
            <a:ext cx="4114800" cy="320040"/>
          </a:xfrm>
          <a:prstGeom prst="rect">
            <a:avLst/>
          </a:prstGeom>
          <a:noFill/>
          <a:ln/>
        </p:spPr>
        <p:txBody>
          <a:bodyPr wrap="square" lIns="0" tIns="0" rIns="0" bIns="0" rtlCol="0" anchor="ctr"/>
          <a:lstStyle/>
          <a:p>
            <a:pPr marL="0" indent="0" algn="l">
              <a:buNone/>
            </a:pPr>
            <a:r>
              <a:rPr lang="en-US" sz="1000" b="1">
                <a:solidFill>
                  <a:srgbClr val="FFFFFF">
                    <a:alpha val="85000"/>
                  </a:srgbClr>
                </a:solidFill>
                <a:latin typeface="Open Sans" pitchFamily="34" charset="0"/>
                <a:ea typeface="Open Sans" pitchFamily="34" charset="-122"/>
                <a:cs typeface="Open Sans" pitchFamily="34" charset="-120"/>
              </a:rPr>
              <a:t>FASE 2</a:t>
            </a:r>
            <a:endParaRPr lang="en-US" sz="1000"/>
          </a:p>
        </p:txBody>
      </p:sp>
      <p:sp>
        <p:nvSpPr>
          <p:cNvPr id="4" name="Text 2"/>
          <p:cNvSpPr/>
          <p:nvPr/>
        </p:nvSpPr>
        <p:spPr>
          <a:xfrm>
            <a:off x="365760" y="822960"/>
            <a:ext cx="3840480" cy="1463040"/>
          </a:xfrm>
          <a:prstGeom prst="rect">
            <a:avLst/>
          </a:prstGeom>
          <a:noFill/>
          <a:ln/>
        </p:spPr>
        <p:txBody>
          <a:bodyPr wrap="square" lIns="0" tIns="0" rIns="0" bIns="0" rtlCol="0" anchor="t"/>
          <a:lstStyle/>
          <a:p>
            <a:pPr marL="0" indent="0">
              <a:lnSpc>
                <a:spcPct val="100000"/>
              </a:lnSpc>
              <a:buNone/>
            </a:pPr>
            <a:r>
              <a:rPr lang="en-US" sz="3200" b="1">
                <a:solidFill>
                  <a:srgbClr val="FFFFFF"/>
                </a:solidFill>
                <a:latin typeface="Outfit" pitchFamily="34" charset="0"/>
                <a:ea typeface="Open Sans" pitchFamily="34" charset="-122"/>
                <a:cs typeface="Open Sans" pitchFamily="34" charset="-120"/>
              </a:rPr>
              <a:t>Construcción</a:t>
            </a:r>
            <a:endParaRPr lang="en-US" sz="3200"/>
          </a:p>
          <a:p>
            <a:pPr marL="0" indent="0">
              <a:lnSpc>
                <a:spcPct val="100000"/>
              </a:lnSpc>
              <a:buNone/>
            </a:pPr>
            <a:r>
              <a:rPr lang="en-US" sz="3200" b="1">
                <a:solidFill>
                  <a:srgbClr val="FFFFFF"/>
                </a:solidFill>
                <a:latin typeface="Outfit" pitchFamily="34" charset="0"/>
                <a:ea typeface="Open Sans" pitchFamily="34" charset="-122"/>
                <a:cs typeface="Open Sans" pitchFamily="34" charset="-120"/>
              </a:rPr>
              <a:t>&amp; Entrega</a:t>
            </a:r>
            <a:endParaRPr lang="en-US" sz="3200"/>
          </a:p>
        </p:txBody>
      </p:sp>
      <p:sp>
        <p:nvSpPr>
          <p:cNvPr id="5" name="Text 3"/>
          <p:cNvSpPr/>
          <p:nvPr/>
        </p:nvSpPr>
        <p:spPr>
          <a:xfrm>
            <a:off x="365760" y="2331720"/>
            <a:ext cx="3840480" cy="411480"/>
          </a:xfrm>
          <a:prstGeom prst="rect">
            <a:avLst/>
          </a:prstGeom>
          <a:noFill/>
          <a:ln/>
        </p:spPr>
        <p:txBody>
          <a:bodyPr wrap="square" lIns="0" tIns="0" rIns="0" bIns="0" rtlCol="0" anchor="t"/>
          <a:lstStyle/>
          <a:p>
            <a:pPr marL="0" indent="0">
              <a:buNone/>
            </a:pPr>
            <a:r>
              <a:rPr lang="en-US" sz="1600">
                <a:solidFill>
                  <a:srgbClr val="E5E7EB"/>
                </a:solidFill>
                <a:latin typeface="Open Sans" pitchFamily="34" charset="0"/>
                <a:ea typeface="Open Sans" pitchFamily="34" charset="-122"/>
                <a:cs typeface="Open Sans" pitchFamily="34" charset="-120"/>
              </a:rPr>
              <a:t>Agregar valor desde el inicio</a:t>
            </a:r>
            <a:endParaRPr lang="en-US" sz="1600"/>
          </a:p>
        </p:txBody>
      </p:sp>
      <p:sp>
        <p:nvSpPr>
          <p:cNvPr id="6" name="Text 4"/>
          <p:cNvSpPr/>
          <p:nvPr/>
        </p:nvSpPr>
        <p:spPr>
          <a:xfrm>
            <a:off x="365760" y="2834640"/>
            <a:ext cx="3840480" cy="1188720"/>
          </a:xfrm>
          <a:prstGeom prst="rect">
            <a:avLst/>
          </a:prstGeom>
          <a:noFill/>
          <a:ln/>
        </p:spPr>
        <p:txBody>
          <a:bodyPr wrap="square" lIns="0" tIns="0" rIns="0" bIns="0" rtlCol="0" anchor="t"/>
          <a:lstStyle/>
          <a:p>
            <a:pPr marL="0" indent="0">
              <a:lnSpc>
                <a:spcPct val="140000"/>
              </a:lnSpc>
              <a:buNone/>
            </a:pPr>
            <a:r>
              <a:rPr lang="en-US" sz="1100">
                <a:solidFill>
                  <a:srgbClr val="FFFFFF"/>
                </a:solidFill>
                <a:latin typeface="Open Sans" pitchFamily="34" charset="0"/>
                <a:ea typeface="Open Sans" pitchFamily="34" charset="-122"/>
                <a:cs typeface="Open Sans" pitchFamily="34" charset="-120"/>
              </a:rPr>
              <a:t>Entrega temprana y constante de valor. Construimos la solución juntos, iterando y validando cada sprint para maximizar el ROI.</a:t>
            </a:r>
            <a:endParaRPr lang="en-US" sz="1100"/>
          </a:p>
        </p:txBody>
      </p:sp>
      <p:sp>
        <p:nvSpPr>
          <p:cNvPr id="7" name="Shape 5"/>
          <p:cNvSpPr/>
          <p:nvPr/>
        </p:nvSpPr>
        <p:spPr>
          <a:xfrm>
            <a:off x="365760" y="4160520"/>
            <a:ext cx="708660" cy="347472"/>
          </a:xfrm>
          <a:prstGeom prst="roundRect">
            <a:avLst>
              <a:gd name="adj" fmla="val 0"/>
            </a:avLst>
          </a:prstGeom>
          <a:solidFill>
            <a:srgbClr val="0F1729"/>
          </a:solidFill>
          <a:ln w="12700">
            <a:solidFill>
              <a:srgbClr val="333333"/>
            </a:solidFill>
            <a:prstDash val="solid"/>
          </a:ln>
        </p:spPr>
        <p:txBody>
          <a:bodyPr/>
          <a:lstStyle/>
          <a:p>
            <a:endParaRPr lang="en-ES"/>
          </a:p>
        </p:txBody>
      </p:sp>
      <p:sp>
        <p:nvSpPr>
          <p:cNvPr id="8" name="Text 6"/>
          <p:cNvSpPr/>
          <p:nvPr/>
        </p:nvSpPr>
        <p:spPr>
          <a:xfrm>
            <a:off x="365760" y="4160520"/>
            <a:ext cx="708660" cy="347472"/>
          </a:xfrm>
          <a:prstGeom prst="rect">
            <a:avLst/>
          </a:prstGeom>
          <a:noFill/>
          <a:ln/>
        </p:spPr>
        <p:txBody>
          <a:bodyPr wrap="square" lIns="0" tIns="0" rIns="0" bIns="0" rtlCol="0" anchor="ctr"/>
          <a:lstStyle/>
          <a:p>
            <a:pPr marL="0" indent="0" algn="ctr">
              <a:buNone/>
            </a:pPr>
            <a:r>
              <a:rPr lang="en-US" sz="950">
                <a:solidFill>
                  <a:srgbClr val="FFFFFF"/>
                </a:solidFill>
                <a:latin typeface="Open Sans" pitchFamily="34" charset="0"/>
                <a:ea typeface="Open Sans" pitchFamily="34" charset="-122"/>
                <a:cs typeface="Open Sans" pitchFamily="34" charset="-120"/>
              </a:rPr>
              <a:t>Agile</a:t>
            </a:r>
            <a:endParaRPr lang="en-US" sz="950"/>
          </a:p>
        </p:txBody>
      </p:sp>
      <p:sp>
        <p:nvSpPr>
          <p:cNvPr id="9" name="Shape 7"/>
          <p:cNvSpPr/>
          <p:nvPr/>
        </p:nvSpPr>
        <p:spPr>
          <a:xfrm>
            <a:off x="1184148" y="4160520"/>
            <a:ext cx="708660" cy="347472"/>
          </a:xfrm>
          <a:prstGeom prst="roundRect">
            <a:avLst>
              <a:gd name="adj" fmla="val 0"/>
            </a:avLst>
          </a:prstGeom>
          <a:solidFill>
            <a:srgbClr val="0F1729"/>
          </a:solidFill>
          <a:ln w="12700">
            <a:solidFill>
              <a:srgbClr val="333333"/>
            </a:solidFill>
            <a:prstDash val="solid"/>
          </a:ln>
        </p:spPr>
        <p:txBody>
          <a:bodyPr/>
          <a:lstStyle/>
          <a:p>
            <a:endParaRPr lang="en-ES"/>
          </a:p>
        </p:txBody>
      </p:sp>
      <p:sp>
        <p:nvSpPr>
          <p:cNvPr id="10" name="Text 8"/>
          <p:cNvSpPr/>
          <p:nvPr/>
        </p:nvSpPr>
        <p:spPr>
          <a:xfrm>
            <a:off x="1184148" y="4160520"/>
            <a:ext cx="708660" cy="347472"/>
          </a:xfrm>
          <a:prstGeom prst="rect">
            <a:avLst/>
          </a:prstGeom>
          <a:noFill/>
          <a:ln/>
        </p:spPr>
        <p:txBody>
          <a:bodyPr wrap="square" lIns="0" tIns="0" rIns="0" bIns="0" rtlCol="0" anchor="ctr"/>
          <a:lstStyle/>
          <a:p>
            <a:pPr marL="0" indent="0" algn="ctr">
              <a:buNone/>
            </a:pPr>
            <a:r>
              <a:rPr lang="en-US" sz="950">
                <a:solidFill>
                  <a:srgbClr val="FFFFFF"/>
                </a:solidFill>
                <a:latin typeface="Open Sans" pitchFamily="34" charset="0"/>
                <a:ea typeface="Open Sans" pitchFamily="34" charset="-122"/>
                <a:cs typeface="Open Sans" pitchFamily="34" charset="-120"/>
              </a:rPr>
              <a:t>CI/CD</a:t>
            </a:r>
            <a:endParaRPr lang="en-US" sz="950"/>
          </a:p>
        </p:txBody>
      </p:sp>
      <p:sp>
        <p:nvSpPr>
          <p:cNvPr id="11" name="Shape 9"/>
          <p:cNvSpPr/>
          <p:nvPr/>
        </p:nvSpPr>
        <p:spPr>
          <a:xfrm>
            <a:off x="2002536" y="4160520"/>
            <a:ext cx="864108" cy="347472"/>
          </a:xfrm>
          <a:prstGeom prst="roundRect">
            <a:avLst>
              <a:gd name="adj" fmla="val 0"/>
            </a:avLst>
          </a:prstGeom>
          <a:solidFill>
            <a:srgbClr val="0F1729"/>
          </a:solidFill>
          <a:ln w="12700">
            <a:solidFill>
              <a:srgbClr val="333333"/>
            </a:solidFill>
            <a:prstDash val="solid"/>
          </a:ln>
        </p:spPr>
        <p:txBody>
          <a:bodyPr/>
          <a:lstStyle/>
          <a:p>
            <a:endParaRPr lang="en-ES"/>
          </a:p>
        </p:txBody>
      </p:sp>
      <p:sp>
        <p:nvSpPr>
          <p:cNvPr id="12" name="Text 10"/>
          <p:cNvSpPr/>
          <p:nvPr/>
        </p:nvSpPr>
        <p:spPr>
          <a:xfrm>
            <a:off x="2002536" y="4160520"/>
            <a:ext cx="864108" cy="347472"/>
          </a:xfrm>
          <a:prstGeom prst="rect">
            <a:avLst/>
          </a:prstGeom>
          <a:noFill/>
          <a:ln/>
        </p:spPr>
        <p:txBody>
          <a:bodyPr wrap="square" lIns="0" tIns="0" rIns="0" bIns="0" rtlCol="0" anchor="ctr"/>
          <a:lstStyle/>
          <a:p>
            <a:pPr marL="0" indent="0" algn="ctr">
              <a:buNone/>
            </a:pPr>
            <a:r>
              <a:rPr lang="en-US" sz="950">
                <a:solidFill>
                  <a:srgbClr val="FFFFFF"/>
                </a:solidFill>
                <a:latin typeface="Open Sans" pitchFamily="34" charset="0"/>
                <a:ea typeface="Open Sans" pitchFamily="34" charset="-122"/>
                <a:cs typeface="Open Sans" pitchFamily="34" charset="-120"/>
              </a:rPr>
              <a:t>Quality</a:t>
            </a:r>
            <a:endParaRPr lang="en-US" sz="950"/>
          </a:p>
        </p:txBody>
      </p:sp>
      <p:sp>
        <p:nvSpPr>
          <p:cNvPr id="13" name="Text 11"/>
          <p:cNvSpPr/>
          <p:nvPr/>
        </p:nvSpPr>
        <p:spPr>
          <a:xfrm>
            <a:off x="4663440" y="502920"/>
            <a:ext cx="4206240" cy="411480"/>
          </a:xfrm>
          <a:prstGeom prst="rect">
            <a:avLst/>
          </a:prstGeom>
          <a:noFill/>
          <a:ln/>
        </p:spPr>
        <p:txBody>
          <a:bodyPr wrap="square" lIns="0" tIns="0" rIns="0" bIns="0" rtlCol="0" anchor="ctr"/>
          <a:lstStyle/>
          <a:p>
            <a:pPr marL="0" indent="0">
              <a:buNone/>
            </a:pPr>
            <a:r>
              <a:rPr lang="en-US" sz="1600" b="1">
                <a:solidFill>
                  <a:srgbClr val="1A1A2E"/>
                </a:solidFill>
                <a:latin typeface="Open Sans" pitchFamily="34" charset="0"/>
                <a:ea typeface="Open Sans" pitchFamily="34" charset="-122"/>
                <a:cs typeface="Open Sans" pitchFamily="34" charset="-120"/>
              </a:rPr>
              <a:t>Nuestra estrategia</a:t>
            </a:r>
            <a:endParaRPr lang="en-US" sz="1600"/>
          </a:p>
        </p:txBody>
      </p:sp>
      <p:sp>
        <p:nvSpPr>
          <p:cNvPr id="14" name="Shape 12"/>
          <p:cNvSpPr/>
          <p:nvPr/>
        </p:nvSpPr>
        <p:spPr>
          <a:xfrm>
            <a:off x="4663440" y="1005840"/>
            <a:ext cx="384048" cy="384048"/>
          </a:xfrm>
          <a:prstGeom prst="ellipse">
            <a:avLst/>
          </a:prstGeom>
          <a:solidFill>
            <a:srgbClr val="3D5AFE"/>
          </a:solidFill>
          <a:ln w="12700">
            <a:noFill/>
            <a:prstDash val="solid"/>
          </a:ln>
        </p:spPr>
        <p:txBody>
          <a:bodyPr/>
          <a:lstStyle/>
          <a:p>
            <a:endParaRPr lang="en-ES"/>
          </a:p>
        </p:txBody>
      </p:sp>
      <p:sp>
        <p:nvSpPr>
          <p:cNvPr id="15" name="Text 13"/>
          <p:cNvSpPr/>
          <p:nvPr/>
        </p:nvSpPr>
        <p:spPr>
          <a:xfrm>
            <a:off x="4663440" y="1005840"/>
            <a:ext cx="384048" cy="384048"/>
          </a:xfrm>
          <a:prstGeom prst="rect">
            <a:avLst/>
          </a:prstGeom>
          <a:noFill/>
          <a:ln/>
        </p:spPr>
        <p:txBody>
          <a:bodyPr wrap="square" lIns="0" tIns="0" rIns="0" bIns="0" rtlCol="0" anchor="ctr"/>
          <a:lstStyle/>
          <a:p>
            <a:pPr marL="0" indent="0" algn="ctr">
              <a:buNone/>
            </a:pPr>
            <a:r>
              <a:rPr lang="en-US" sz="1100" b="1">
                <a:solidFill>
                  <a:srgbClr val="FFFFFF"/>
                </a:solidFill>
                <a:latin typeface="Open Sans" pitchFamily="34" charset="0"/>
                <a:ea typeface="Open Sans" pitchFamily="34" charset="-122"/>
                <a:cs typeface="Open Sans" pitchFamily="34" charset="-120"/>
              </a:rPr>
              <a:t>1</a:t>
            </a:r>
            <a:endParaRPr lang="en-US" sz="1100"/>
          </a:p>
        </p:txBody>
      </p:sp>
      <p:sp>
        <p:nvSpPr>
          <p:cNvPr id="16" name="Text 14"/>
          <p:cNvSpPr/>
          <p:nvPr/>
        </p:nvSpPr>
        <p:spPr>
          <a:xfrm>
            <a:off x="5184648" y="969264"/>
            <a:ext cx="3639312" cy="274320"/>
          </a:xfrm>
          <a:prstGeom prst="rect">
            <a:avLst/>
          </a:prstGeom>
          <a:noFill/>
          <a:ln/>
        </p:spPr>
        <p:txBody>
          <a:bodyPr wrap="square" lIns="0" tIns="0" rIns="0" bIns="0" rtlCol="0" anchor="t"/>
          <a:lstStyle/>
          <a:p>
            <a:pPr marL="0" indent="0">
              <a:buNone/>
            </a:pPr>
            <a:r>
              <a:rPr lang="en-US" sz="1200" b="1">
                <a:solidFill>
                  <a:srgbClr val="1A1A2E"/>
                </a:solidFill>
                <a:latin typeface="Open Sans" pitchFamily="34" charset="0"/>
                <a:ea typeface="Open Sans" pitchFamily="34" charset="-122"/>
                <a:cs typeface="Open Sans" pitchFamily="34" charset="-120"/>
              </a:rPr>
              <a:t>Definición basada en iteraciones</a:t>
            </a:r>
            <a:endParaRPr lang="en-US" sz="1200"/>
          </a:p>
        </p:txBody>
      </p:sp>
      <p:sp>
        <p:nvSpPr>
          <p:cNvPr id="17" name="Text 15"/>
          <p:cNvSpPr/>
          <p:nvPr/>
        </p:nvSpPr>
        <p:spPr>
          <a:xfrm>
            <a:off x="5184648" y="1261872"/>
            <a:ext cx="3639312" cy="588645"/>
          </a:xfrm>
          <a:prstGeom prst="rect">
            <a:avLst/>
          </a:prstGeom>
          <a:noFill/>
          <a:ln/>
        </p:spPr>
        <p:txBody>
          <a:bodyPr wrap="square" lIns="0" tIns="0" rIns="0" bIns="0" rtlCol="0" anchor="t"/>
          <a:lstStyle/>
          <a:p>
            <a:pPr marL="0" indent="0">
              <a:lnSpc>
                <a:spcPct val="125000"/>
              </a:lnSpc>
              <a:buNone/>
            </a:pPr>
            <a:r>
              <a:rPr lang="en-US" sz="1000">
                <a:solidFill>
                  <a:srgbClr val="6B7280"/>
                </a:solidFill>
                <a:latin typeface="Open Sans" pitchFamily="34" charset="0"/>
                <a:ea typeface="Open Sans" pitchFamily="34" charset="-122"/>
                <a:cs typeface="Open Sans" pitchFamily="34" charset="-120"/>
              </a:rPr>
              <a:t>Entrega temprana y constante de valor, con visibilidad del estado y progreso.</a:t>
            </a:r>
            <a:endParaRPr lang="en-US" sz="1000"/>
          </a:p>
        </p:txBody>
      </p:sp>
      <p:sp>
        <p:nvSpPr>
          <p:cNvPr id="18" name="Shape 16"/>
          <p:cNvSpPr/>
          <p:nvPr/>
        </p:nvSpPr>
        <p:spPr>
          <a:xfrm>
            <a:off x="4663440" y="1914525"/>
            <a:ext cx="384048" cy="384048"/>
          </a:xfrm>
          <a:prstGeom prst="ellipse">
            <a:avLst/>
          </a:prstGeom>
          <a:solidFill>
            <a:srgbClr val="3D5AFE"/>
          </a:solidFill>
          <a:ln w="12700">
            <a:noFill/>
            <a:prstDash val="solid"/>
          </a:ln>
        </p:spPr>
        <p:txBody>
          <a:bodyPr/>
          <a:lstStyle/>
          <a:p>
            <a:endParaRPr lang="en-ES"/>
          </a:p>
        </p:txBody>
      </p:sp>
      <p:sp>
        <p:nvSpPr>
          <p:cNvPr id="19" name="Text 17"/>
          <p:cNvSpPr/>
          <p:nvPr/>
        </p:nvSpPr>
        <p:spPr>
          <a:xfrm>
            <a:off x="4663440" y="1914525"/>
            <a:ext cx="384048" cy="384048"/>
          </a:xfrm>
          <a:prstGeom prst="rect">
            <a:avLst/>
          </a:prstGeom>
          <a:noFill/>
          <a:ln/>
        </p:spPr>
        <p:txBody>
          <a:bodyPr wrap="square" lIns="0" tIns="0" rIns="0" bIns="0" rtlCol="0" anchor="ctr"/>
          <a:lstStyle/>
          <a:p>
            <a:pPr marL="0" indent="0" algn="ctr">
              <a:buNone/>
            </a:pPr>
            <a:r>
              <a:rPr lang="en-US" sz="1100" b="1">
                <a:solidFill>
                  <a:srgbClr val="FFFFFF"/>
                </a:solidFill>
                <a:latin typeface="Open Sans" pitchFamily="34" charset="0"/>
                <a:ea typeface="Open Sans" pitchFamily="34" charset="-122"/>
                <a:cs typeface="Open Sans" pitchFamily="34" charset="-120"/>
              </a:rPr>
              <a:t>2</a:t>
            </a:r>
            <a:endParaRPr lang="en-US" sz="1100"/>
          </a:p>
        </p:txBody>
      </p:sp>
      <p:sp>
        <p:nvSpPr>
          <p:cNvPr id="20" name="Text 18"/>
          <p:cNvSpPr/>
          <p:nvPr/>
        </p:nvSpPr>
        <p:spPr>
          <a:xfrm>
            <a:off x="5184648" y="1877949"/>
            <a:ext cx="3639312" cy="274320"/>
          </a:xfrm>
          <a:prstGeom prst="rect">
            <a:avLst/>
          </a:prstGeom>
          <a:noFill/>
          <a:ln/>
        </p:spPr>
        <p:txBody>
          <a:bodyPr wrap="square" lIns="0" tIns="0" rIns="0" bIns="0" rtlCol="0" anchor="t"/>
          <a:lstStyle/>
          <a:p>
            <a:pPr marL="0" indent="0">
              <a:buNone/>
            </a:pPr>
            <a:r>
              <a:rPr lang="en-US" sz="1200" b="1">
                <a:solidFill>
                  <a:srgbClr val="1A1A2E"/>
                </a:solidFill>
                <a:latin typeface="Open Sans" pitchFamily="34" charset="0"/>
                <a:ea typeface="Open Sans" pitchFamily="34" charset="-122"/>
                <a:cs typeface="Open Sans" pitchFamily="34" charset="-120"/>
              </a:rPr>
              <a:t>Validación temprana</a:t>
            </a:r>
            <a:endParaRPr lang="en-US" sz="1200"/>
          </a:p>
        </p:txBody>
      </p:sp>
      <p:sp>
        <p:nvSpPr>
          <p:cNvPr id="21" name="Text 19"/>
          <p:cNvSpPr/>
          <p:nvPr/>
        </p:nvSpPr>
        <p:spPr>
          <a:xfrm>
            <a:off x="5184648" y="2170557"/>
            <a:ext cx="3639312" cy="588645"/>
          </a:xfrm>
          <a:prstGeom prst="rect">
            <a:avLst/>
          </a:prstGeom>
          <a:noFill/>
          <a:ln/>
        </p:spPr>
        <p:txBody>
          <a:bodyPr wrap="square" lIns="0" tIns="0" rIns="0" bIns="0" rtlCol="0" anchor="t"/>
          <a:lstStyle/>
          <a:p>
            <a:pPr marL="0" indent="0">
              <a:lnSpc>
                <a:spcPct val="125000"/>
              </a:lnSpc>
              <a:buNone/>
            </a:pPr>
            <a:r>
              <a:rPr lang="en-US" sz="1000">
                <a:solidFill>
                  <a:srgbClr val="6B7280"/>
                </a:solidFill>
                <a:latin typeface="Open Sans" pitchFamily="34" charset="0"/>
                <a:ea typeface="Open Sans" pitchFamily="34" charset="-122"/>
                <a:cs typeface="Open Sans" pitchFamily="34" charset="-120"/>
              </a:rPr>
              <a:t>Valida las iteraciones acordadas para garantizar el valor de la entrega y verificar el plan.</a:t>
            </a:r>
            <a:endParaRPr lang="en-US" sz="1000"/>
          </a:p>
        </p:txBody>
      </p:sp>
      <p:sp>
        <p:nvSpPr>
          <p:cNvPr id="22" name="Shape 20"/>
          <p:cNvSpPr/>
          <p:nvPr/>
        </p:nvSpPr>
        <p:spPr>
          <a:xfrm>
            <a:off x="4663440" y="2823210"/>
            <a:ext cx="384048" cy="384048"/>
          </a:xfrm>
          <a:prstGeom prst="ellipse">
            <a:avLst/>
          </a:prstGeom>
          <a:solidFill>
            <a:srgbClr val="3D5AFE"/>
          </a:solidFill>
          <a:ln w="12700">
            <a:noFill/>
            <a:prstDash val="solid"/>
          </a:ln>
        </p:spPr>
        <p:txBody>
          <a:bodyPr/>
          <a:lstStyle/>
          <a:p>
            <a:endParaRPr lang="en-ES"/>
          </a:p>
        </p:txBody>
      </p:sp>
      <p:sp>
        <p:nvSpPr>
          <p:cNvPr id="23" name="Text 21"/>
          <p:cNvSpPr/>
          <p:nvPr/>
        </p:nvSpPr>
        <p:spPr>
          <a:xfrm>
            <a:off x="4663440" y="2823210"/>
            <a:ext cx="384048" cy="384048"/>
          </a:xfrm>
          <a:prstGeom prst="rect">
            <a:avLst/>
          </a:prstGeom>
          <a:noFill/>
          <a:ln/>
        </p:spPr>
        <p:txBody>
          <a:bodyPr wrap="square" lIns="0" tIns="0" rIns="0" bIns="0" rtlCol="0" anchor="ctr"/>
          <a:lstStyle/>
          <a:p>
            <a:pPr marL="0" indent="0" algn="ctr">
              <a:buNone/>
            </a:pPr>
            <a:r>
              <a:rPr lang="en-US" sz="1100" b="1">
                <a:solidFill>
                  <a:srgbClr val="FFFFFF"/>
                </a:solidFill>
                <a:latin typeface="Open Sans" pitchFamily="34" charset="0"/>
                <a:ea typeface="Open Sans" pitchFamily="34" charset="-122"/>
                <a:cs typeface="Open Sans" pitchFamily="34" charset="-120"/>
              </a:rPr>
              <a:t>3</a:t>
            </a:r>
            <a:endParaRPr lang="en-US" sz="1100"/>
          </a:p>
        </p:txBody>
      </p:sp>
      <p:sp>
        <p:nvSpPr>
          <p:cNvPr id="24" name="Text 22"/>
          <p:cNvSpPr/>
          <p:nvPr/>
        </p:nvSpPr>
        <p:spPr>
          <a:xfrm>
            <a:off x="5184648" y="2786634"/>
            <a:ext cx="3639312" cy="274320"/>
          </a:xfrm>
          <a:prstGeom prst="rect">
            <a:avLst/>
          </a:prstGeom>
          <a:noFill/>
          <a:ln/>
        </p:spPr>
        <p:txBody>
          <a:bodyPr wrap="square" lIns="0" tIns="0" rIns="0" bIns="0" rtlCol="0" anchor="t"/>
          <a:lstStyle/>
          <a:p>
            <a:pPr marL="0" indent="0">
              <a:buNone/>
            </a:pPr>
            <a:r>
              <a:rPr lang="en-US" sz="1200" b="1">
                <a:solidFill>
                  <a:srgbClr val="1A1A2E"/>
                </a:solidFill>
                <a:latin typeface="Open Sans" pitchFamily="34" charset="0"/>
                <a:ea typeface="Open Sans" pitchFamily="34" charset="-122"/>
                <a:cs typeface="Open Sans" pitchFamily="34" charset="-120"/>
              </a:rPr>
              <a:t>Apoyo a la tecnología</a:t>
            </a:r>
            <a:endParaRPr lang="en-US" sz="1200"/>
          </a:p>
        </p:txBody>
      </p:sp>
      <p:sp>
        <p:nvSpPr>
          <p:cNvPr id="25" name="Text 23"/>
          <p:cNvSpPr/>
          <p:nvPr/>
        </p:nvSpPr>
        <p:spPr>
          <a:xfrm>
            <a:off x="5184648" y="3079242"/>
            <a:ext cx="3639312" cy="588645"/>
          </a:xfrm>
          <a:prstGeom prst="rect">
            <a:avLst/>
          </a:prstGeom>
          <a:noFill/>
          <a:ln/>
        </p:spPr>
        <p:txBody>
          <a:bodyPr wrap="square" lIns="0" tIns="0" rIns="0" bIns="0" rtlCol="0" anchor="t"/>
          <a:lstStyle/>
          <a:p>
            <a:pPr marL="0" indent="0">
              <a:lnSpc>
                <a:spcPct val="125000"/>
              </a:lnSpc>
              <a:buNone/>
            </a:pPr>
            <a:r>
              <a:rPr lang="en-US" sz="1000">
                <a:solidFill>
                  <a:srgbClr val="6B7280"/>
                </a:solidFill>
                <a:latin typeface="Open Sans" pitchFamily="34" charset="0"/>
                <a:ea typeface="Open Sans" pitchFamily="34" charset="-122"/>
                <a:cs typeface="Open Sans" pitchFamily="34" charset="-120"/>
              </a:rPr>
              <a:t>Soluciones técnicas que aporten valor añadido optimizando la inversión.</a:t>
            </a:r>
            <a:endParaRPr lang="en-US" sz="1000"/>
          </a:p>
        </p:txBody>
      </p:sp>
      <p:sp>
        <p:nvSpPr>
          <p:cNvPr id="26" name="Shape 24"/>
          <p:cNvSpPr/>
          <p:nvPr/>
        </p:nvSpPr>
        <p:spPr>
          <a:xfrm>
            <a:off x="4663440" y="3731895"/>
            <a:ext cx="384048" cy="384048"/>
          </a:xfrm>
          <a:prstGeom prst="ellipse">
            <a:avLst/>
          </a:prstGeom>
          <a:solidFill>
            <a:srgbClr val="3D5AFE"/>
          </a:solidFill>
          <a:ln w="12700">
            <a:noFill/>
            <a:prstDash val="solid"/>
          </a:ln>
        </p:spPr>
        <p:txBody>
          <a:bodyPr/>
          <a:lstStyle/>
          <a:p>
            <a:endParaRPr lang="en-ES"/>
          </a:p>
        </p:txBody>
      </p:sp>
      <p:sp>
        <p:nvSpPr>
          <p:cNvPr id="27" name="Text 25"/>
          <p:cNvSpPr/>
          <p:nvPr/>
        </p:nvSpPr>
        <p:spPr>
          <a:xfrm>
            <a:off x="4663440" y="3731895"/>
            <a:ext cx="384048" cy="384048"/>
          </a:xfrm>
          <a:prstGeom prst="rect">
            <a:avLst/>
          </a:prstGeom>
          <a:noFill/>
          <a:ln/>
        </p:spPr>
        <p:txBody>
          <a:bodyPr wrap="square" lIns="0" tIns="0" rIns="0" bIns="0" rtlCol="0" anchor="ctr"/>
          <a:lstStyle/>
          <a:p>
            <a:pPr marL="0" indent="0" algn="ctr">
              <a:buNone/>
            </a:pPr>
            <a:r>
              <a:rPr lang="en-US" sz="1100" b="1">
                <a:solidFill>
                  <a:srgbClr val="FFFFFF"/>
                </a:solidFill>
                <a:latin typeface="Open Sans" pitchFamily="34" charset="0"/>
                <a:ea typeface="Open Sans" pitchFamily="34" charset="-122"/>
                <a:cs typeface="Open Sans" pitchFamily="34" charset="-120"/>
              </a:rPr>
              <a:t>4</a:t>
            </a:r>
            <a:endParaRPr lang="en-US" sz="1100"/>
          </a:p>
        </p:txBody>
      </p:sp>
      <p:sp>
        <p:nvSpPr>
          <p:cNvPr id="28" name="Text 26"/>
          <p:cNvSpPr/>
          <p:nvPr/>
        </p:nvSpPr>
        <p:spPr>
          <a:xfrm>
            <a:off x="5184648" y="3695319"/>
            <a:ext cx="3639312" cy="274320"/>
          </a:xfrm>
          <a:prstGeom prst="rect">
            <a:avLst/>
          </a:prstGeom>
          <a:noFill/>
          <a:ln/>
        </p:spPr>
        <p:txBody>
          <a:bodyPr wrap="square" lIns="0" tIns="0" rIns="0" bIns="0" rtlCol="0" anchor="t"/>
          <a:lstStyle/>
          <a:p>
            <a:pPr marL="0" indent="0">
              <a:buNone/>
            </a:pPr>
            <a:r>
              <a:rPr lang="en-US" sz="1200" b="1">
                <a:solidFill>
                  <a:srgbClr val="1A1A2E"/>
                </a:solidFill>
                <a:latin typeface="Open Sans" pitchFamily="34" charset="0"/>
                <a:ea typeface="Open Sans" pitchFamily="34" charset="-122"/>
                <a:cs typeface="Open Sans" pitchFamily="34" charset="-120"/>
              </a:rPr>
              <a:t>Construimos juntos</a:t>
            </a:r>
            <a:endParaRPr lang="en-US" sz="1200"/>
          </a:p>
        </p:txBody>
      </p:sp>
      <p:sp>
        <p:nvSpPr>
          <p:cNvPr id="29" name="Text 27"/>
          <p:cNvSpPr/>
          <p:nvPr/>
        </p:nvSpPr>
        <p:spPr>
          <a:xfrm>
            <a:off x="5184648" y="3987927"/>
            <a:ext cx="3639312" cy="588645"/>
          </a:xfrm>
          <a:prstGeom prst="rect">
            <a:avLst/>
          </a:prstGeom>
          <a:noFill/>
          <a:ln/>
        </p:spPr>
        <p:txBody>
          <a:bodyPr wrap="square" lIns="0" tIns="0" rIns="0" bIns="0" rtlCol="0" anchor="t"/>
          <a:lstStyle/>
          <a:p>
            <a:pPr marL="0" indent="0">
              <a:lnSpc>
                <a:spcPct val="125000"/>
              </a:lnSpc>
              <a:buNone/>
            </a:pPr>
            <a:r>
              <a:rPr lang="en-US" sz="1000">
                <a:solidFill>
                  <a:srgbClr val="6B7280"/>
                </a:solidFill>
                <a:latin typeface="Open Sans" pitchFamily="34" charset="0"/>
                <a:ea typeface="Open Sans" pitchFamily="34" charset="-122"/>
                <a:cs typeface="Open Sans" pitchFamily="34" charset="-120"/>
              </a:rPr>
              <a:t>Colaboración continua cliente–equipo para agregar valor desde el inicio.</a:t>
            </a:r>
            <a:endParaRPr lang="en-US" sz="1000"/>
          </a:p>
        </p:txBody>
      </p:sp>
      <p:grpSp>
        <p:nvGrpSpPr>
          <p:cNvPr id="34" name="Group 33">
            <a:extLst>
              <a:ext uri="{FF2B5EF4-FFF2-40B4-BE49-F238E27FC236}">
                <a16:creationId xmlns:a16="http://schemas.microsoft.com/office/drawing/2014/main" id="{D90E6EC6-FC2D-123B-309D-6DF2132E0821}"/>
              </a:ext>
            </a:extLst>
          </p:cNvPr>
          <p:cNvGrpSpPr/>
          <p:nvPr/>
        </p:nvGrpSpPr>
        <p:grpSpPr>
          <a:xfrm>
            <a:off x="8039657" y="4755838"/>
            <a:ext cx="795753" cy="246857"/>
            <a:chOff x="7435419" y="4613467"/>
            <a:chExt cx="1708581" cy="530033"/>
          </a:xfrm>
        </p:grpSpPr>
        <p:pic>
          <p:nvPicPr>
            <p:cNvPr id="35" name="Picture 34" descr="A black background with white text  AI-generated content may be incorrect.">
              <a:extLst>
                <a:ext uri="{FF2B5EF4-FFF2-40B4-BE49-F238E27FC236}">
                  <a16:creationId xmlns:a16="http://schemas.microsoft.com/office/drawing/2014/main" id="{9481C7C1-66DA-FB1F-8A87-8874E3FD610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36" name="Rectangle 35">
              <a:extLst>
                <a:ext uri="{FF2B5EF4-FFF2-40B4-BE49-F238E27FC236}">
                  <a16:creationId xmlns:a16="http://schemas.microsoft.com/office/drawing/2014/main" id="{D6E22FEC-FA69-099A-4369-57B789645CBE}"/>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37" name="Marcador de número de diapositiva 1">
              <a:extLst>
                <a:ext uri="{FF2B5EF4-FFF2-40B4-BE49-F238E27FC236}">
                  <a16:creationId xmlns:a16="http://schemas.microsoft.com/office/drawing/2014/main" id="{2B12A487-F97C-D4AF-CF7D-6BD533BA9244}"/>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15</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Shape 1"/>
          <p:cNvSpPr/>
          <p:nvPr/>
        </p:nvSpPr>
        <p:spPr>
          <a:xfrm>
            <a:off x="457200" y="411480"/>
            <a:ext cx="320040" cy="36576"/>
          </a:xfrm>
          <a:prstGeom prst="rect">
            <a:avLst/>
          </a:prstGeom>
          <a:solidFill>
            <a:srgbClr val="3D5AFE"/>
          </a:solidFill>
          <a:ln w="12700">
            <a:solidFill>
              <a:srgbClr val="3D5AFE"/>
            </a:solidFill>
            <a:prstDash val="solid"/>
          </a:ln>
        </p:spPr>
        <p:txBody>
          <a:bodyPr/>
          <a:lstStyle/>
          <a:p>
            <a:endParaRPr lang="en-ES"/>
          </a:p>
        </p:txBody>
      </p:sp>
      <p:sp>
        <p:nvSpPr>
          <p:cNvPr id="4" name="Text 2"/>
          <p:cNvSpPr/>
          <p:nvPr/>
        </p:nvSpPr>
        <p:spPr>
          <a:xfrm>
            <a:off x="457200" y="502920"/>
            <a:ext cx="5486400" cy="256032"/>
          </a:xfrm>
          <a:prstGeom prst="rect">
            <a:avLst/>
          </a:prstGeom>
          <a:noFill/>
          <a:ln/>
        </p:spPr>
        <p:txBody>
          <a:bodyPr wrap="square" lIns="0" tIns="0" rIns="0" bIns="0" rtlCol="0" anchor="t"/>
          <a:lstStyle/>
          <a:p>
            <a:r>
              <a:rPr lang="en-US" sz="1000" b="1" kern="0" spc="400">
                <a:solidFill>
                  <a:srgbClr val="3D5AFE"/>
                </a:solidFill>
                <a:latin typeface="Open Sans"/>
                <a:ea typeface="Open Sans"/>
                <a:cs typeface="Open Sans"/>
              </a:rPr>
              <a:t>NUESTRO ENFOQUE</a:t>
            </a:r>
            <a:endParaRPr lang="en-US" sz="1000"/>
          </a:p>
        </p:txBody>
      </p:sp>
      <p:sp>
        <p:nvSpPr>
          <p:cNvPr id="5" name="Text 3"/>
          <p:cNvSpPr/>
          <p:nvPr/>
        </p:nvSpPr>
        <p:spPr>
          <a:xfrm>
            <a:off x="457200" y="868680"/>
            <a:ext cx="8229600" cy="640080"/>
          </a:xfrm>
          <a:prstGeom prst="rect">
            <a:avLst/>
          </a:prstGeom>
          <a:noFill/>
          <a:ln/>
        </p:spPr>
        <p:txBody>
          <a:bodyPr wrap="square" lIns="0" tIns="0" rIns="0" bIns="0" rtlCol="0" anchor="t"/>
          <a:lstStyle/>
          <a:p>
            <a:pPr marL="0" indent="0">
              <a:buNone/>
            </a:pPr>
            <a:r>
              <a:rPr lang="en-US" sz="2800" b="1">
                <a:solidFill>
                  <a:srgbClr val="1A1A2E"/>
                </a:solidFill>
                <a:latin typeface="Outfit" pitchFamily="34" charset="0"/>
                <a:ea typeface="Open Sans" pitchFamily="34" charset="-122"/>
                <a:cs typeface="Open Sans" pitchFamily="34" charset="-120"/>
              </a:rPr>
              <a:t>Creación y configuración de entornos</a:t>
            </a:r>
            <a:endParaRPr lang="en-US" sz="2800"/>
          </a:p>
        </p:txBody>
      </p:sp>
      <p:sp>
        <p:nvSpPr>
          <p:cNvPr id="6" name="Text 4"/>
          <p:cNvSpPr/>
          <p:nvPr/>
        </p:nvSpPr>
        <p:spPr>
          <a:xfrm>
            <a:off x="457200" y="1691640"/>
            <a:ext cx="4608576" cy="1645920"/>
          </a:xfrm>
          <a:prstGeom prst="rect">
            <a:avLst/>
          </a:prstGeom>
          <a:noFill/>
          <a:ln/>
        </p:spPr>
        <p:txBody>
          <a:bodyPr wrap="square" lIns="0" tIns="0" rIns="0" bIns="0" rtlCol="0" anchor="t"/>
          <a:lstStyle/>
          <a:p>
            <a:pPr marL="0" indent="0">
              <a:buNone/>
            </a:pPr>
            <a:r>
              <a:rPr lang="en-US" sz="1200">
                <a:solidFill>
                  <a:srgbClr val="1A1A2E"/>
                </a:solidFill>
                <a:latin typeface="Open Sans" pitchFamily="34" charset="0"/>
                <a:ea typeface="Open Sans" pitchFamily="34" charset="-122"/>
                <a:cs typeface="Open Sans" pitchFamily="34" charset="-120"/>
              </a:rPr>
              <a:t>Entregaremos al menos un entorno funcional donde ver los resultados del trabajo. Según los requisitos, proponemos Azure, GCP o AWS, en modalidad única, multi-nube o híbrida. Los servicios se construyen sobre su suscripción.</a:t>
            </a:r>
            <a:endParaRPr lang="en-US" sz="1200"/>
          </a:p>
        </p:txBody>
      </p:sp>
      <p:sp>
        <p:nvSpPr>
          <p:cNvPr id="7" name="Text 5"/>
          <p:cNvSpPr/>
          <p:nvPr/>
        </p:nvSpPr>
        <p:spPr>
          <a:xfrm>
            <a:off x="457200" y="3337560"/>
            <a:ext cx="5212080" cy="1097280"/>
          </a:xfrm>
          <a:prstGeom prst="rect">
            <a:avLst/>
          </a:prstGeom>
          <a:noFill/>
          <a:ln/>
        </p:spPr>
        <p:txBody>
          <a:bodyPr wrap="square" lIns="0" tIns="0" rIns="0" bIns="0" rtlCol="0" anchor="t"/>
          <a:lstStyle/>
          <a:p>
            <a:pPr marL="0" indent="0">
              <a:buNone/>
            </a:pPr>
            <a:r>
              <a:rPr lang="en-US" sz="1100" i="1">
                <a:solidFill>
                  <a:srgbClr val="6B7280"/>
                </a:solidFill>
                <a:latin typeface="Open Sans" pitchFamily="34" charset="0"/>
                <a:ea typeface="Open Sans" pitchFamily="34" charset="-122"/>
                <a:cs typeface="Open Sans" pitchFamily="34" charset="-120"/>
              </a:rPr>
              <a:t>El entorno debe estar disponible desde las primeras fases: los equipos crean automatizaciones tanto para su creación como para el despliegue.</a:t>
            </a:r>
            <a:endParaRPr lang="en-US" sz="1100"/>
          </a:p>
        </p:txBody>
      </p:sp>
      <p:sp>
        <p:nvSpPr>
          <p:cNvPr id="8" name="Shape 6"/>
          <p:cNvSpPr/>
          <p:nvPr/>
        </p:nvSpPr>
        <p:spPr>
          <a:xfrm>
            <a:off x="5852160" y="1691640"/>
            <a:ext cx="2834640" cy="1463040"/>
          </a:xfrm>
          <a:prstGeom prst="roundRect">
            <a:avLst>
              <a:gd name="adj" fmla="val 0"/>
            </a:avLst>
          </a:prstGeom>
          <a:solidFill>
            <a:srgbClr val="3D5AFE"/>
          </a:solidFill>
          <a:ln w="12700">
            <a:solidFill>
              <a:srgbClr val="3D5AFE"/>
            </a:solidFill>
            <a:prstDash val="solid"/>
          </a:ln>
        </p:spPr>
        <p:txBody>
          <a:bodyPr/>
          <a:lstStyle/>
          <a:p>
            <a:endParaRPr lang="en-ES"/>
          </a:p>
        </p:txBody>
      </p:sp>
      <p:sp>
        <p:nvSpPr>
          <p:cNvPr id="9" name="Text 7"/>
          <p:cNvSpPr/>
          <p:nvPr/>
        </p:nvSpPr>
        <p:spPr>
          <a:xfrm>
            <a:off x="5989320" y="1783080"/>
            <a:ext cx="2560320" cy="274320"/>
          </a:xfrm>
          <a:prstGeom prst="rect">
            <a:avLst/>
          </a:prstGeom>
          <a:noFill/>
          <a:ln/>
        </p:spPr>
        <p:txBody>
          <a:bodyPr wrap="square" lIns="0" tIns="0" rIns="0" bIns="0" rtlCol="0" anchor="ctr"/>
          <a:lstStyle/>
          <a:p>
            <a:pPr marL="0" indent="0">
              <a:buNone/>
            </a:pPr>
            <a:r>
              <a:rPr lang="en-US" sz="1100" b="1" kern="0" spc="200">
                <a:solidFill>
                  <a:srgbClr val="FFFFFF"/>
                </a:solidFill>
                <a:latin typeface="Open Sans" pitchFamily="34" charset="0"/>
                <a:ea typeface="Open Sans" pitchFamily="34" charset="-122"/>
                <a:cs typeface="Open Sans" pitchFamily="34" charset="-120"/>
              </a:rPr>
              <a:t>Les necesitamos para</a:t>
            </a:r>
            <a:endParaRPr lang="en-US" sz="1100"/>
          </a:p>
        </p:txBody>
      </p:sp>
      <p:sp>
        <p:nvSpPr>
          <p:cNvPr id="10" name="Text 8"/>
          <p:cNvSpPr/>
          <p:nvPr/>
        </p:nvSpPr>
        <p:spPr>
          <a:xfrm>
            <a:off x="5989320" y="2103120"/>
            <a:ext cx="2606040" cy="1005840"/>
          </a:xfrm>
          <a:prstGeom prst="rect">
            <a:avLst/>
          </a:prstGeom>
          <a:noFill/>
          <a:ln/>
        </p:spPr>
        <p:txBody>
          <a:bodyPr wrap="square" lIns="0" tIns="0" rIns="0" bIns="0" rtlCol="0" anchor="t"/>
          <a:lstStyle/>
          <a:p>
            <a:pPr marL="342900" indent="-342900">
              <a:spcAft>
                <a:spcPts val="300"/>
              </a:spcAft>
              <a:buSzPct val="100000"/>
              <a:buChar char="■"/>
            </a:pPr>
            <a:r>
              <a:rPr lang="en-US" sz="1000">
                <a:solidFill>
                  <a:srgbClr val="FFFFFF"/>
                </a:solidFill>
                <a:latin typeface="Open Sans" pitchFamily="34" charset="0"/>
                <a:ea typeface="Open Sans" pitchFamily="34" charset="-122"/>
                <a:cs typeface="Open Sans" pitchFamily="34" charset="-120"/>
              </a:rPr>
              <a:t>Reunión con TI del cliente</a:t>
            </a:r>
            <a:endParaRPr lang="en-US" sz="1000"/>
          </a:p>
          <a:p>
            <a:pPr marL="342900" indent="-342900">
              <a:spcAft>
                <a:spcPts val="300"/>
              </a:spcAft>
              <a:buSzPct val="100000"/>
              <a:buChar char="■"/>
            </a:pPr>
            <a:r>
              <a:rPr lang="en-US" sz="1000">
                <a:solidFill>
                  <a:srgbClr val="FFFFFF"/>
                </a:solidFill>
                <a:latin typeface="Open Sans" pitchFamily="34" charset="0"/>
                <a:ea typeface="Open Sans" pitchFamily="34" charset="-122"/>
                <a:cs typeface="Open Sans" pitchFamily="34" charset="-120"/>
              </a:rPr>
              <a:t>Creación del entorno en su suscripción</a:t>
            </a:r>
            <a:endParaRPr lang="en-US" sz="1000"/>
          </a:p>
          <a:p>
            <a:pPr marL="342900" indent="-342900">
              <a:spcAft>
                <a:spcPts val="300"/>
              </a:spcAft>
              <a:buSzPct val="100000"/>
              <a:buChar char="■"/>
            </a:pPr>
            <a:r>
              <a:rPr lang="en-US" sz="1000">
                <a:solidFill>
                  <a:srgbClr val="FFFFFF"/>
                </a:solidFill>
                <a:latin typeface="Open Sans" pitchFamily="34" charset="0"/>
                <a:ea typeface="Open Sans" pitchFamily="34" charset="-122"/>
                <a:cs typeface="Open Sans" pitchFamily="34" charset="-120"/>
              </a:rPr>
              <a:t>Configuración de seguridad</a:t>
            </a:r>
            <a:endParaRPr lang="en-US" sz="1000"/>
          </a:p>
        </p:txBody>
      </p:sp>
      <p:sp>
        <p:nvSpPr>
          <p:cNvPr id="11" name="Shape 9"/>
          <p:cNvSpPr/>
          <p:nvPr/>
        </p:nvSpPr>
        <p:spPr>
          <a:xfrm>
            <a:off x="5852160" y="3246120"/>
            <a:ext cx="2834640" cy="1325880"/>
          </a:xfrm>
          <a:prstGeom prst="roundRect">
            <a:avLst>
              <a:gd name="adj" fmla="val 0"/>
            </a:avLst>
          </a:prstGeom>
          <a:solidFill>
            <a:srgbClr val="F2F3F7"/>
          </a:solidFill>
          <a:ln w="6350">
            <a:solidFill>
              <a:srgbClr val="F2F3F7"/>
            </a:solidFill>
            <a:prstDash val="solid"/>
          </a:ln>
        </p:spPr>
        <p:txBody>
          <a:bodyPr/>
          <a:lstStyle/>
          <a:p>
            <a:endParaRPr lang="en-ES"/>
          </a:p>
        </p:txBody>
      </p:sp>
      <p:sp>
        <p:nvSpPr>
          <p:cNvPr id="12" name="Text 10"/>
          <p:cNvSpPr/>
          <p:nvPr/>
        </p:nvSpPr>
        <p:spPr>
          <a:xfrm>
            <a:off x="5989320" y="3337560"/>
            <a:ext cx="2560320" cy="274320"/>
          </a:xfrm>
          <a:prstGeom prst="rect">
            <a:avLst/>
          </a:prstGeom>
          <a:noFill/>
          <a:ln/>
        </p:spPr>
        <p:txBody>
          <a:bodyPr wrap="square" lIns="0" tIns="0" rIns="0" bIns="0" rtlCol="0" anchor="ctr"/>
          <a:lstStyle/>
          <a:p>
            <a:pPr marL="0" indent="0">
              <a:buNone/>
            </a:pPr>
            <a:r>
              <a:rPr lang="en-US" sz="1100" b="1" kern="0" spc="200">
                <a:solidFill>
                  <a:srgbClr val="3D5AFE"/>
                </a:solidFill>
                <a:latin typeface="Open Sans" pitchFamily="34" charset="0"/>
                <a:ea typeface="Open Sans" pitchFamily="34" charset="-122"/>
                <a:cs typeface="Open Sans" pitchFamily="34" charset="-120"/>
              </a:rPr>
              <a:t>Entregables acordados</a:t>
            </a:r>
            <a:endParaRPr lang="en-US" sz="1100"/>
          </a:p>
        </p:txBody>
      </p:sp>
      <p:sp>
        <p:nvSpPr>
          <p:cNvPr id="13" name="Text 11"/>
          <p:cNvSpPr/>
          <p:nvPr/>
        </p:nvSpPr>
        <p:spPr>
          <a:xfrm>
            <a:off x="5989320" y="3657600"/>
            <a:ext cx="2606040" cy="868680"/>
          </a:xfrm>
          <a:prstGeom prst="rect">
            <a:avLst/>
          </a:prstGeom>
          <a:noFill/>
          <a:ln/>
        </p:spPr>
        <p:txBody>
          <a:bodyPr wrap="square" lIns="0" tIns="0" rIns="0" bIns="0" rtlCol="0" anchor="t"/>
          <a:lstStyle/>
          <a:p>
            <a:pPr marL="342900" indent="-342900">
              <a:spcAft>
                <a:spcPts val="300"/>
              </a:spcAft>
              <a:buSzPct val="100000"/>
              <a:buChar char="■"/>
            </a:pPr>
            <a:r>
              <a:rPr lang="en-US" sz="1000">
                <a:solidFill>
                  <a:srgbClr val="1A1A2E"/>
                </a:solidFill>
                <a:latin typeface="Open Sans" pitchFamily="34" charset="0"/>
                <a:ea typeface="Open Sans" pitchFamily="34" charset="-122"/>
                <a:cs typeface="Open Sans" pitchFamily="34" charset="-120"/>
              </a:rPr>
              <a:t>Entorno configurado de desarrollo</a:t>
            </a:r>
            <a:endParaRPr lang="en-US" sz="1000"/>
          </a:p>
          <a:p>
            <a:pPr marL="342900" indent="-342900">
              <a:spcAft>
                <a:spcPts val="300"/>
              </a:spcAft>
              <a:buSzPct val="100000"/>
              <a:buChar char="■"/>
            </a:pPr>
            <a:r>
              <a:rPr lang="en-US" sz="1000">
                <a:solidFill>
                  <a:srgbClr val="1A1A2E"/>
                </a:solidFill>
                <a:latin typeface="Open Sans" pitchFamily="34" charset="0"/>
                <a:ea typeface="Open Sans" pitchFamily="34" charset="-122"/>
                <a:cs typeface="Open Sans" pitchFamily="34" charset="-120"/>
              </a:rPr>
              <a:t>Entorno de QA (opcional)</a:t>
            </a:r>
            <a:endParaRPr lang="en-US" sz="1000"/>
          </a:p>
        </p:txBody>
      </p:sp>
      <p:grpSp>
        <p:nvGrpSpPr>
          <p:cNvPr id="18" name="Group 17">
            <a:extLst>
              <a:ext uri="{FF2B5EF4-FFF2-40B4-BE49-F238E27FC236}">
                <a16:creationId xmlns:a16="http://schemas.microsoft.com/office/drawing/2014/main" id="{B3C3AE57-9648-670B-7EBC-BA10C9574D6B}"/>
              </a:ext>
            </a:extLst>
          </p:cNvPr>
          <p:cNvGrpSpPr/>
          <p:nvPr/>
        </p:nvGrpSpPr>
        <p:grpSpPr>
          <a:xfrm>
            <a:off x="8039657" y="4755838"/>
            <a:ext cx="795753" cy="246857"/>
            <a:chOff x="7435419" y="4613467"/>
            <a:chExt cx="1708581" cy="530033"/>
          </a:xfrm>
        </p:grpSpPr>
        <p:pic>
          <p:nvPicPr>
            <p:cNvPr id="19" name="Picture 18" descr="A black background with white text  AI-generated content may be incorrect.">
              <a:extLst>
                <a:ext uri="{FF2B5EF4-FFF2-40B4-BE49-F238E27FC236}">
                  <a16:creationId xmlns:a16="http://schemas.microsoft.com/office/drawing/2014/main" id="{70DFA0BA-F933-03A5-904F-A601BE1AB02A}"/>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20" name="Rectangle 19">
              <a:extLst>
                <a:ext uri="{FF2B5EF4-FFF2-40B4-BE49-F238E27FC236}">
                  <a16:creationId xmlns:a16="http://schemas.microsoft.com/office/drawing/2014/main" id="{0DFB0526-FB3C-B936-A456-17A65B1DD46A}"/>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21" name="Marcador de número de diapositiva 1">
              <a:extLst>
                <a:ext uri="{FF2B5EF4-FFF2-40B4-BE49-F238E27FC236}">
                  <a16:creationId xmlns:a16="http://schemas.microsoft.com/office/drawing/2014/main" id="{9681D555-1FE4-E3E6-38EA-0238659621A3}"/>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16</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Shape 1"/>
          <p:cNvSpPr/>
          <p:nvPr/>
        </p:nvSpPr>
        <p:spPr>
          <a:xfrm>
            <a:off x="457200" y="411480"/>
            <a:ext cx="320040" cy="36576"/>
          </a:xfrm>
          <a:prstGeom prst="rect">
            <a:avLst/>
          </a:prstGeom>
          <a:solidFill>
            <a:srgbClr val="3D5AFE"/>
          </a:solidFill>
          <a:ln w="12700">
            <a:solidFill>
              <a:srgbClr val="3D5AFE"/>
            </a:solidFill>
            <a:prstDash val="solid"/>
          </a:ln>
        </p:spPr>
        <p:txBody>
          <a:bodyPr/>
          <a:lstStyle/>
          <a:p>
            <a:endParaRPr lang="en-ES"/>
          </a:p>
        </p:txBody>
      </p:sp>
      <p:sp>
        <p:nvSpPr>
          <p:cNvPr id="4" name="Text 2"/>
          <p:cNvSpPr/>
          <p:nvPr/>
        </p:nvSpPr>
        <p:spPr>
          <a:xfrm>
            <a:off x="457200" y="502920"/>
            <a:ext cx="5486400" cy="256032"/>
          </a:xfrm>
          <a:prstGeom prst="rect">
            <a:avLst/>
          </a:prstGeom>
          <a:noFill/>
          <a:ln/>
        </p:spPr>
        <p:txBody>
          <a:bodyPr wrap="square" lIns="0" tIns="0" rIns="0" bIns="0" rtlCol="0" anchor="t"/>
          <a:lstStyle/>
          <a:p>
            <a:r>
              <a:rPr lang="en-US" sz="1000" b="1" kern="0" spc="400">
                <a:solidFill>
                  <a:srgbClr val="3D5AFE"/>
                </a:solidFill>
                <a:latin typeface="Open Sans"/>
                <a:ea typeface="Open Sans"/>
                <a:cs typeface="Open Sans"/>
              </a:rPr>
              <a:t>NUESTRO ENFOQUE</a:t>
            </a:r>
          </a:p>
        </p:txBody>
      </p:sp>
      <p:sp>
        <p:nvSpPr>
          <p:cNvPr id="5" name="Text 3"/>
          <p:cNvSpPr/>
          <p:nvPr/>
        </p:nvSpPr>
        <p:spPr>
          <a:xfrm>
            <a:off x="457200" y="868680"/>
            <a:ext cx="8229600" cy="640080"/>
          </a:xfrm>
          <a:prstGeom prst="rect">
            <a:avLst/>
          </a:prstGeom>
          <a:noFill/>
          <a:ln/>
        </p:spPr>
        <p:txBody>
          <a:bodyPr wrap="square" lIns="0" tIns="0" rIns="0" bIns="0" rtlCol="0" anchor="t"/>
          <a:lstStyle/>
          <a:p>
            <a:pPr marL="0" indent="0">
              <a:buNone/>
            </a:pPr>
            <a:r>
              <a:rPr lang="en-US" sz="2800" b="1">
                <a:solidFill>
                  <a:srgbClr val="1A1A2E"/>
                </a:solidFill>
                <a:latin typeface="Outfit" pitchFamily="34" charset="0"/>
                <a:ea typeface="Open Sans" pitchFamily="34" charset="-122"/>
                <a:cs typeface="Open Sans" pitchFamily="34" charset="-120"/>
              </a:rPr>
              <a:t>DevOps · Integración continua y entrega</a:t>
            </a:r>
            <a:endParaRPr lang="en-US" sz="2800"/>
          </a:p>
        </p:txBody>
      </p:sp>
      <p:sp>
        <p:nvSpPr>
          <p:cNvPr id="6" name="Text 4"/>
          <p:cNvSpPr/>
          <p:nvPr/>
        </p:nvSpPr>
        <p:spPr>
          <a:xfrm>
            <a:off x="457200" y="1691640"/>
            <a:ext cx="4839164" cy="1188720"/>
          </a:xfrm>
          <a:prstGeom prst="rect">
            <a:avLst/>
          </a:prstGeom>
          <a:noFill/>
          <a:ln/>
        </p:spPr>
        <p:txBody>
          <a:bodyPr wrap="square" lIns="0" tIns="0" rIns="0" bIns="0" rtlCol="0" anchor="t"/>
          <a:lstStyle/>
          <a:p>
            <a:pPr marL="0" indent="0">
              <a:buNone/>
            </a:pPr>
            <a:r>
              <a:rPr lang="en-US" sz="1200">
                <a:solidFill>
                  <a:srgbClr val="1A1A2E"/>
                </a:solidFill>
                <a:latin typeface="Open Sans" pitchFamily="34" charset="0"/>
                <a:ea typeface="Open Sans" pitchFamily="34" charset="-122"/>
                <a:cs typeface="Open Sans" pitchFamily="34" charset="-120"/>
              </a:rPr>
              <a:t>Los artefactos del proyecto (plantillas, documentación, código) se versionarán en un repositorio. Combinamos construcción y operaciones para acelerar la entrega de software y mejorar la colaboración entre equipos.</a:t>
            </a:r>
            <a:endParaRPr lang="en-US" sz="1200"/>
          </a:p>
        </p:txBody>
      </p:sp>
      <p:sp>
        <p:nvSpPr>
          <p:cNvPr id="7" name="Shape 5"/>
          <p:cNvSpPr/>
          <p:nvPr/>
        </p:nvSpPr>
        <p:spPr>
          <a:xfrm>
            <a:off x="457200" y="2926080"/>
            <a:ext cx="137160" cy="137160"/>
          </a:xfrm>
          <a:prstGeom prst="rect">
            <a:avLst/>
          </a:prstGeom>
          <a:solidFill>
            <a:srgbClr val="3D5AFE"/>
          </a:solidFill>
          <a:ln w="12700">
            <a:solidFill>
              <a:srgbClr val="3D5AFE"/>
            </a:solidFill>
            <a:prstDash val="solid"/>
          </a:ln>
        </p:spPr>
        <p:txBody>
          <a:bodyPr/>
          <a:lstStyle/>
          <a:p>
            <a:endParaRPr lang="en-ES"/>
          </a:p>
        </p:txBody>
      </p:sp>
      <p:sp>
        <p:nvSpPr>
          <p:cNvPr id="8" name="Text 6"/>
          <p:cNvSpPr/>
          <p:nvPr/>
        </p:nvSpPr>
        <p:spPr>
          <a:xfrm>
            <a:off x="685800" y="2880360"/>
            <a:ext cx="1645920" cy="256032"/>
          </a:xfrm>
          <a:prstGeom prst="rect">
            <a:avLst/>
          </a:prstGeom>
          <a:noFill/>
          <a:ln/>
        </p:spPr>
        <p:txBody>
          <a:bodyPr wrap="square" lIns="0" tIns="0" rIns="0" bIns="0" rtlCol="0" anchor="ctr"/>
          <a:lstStyle/>
          <a:p>
            <a:pPr marL="0" indent="0">
              <a:buNone/>
            </a:pPr>
            <a:r>
              <a:rPr lang="en-US" sz="1100" b="1">
                <a:solidFill>
                  <a:srgbClr val="1A1A2E"/>
                </a:solidFill>
                <a:latin typeface="Open Sans" pitchFamily="34" charset="0"/>
                <a:ea typeface="Open Sans" pitchFamily="34" charset="-122"/>
                <a:cs typeface="Open Sans" pitchFamily="34" charset="-120"/>
              </a:rPr>
              <a:t>Repositorios</a:t>
            </a:r>
            <a:endParaRPr lang="en-US" sz="1100"/>
          </a:p>
        </p:txBody>
      </p:sp>
      <p:sp>
        <p:nvSpPr>
          <p:cNvPr id="9" name="Text 7"/>
          <p:cNvSpPr/>
          <p:nvPr/>
        </p:nvSpPr>
        <p:spPr>
          <a:xfrm>
            <a:off x="2377440" y="2880360"/>
            <a:ext cx="3291840" cy="256032"/>
          </a:xfrm>
          <a:prstGeom prst="rect">
            <a:avLst/>
          </a:prstGeom>
          <a:noFill/>
          <a:ln/>
        </p:spPr>
        <p:txBody>
          <a:bodyPr wrap="square" lIns="0" tIns="0" rIns="0" bIns="0" rtlCol="0" anchor="ctr"/>
          <a:lstStyle/>
          <a:p>
            <a:pPr marL="0" indent="0">
              <a:buNone/>
            </a:pPr>
            <a:r>
              <a:rPr lang="en-US" sz="1050">
                <a:solidFill>
                  <a:srgbClr val="6B7280"/>
                </a:solidFill>
                <a:latin typeface="Open Sans" pitchFamily="34" charset="0"/>
                <a:ea typeface="Open Sans" pitchFamily="34" charset="-122"/>
                <a:cs typeface="Open Sans" pitchFamily="34" charset="-120"/>
              </a:rPr>
              <a:t>GitHub · GitLab · Azure DevOps</a:t>
            </a:r>
            <a:endParaRPr lang="en-US" sz="1050"/>
          </a:p>
        </p:txBody>
      </p:sp>
      <p:sp>
        <p:nvSpPr>
          <p:cNvPr id="10" name="Shape 8"/>
          <p:cNvSpPr/>
          <p:nvPr/>
        </p:nvSpPr>
        <p:spPr>
          <a:xfrm>
            <a:off x="457200" y="3310128"/>
            <a:ext cx="137160" cy="137160"/>
          </a:xfrm>
          <a:prstGeom prst="rect">
            <a:avLst/>
          </a:prstGeom>
          <a:solidFill>
            <a:srgbClr val="3D5AFE"/>
          </a:solidFill>
          <a:ln w="12700">
            <a:solidFill>
              <a:srgbClr val="3D5AFE"/>
            </a:solidFill>
            <a:prstDash val="solid"/>
          </a:ln>
        </p:spPr>
        <p:txBody>
          <a:bodyPr/>
          <a:lstStyle/>
          <a:p>
            <a:endParaRPr lang="en-ES"/>
          </a:p>
        </p:txBody>
      </p:sp>
      <p:sp>
        <p:nvSpPr>
          <p:cNvPr id="11" name="Text 9"/>
          <p:cNvSpPr/>
          <p:nvPr/>
        </p:nvSpPr>
        <p:spPr>
          <a:xfrm>
            <a:off x="685800" y="3264408"/>
            <a:ext cx="1645920" cy="256032"/>
          </a:xfrm>
          <a:prstGeom prst="rect">
            <a:avLst/>
          </a:prstGeom>
          <a:noFill/>
          <a:ln/>
        </p:spPr>
        <p:txBody>
          <a:bodyPr wrap="square" lIns="0" tIns="0" rIns="0" bIns="0" rtlCol="0" anchor="ctr"/>
          <a:lstStyle/>
          <a:p>
            <a:pPr marL="0" indent="0">
              <a:buNone/>
            </a:pPr>
            <a:r>
              <a:rPr lang="en-US" sz="1100" b="1">
                <a:solidFill>
                  <a:srgbClr val="1A1A2E"/>
                </a:solidFill>
                <a:latin typeface="Open Sans" pitchFamily="34" charset="0"/>
                <a:ea typeface="Open Sans" pitchFamily="34" charset="-122"/>
                <a:cs typeface="Open Sans" pitchFamily="34" charset="-120"/>
              </a:rPr>
              <a:t>Pipelines CI/CD</a:t>
            </a:r>
            <a:endParaRPr lang="en-US" sz="1100"/>
          </a:p>
        </p:txBody>
      </p:sp>
      <p:sp>
        <p:nvSpPr>
          <p:cNvPr id="12" name="Text 10"/>
          <p:cNvSpPr/>
          <p:nvPr/>
        </p:nvSpPr>
        <p:spPr>
          <a:xfrm>
            <a:off x="2377440" y="3264408"/>
            <a:ext cx="3291840" cy="256032"/>
          </a:xfrm>
          <a:prstGeom prst="rect">
            <a:avLst/>
          </a:prstGeom>
          <a:noFill/>
          <a:ln/>
        </p:spPr>
        <p:txBody>
          <a:bodyPr wrap="square" lIns="0" tIns="0" rIns="0" bIns="0" rtlCol="0" anchor="ctr"/>
          <a:lstStyle/>
          <a:p>
            <a:pPr marL="0" indent="0">
              <a:buNone/>
            </a:pPr>
            <a:r>
              <a:rPr lang="en-US" sz="1050">
                <a:solidFill>
                  <a:srgbClr val="6B7280"/>
                </a:solidFill>
                <a:latin typeface="Open Sans" pitchFamily="34" charset="0"/>
                <a:ea typeface="Open Sans" pitchFamily="34" charset="-122"/>
                <a:cs typeface="Open Sans" pitchFamily="34" charset="-120"/>
              </a:rPr>
              <a:t>Azure DevOps · GitHub Actions · Cloud Build</a:t>
            </a:r>
            <a:endParaRPr lang="en-US" sz="1050"/>
          </a:p>
        </p:txBody>
      </p:sp>
      <p:sp>
        <p:nvSpPr>
          <p:cNvPr id="13" name="Shape 11"/>
          <p:cNvSpPr/>
          <p:nvPr/>
        </p:nvSpPr>
        <p:spPr>
          <a:xfrm>
            <a:off x="457200" y="3694176"/>
            <a:ext cx="137160" cy="137160"/>
          </a:xfrm>
          <a:prstGeom prst="rect">
            <a:avLst/>
          </a:prstGeom>
          <a:solidFill>
            <a:srgbClr val="3D5AFE"/>
          </a:solidFill>
          <a:ln w="12700">
            <a:solidFill>
              <a:srgbClr val="3D5AFE"/>
            </a:solidFill>
            <a:prstDash val="solid"/>
          </a:ln>
        </p:spPr>
        <p:txBody>
          <a:bodyPr/>
          <a:lstStyle/>
          <a:p>
            <a:endParaRPr lang="en-ES"/>
          </a:p>
        </p:txBody>
      </p:sp>
      <p:sp>
        <p:nvSpPr>
          <p:cNvPr id="14" name="Text 12"/>
          <p:cNvSpPr/>
          <p:nvPr/>
        </p:nvSpPr>
        <p:spPr>
          <a:xfrm>
            <a:off x="685800" y="3648456"/>
            <a:ext cx="1645920" cy="256032"/>
          </a:xfrm>
          <a:prstGeom prst="rect">
            <a:avLst/>
          </a:prstGeom>
          <a:noFill/>
          <a:ln/>
        </p:spPr>
        <p:txBody>
          <a:bodyPr wrap="square" lIns="0" tIns="0" rIns="0" bIns="0" rtlCol="0" anchor="ctr"/>
          <a:lstStyle/>
          <a:p>
            <a:pPr marL="0" indent="0">
              <a:buNone/>
            </a:pPr>
            <a:r>
              <a:rPr lang="en-US" sz="1100" b="1">
                <a:solidFill>
                  <a:srgbClr val="1A1A2E"/>
                </a:solidFill>
                <a:latin typeface="Open Sans" pitchFamily="34" charset="0"/>
                <a:ea typeface="Open Sans" pitchFamily="34" charset="-122"/>
                <a:cs typeface="Open Sans" pitchFamily="34" charset="-120"/>
              </a:rPr>
              <a:t>Gestión backlog</a:t>
            </a:r>
            <a:endParaRPr lang="en-US" sz="1100"/>
          </a:p>
        </p:txBody>
      </p:sp>
      <p:sp>
        <p:nvSpPr>
          <p:cNvPr id="15" name="Text 13"/>
          <p:cNvSpPr/>
          <p:nvPr/>
        </p:nvSpPr>
        <p:spPr>
          <a:xfrm>
            <a:off x="2377440" y="3648456"/>
            <a:ext cx="3291840" cy="256032"/>
          </a:xfrm>
          <a:prstGeom prst="rect">
            <a:avLst/>
          </a:prstGeom>
          <a:noFill/>
          <a:ln/>
        </p:spPr>
        <p:txBody>
          <a:bodyPr wrap="square" lIns="0" tIns="0" rIns="0" bIns="0" rtlCol="0" anchor="ctr"/>
          <a:lstStyle/>
          <a:p>
            <a:pPr marL="0" indent="0">
              <a:buNone/>
            </a:pPr>
            <a:r>
              <a:rPr lang="en-US" sz="1050">
                <a:solidFill>
                  <a:srgbClr val="6B7280"/>
                </a:solidFill>
                <a:latin typeface="Open Sans" pitchFamily="34" charset="0"/>
                <a:ea typeface="Open Sans" pitchFamily="34" charset="-122"/>
                <a:cs typeface="Open Sans" pitchFamily="34" charset="-120"/>
              </a:rPr>
              <a:t>Jira · Azure DevOps · GitHub</a:t>
            </a:r>
            <a:endParaRPr lang="en-US" sz="1050"/>
          </a:p>
        </p:txBody>
      </p:sp>
      <p:sp>
        <p:nvSpPr>
          <p:cNvPr id="16" name="Shape 14"/>
          <p:cNvSpPr/>
          <p:nvPr/>
        </p:nvSpPr>
        <p:spPr>
          <a:xfrm>
            <a:off x="457200" y="4078224"/>
            <a:ext cx="137160" cy="137160"/>
          </a:xfrm>
          <a:prstGeom prst="rect">
            <a:avLst/>
          </a:prstGeom>
          <a:solidFill>
            <a:srgbClr val="3D5AFE"/>
          </a:solidFill>
          <a:ln w="12700">
            <a:solidFill>
              <a:srgbClr val="3D5AFE"/>
            </a:solidFill>
            <a:prstDash val="solid"/>
          </a:ln>
        </p:spPr>
        <p:txBody>
          <a:bodyPr/>
          <a:lstStyle/>
          <a:p>
            <a:endParaRPr lang="en-ES"/>
          </a:p>
        </p:txBody>
      </p:sp>
      <p:sp>
        <p:nvSpPr>
          <p:cNvPr id="17" name="Text 15"/>
          <p:cNvSpPr/>
          <p:nvPr/>
        </p:nvSpPr>
        <p:spPr>
          <a:xfrm>
            <a:off x="685800" y="4032504"/>
            <a:ext cx="1645920" cy="256032"/>
          </a:xfrm>
          <a:prstGeom prst="rect">
            <a:avLst/>
          </a:prstGeom>
          <a:noFill/>
          <a:ln/>
        </p:spPr>
        <p:txBody>
          <a:bodyPr wrap="square" lIns="0" tIns="0" rIns="0" bIns="0" rtlCol="0" anchor="ctr"/>
          <a:lstStyle/>
          <a:p>
            <a:pPr marL="0" indent="0">
              <a:buNone/>
            </a:pPr>
            <a:r>
              <a:rPr lang="en-US" sz="1100" b="1">
                <a:solidFill>
                  <a:srgbClr val="1A1A2E"/>
                </a:solidFill>
                <a:latin typeface="Open Sans" pitchFamily="34" charset="0"/>
                <a:ea typeface="Open Sans" pitchFamily="34" charset="-122"/>
                <a:cs typeface="Open Sans" pitchFamily="34" charset="-120"/>
              </a:rPr>
              <a:t>Documentación</a:t>
            </a:r>
            <a:endParaRPr lang="en-US" sz="1100"/>
          </a:p>
        </p:txBody>
      </p:sp>
      <p:sp>
        <p:nvSpPr>
          <p:cNvPr id="18" name="Text 16"/>
          <p:cNvSpPr/>
          <p:nvPr/>
        </p:nvSpPr>
        <p:spPr>
          <a:xfrm>
            <a:off x="2377440" y="4032504"/>
            <a:ext cx="3291840" cy="256032"/>
          </a:xfrm>
          <a:prstGeom prst="rect">
            <a:avLst/>
          </a:prstGeom>
          <a:noFill/>
          <a:ln/>
        </p:spPr>
        <p:txBody>
          <a:bodyPr wrap="square" lIns="0" tIns="0" rIns="0" bIns="0" rtlCol="0" anchor="ctr"/>
          <a:lstStyle/>
          <a:p>
            <a:pPr marL="0" indent="0">
              <a:buNone/>
            </a:pPr>
            <a:r>
              <a:rPr lang="en-US" sz="1050">
                <a:solidFill>
                  <a:srgbClr val="6B7280"/>
                </a:solidFill>
                <a:latin typeface="Open Sans" pitchFamily="34" charset="0"/>
                <a:ea typeface="Open Sans" pitchFamily="34" charset="-122"/>
                <a:cs typeface="Open Sans" pitchFamily="34" charset="-120"/>
              </a:rPr>
              <a:t>Confluence · Wiki · README en repo</a:t>
            </a:r>
            <a:endParaRPr lang="en-US" sz="1050"/>
          </a:p>
        </p:txBody>
      </p:sp>
      <p:sp>
        <p:nvSpPr>
          <p:cNvPr id="19" name="Shape 17"/>
          <p:cNvSpPr/>
          <p:nvPr/>
        </p:nvSpPr>
        <p:spPr>
          <a:xfrm>
            <a:off x="5852160" y="1691640"/>
            <a:ext cx="2834640" cy="2926080"/>
          </a:xfrm>
          <a:prstGeom prst="roundRect">
            <a:avLst>
              <a:gd name="adj" fmla="val 0"/>
            </a:avLst>
          </a:prstGeom>
          <a:solidFill>
            <a:srgbClr val="3D5AFE"/>
          </a:solidFill>
          <a:ln w="12700">
            <a:solidFill>
              <a:srgbClr val="3D5AFE"/>
            </a:solidFill>
            <a:prstDash val="solid"/>
          </a:ln>
        </p:spPr>
        <p:txBody>
          <a:bodyPr/>
          <a:lstStyle/>
          <a:p>
            <a:endParaRPr lang="en-ES"/>
          </a:p>
        </p:txBody>
      </p:sp>
      <p:sp>
        <p:nvSpPr>
          <p:cNvPr id="20" name="Text 18"/>
          <p:cNvSpPr/>
          <p:nvPr/>
        </p:nvSpPr>
        <p:spPr>
          <a:xfrm>
            <a:off x="5989320" y="1828800"/>
            <a:ext cx="2560320" cy="274320"/>
          </a:xfrm>
          <a:prstGeom prst="rect">
            <a:avLst/>
          </a:prstGeom>
          <a:noFill/>
          <a:ln/>
        </p:spPr>
        <p:txBody>
          <a:bodyPr wrap="square" lIns="0" tIns="0" rIns="0" bIns="0" rtlCol="0" anchor="ctr"/>
          <a:lstStyle/>
          <a:p>
            <a:pPr marL="0" indent="0">
              <a:buNone/>
            </a:pPr>
            <a:r>
              <a:rPr lang="en-US" sz="1200" b="1" kern="0" spc="200">
                <a:solidFill>
                  <a:srgbClr val="FFFFFF"/>
                </a:solidFill>
                <a:latin typeface="Open Sans" pitchFamily="34" charset="0"/>
                <a:ea typeface="Open Sans" pitchFamily="34" charset="-122"/>
                <a:cs typeface="Open Sans" pitchFamily="34" charset="-120"/>
              </a:rPr>
              <a:t>Entregas acordadas</a:t>
            </a:r>
            <a:endParaRPr lang="en-US" sz="1200"/>
          </a:p>
        </p:txBody>
      </p:sp>
      <p:sp>
        <p:nvSpPr>
          <p:cNvPr id="21" name="Text 19"/>
          <p:cNvSpPr/>
          <p:nvPr/>
        </p:nvSpPr>
        <p:spPr>
          <a:xfrm>
            <a:off x="5989320" y="2240280"/>
            <a:ext cx="2606040" cy="2286000"/>
          </a:xfrm>
          <a:prstGeom prst="rect">
            <a:avLst/>
          </a:prstGeom>
          <a:noFill/>
          <a:ln/>
        </p:spPr>
        <p:txBody>
          <a:bodyPr wrap="square" lIns="0" tIns="0" rIns="0" bIns="0" rtlCol="0" anchor="t"/>
          <a:lstStyle/>
          <a:p>
            <a:pPr marL="342900" indent="-342900">
              <a:spcAft>
                <a:spcPts val="600"/>
              </a:spcAft>
              <a:buSzPct val="100000"/>
              <a:buChar char="■"/>
            </a:pPr>
            <a:r>
              <a:rPr lang="en-US" sz="1100">
                <a:solidFill>
                  <a:srgbClr val="FFFFFF"/>
                </a:solidFill>
                <a:latin typeface="Open Sans" pitchFamily="34" charset="0"/>
                <a:ea typeface="Open Sans" pitchFamily="34" charset="-122"/>
                <a:cs typeface="Open Sans" pitchFamily="34" charset="-120"/>
              </a:rPr>
              <a:t>Herramientas de seguimiento</a:t>
            </a:r>
            <a:endParaRPr lang="en-US" sz="1100"/>
          </a:p>
          <a:p>
            <a:pPr marL="342900" indent="-342900">
              <a:spcAft>
                <a:spcPts val="600"/>
              </a:spcAft>
              <a:buSzPct val="100000"/>
              <a:buChar char="■"/>
            </a:pPr>
            <a:r>
              <a:rPr lang="en-US" sz="1100">
                <a:solidFill>
                  <a:srgbClr val="FFFFFF"/>
                </a:solidFill>
                <a:latin typeface="Open Sans" pitchFamily="34" charset="0"/>
                <a:ea typeface="Open Sans" pitchFamily="34" charset="-122"/>
                <a:cs typeface="Open Sans" pitchFamily="34" charset="-120"/>
              </a:rPr>
              <a:t>Versionado</a:t>
            </a:r>
            <a:endParaRPr lang="en-US" sz="1100"/>
          </a:p>
          <a:p>
            <a:pPr marL="342900" indent="-342900">
              <a:spcAft>
                <a:spcPts val="600"/>
              </a:spcAft>
              <a:buSzPct val="100000"/>
              <a:buChar char="■"/>
            </a:pPr>
            <a:r>
              <a:rPr lang="en-US" sz="1100">
                <a:solidFill>
                  <a:srgbClr val="FFFFFF"/>
                </a:solidFill>
                <a:latin typeface="Open Sans" pitchFamily="34" charset="0"/>
                <a:ea typeface="Open Sans" pitchFamily="34" charset="-122"/>
                <a:cs typeface="Open Sans" pitchFamily="34" charset="-120"/>
              </a:rPr>
              <a:t>CI/CD y despliegue automatizado</a:t>
            </a:r>
            <a:endParaRPr lang="en-US" sz="1100"/>
          </a:p>
          <a:p>
            <a:pPr marL="342900" indent="-342900">
              <a:spcAft>
                <a:spcPts val="600"/>
              </a:spcAft>
              <a:buSzPct val="100000"/>
              <a:buChar char="■"/>
            </a:pPr>
            <a:r>
              <a:rPr lang="en-US" sz="1100">
                <a:solidFill>
                  <a:srgbClr val="FFFFFF"/>
                </a:solidFill>
                <a:latin typeface="Open Sans" pitchFamily="34" charset="0"/>
                <a:ea typeface="Open Sans" pitchFamily="34" charset="-122"/>
                <a:cs typeface="Open Sans" pitchFamily="34" charset="-120"/>
              </a:rPr>
              <a:t>Infraestructura como código</a:t>
            </a:r>
            <a:endParaRPr lang="en-US" sz="1100"/>
          </a:p>
          <a:p>
            <a:pPr marL="342900" indent="-342900">
              <a:spcAft>
                <a:spcPts val="600"/>
              </a:spcAft>
              <a:buSzPct val="100000"/>
              <a:buChar char="■"/>
            </a:pPr>
            <a:r>
              <a:rPr lang="en-US" sz="1100">
                <a:solidFill>
                  <a:srgbClr val="FFFFFF"/>
                </a:solidFill>
                <a:latin typeface="Open Sans" pitchFamily="34" charset="0"/>
                <a:ea typeface="Open Sans" pitchFamily="34" charset="-122"/>
                <a:cs typeface="Open Sans" pitchFamily="34" charset="-120"/>
              </a:rPr>
              <a:t>Monitorización y diagnóstico</a:t>
            </a:r>
            <a:endParaRPr lang="en-US" sz="1100"/>
          </a:p>
        </p:txBody>
      </p:sp>
      <p:grpSp>
        <p:nvGrpSpPr>
          <p:cNvPr id="26" name="Group 25">
            <a:extLst>
              <a:ext uri="{FF2B5EF4-FFF2-40B4-BE49-F238E27FC236}">
                <a16:creationId xmlns:a16="http://schemas.microsoft.com/office/drawing/2014/main" id="{E4DBB847-48F6-8A5F-C109-A4890194C3A4}"/>
              </a:ext>
            </a:extLst>
          </p:cNvPr>
          <p:cNvGrpSpPr/>
          <p:nvPr/>
        </p:nvGrpSpPr>
        <p:grpSpPr>
          <a:xfrm>
            <a:off x="8039657" y="4755838"/>
            <a:ext cx="795753" cy="246857"/>
            <a:chOff x="7435419" y="4613467"/>
            <a:chExt cx="1708581" cy="530033"/>
          </a:xfrm>
        </p:grpSpPr>
        <p:pic>
          <p:nvPicPr>
            <p:cNvPr id="27" name="Picture 26" descr="A black background with white text  AI-generated content may be incorrect.">
              <a:extLst>
                <a:ext uri="{FF2B5EF4-FFF2-40B4-BE49-F238E27FC236}">
                  <a16:creationId xmlns:a16="http://schemas.microsoft.com/office/drawing/2014/main" id="{F4C5885A-D3BB-4D90-5DD1-0658DBA7D626}"/>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28" name="Rectangle 27">
              <a:extLst>
                <a:ext uri="{FF2B5EF4-FFF2-40B4-BE49-F238E27FC236}">
                  <a16:creationId xmlns:a16="http://schemas.microsoft.com/office/drawing/2014/main" id="{93A7ACDD-D234-810E-0EB9-3E62E5270B5F}"/>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29" name="Marcador de número de diapositiva 1">
              <a:extLst>
                <a:ext uri="{FF2B5EF4-FFF2-40B4-BE49-F238E27FC236}">
                  <a16:creationId xmlns:a16="http://schemas.microsoft.com/office/drawing/2014/main" id="{ED4E5503-FB07-CAF7-0E6A-1B6A65380F6E}"/>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17</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Shape 1"/>
          <p:cNvSpPr/>
          <p:nvPr/>
        </p:nvSpPr>
        <p:spPr>
          <a:xfrm>
            <a:off x="457200" y="411480"/>
            <a:ext cx="320040" cy="36576"/>
          </a:xfrm>
          <a:prstGeom prst="rect">
            <a:avLst/>
          </a:prstGeom>
          <a:solidFill>
            <a:srgbClr val="3D5AFE"/>
          </a:solidFill>
          <a:ln w="12700">
            <a:solidFill>
              <a:srgbClr val="3D5AFE"/>
            </a:solidFill>
            <a:prstDash val="solid"/>
          </a:ln>
        </p:spPr>
        <p:txBody>
          <a:bodyPr/>
          <a:lstStyle/>
          <a:p>
            <a:endParaRPr lang="en-ES"/>
          </a:p>
        </p:txBody>
      </p:sp>
      <p:sp>
        <p:nvSpPr>
          <p:cNvPr id="4" name="Text 2"/>
          <p:cNvSpPr/>
          <p:nvPr/>
        </p:nvSpPr>
        <p:spPr>
          <a:xfrm>
            <a:off x="457200" y="502920"/>
            <a:ext cx="5486400" cy="256032"/>
          </a:xfrm>
          <a:prstGeom prst="rect">
            <a:avLst/>
          </a:prstGeom>
          <a:noFill/>
          <a:ln/>
        </p:spPr>
        <p:txBody>
          <a:bodyPr wrap="square" lIns="0" tIns="0" rIns="0" bIns="0" rtlCol="0" anchor="t"/>
          <a:lstStyle/>
          <a:p>
            <a:r>
              <a:rPr lang="en-US" sz="1000" b="1" kern="0" spc="400">
                <a:solidFill>
                  <a:srgbClr val="3D5AFE"/>
                </a:solidFill>
                <a:latin typeface="Open Sans"/>
                <a:ea typeface="Open Sans"/>
                <a:cs typeface="Open Sans"/>
              </a:rPr>
              <a:t>TRASPASO DE CONOCIMIENTO</a:t>
            </a:r>
            <a:endParaRPr lang="en-US" sz="1000"/>
          </a:p>
        </p:txBody>
      </p:sp>
      <p:sp>
        <p:nvSpPr>
          <p:cNvPr id="5" name="Text 3"/>
          <p:cNvSpPr/>
          <p:nvPr/>
        </p:nvSpPr>
        <p:spPr>
          <a:xfrm>
            <a:off x="457200" y="868680"/>
            <a:ext cx="8229600" cy="640080"/>
          </a:xfrm>
          <a:prstGeom prst="rect">
            <a:avLst/>
          </a:prstGeom>
          <a:noFill/>
          <a:ln/>
        </p:spPr>
        <p:txBody>
          <a:bodyPr wrap="square" lIns="0" tIns="0" rIns="0" bIns="0" rtlCol="0" anchor="t"/>
          <a:lstStyle/>
          <a:p>
            <a:pPr marL="0" indent="0">
              <a:buNone/>
            </a:pPr>
            <a:r>
              <a:rPr lang="en-US" sz="2800" b="1">
                <a:solidFill>
                  <a:srgbClr val="1A1A2E"/>
                </a:solidFill>
                <a:latin typeface="Outfit" pitchFamily="34" charset="0"/>
                <a:ea typeface="Open Sans" pitchFamily="34" charset="-122"/>
                <a:cs typeface="Open Sans" pitchFamily="34" charset="-120"/>
              </a:rPr>
              <a:t>Traspaso de conocimiento</a:t>
            </a:r>
            <a:endParaRPr lang="en-US" sz="2800"/>
          </a:p>
        </p:txBody>
      </p:sp>
      <p:sp>
        <p:nvSpPr>
          <p:cNvPr id="6" name="Text 4"/>
          <p:cNvSpPr/>
          <p:nvPr/>
        </p:nvSpPr>
        <p:spPr>
          <a:xfrm>
            <a:off x="457200" y="1691640"/>
            <a:ext cx="5303520" cy="1188720"/>
          </a:xfrm>
          <a:prstGeom prst="rect">
            <a:avLst/>
          </a:prstGeom>
          <a:noFill/>
          <a:ln/>
        </p:spPr>
        <p:txBody>
          <a:bodyPr wrap="square" lIns="0" tIns="0" rIns="0" bIns="0" rtlCol="0" anchor="t"/>
          <a:lstStyle/>
          <a:p>
            <a:pPr marL="0" indent="0">
              <a:buNone/>
            </a:pPr>
            <a:r>
              <a:rPr lang="en-US" sz="1200">
                <a:solidFill>
                  <a:srgbClr val="1A1A2E"/>
                </a:solidFill>
                <a:latin typeface="Open Sans" pitchFamily="34" charset="0"/>
                <a:ea typeface="Open Sans" pitchFamily="34" charset="-122"/>
                <a:cs typeface="Open Sans" pitchFamily="34" charset="-120"/>
              </a:rPr>
              <a:t>Proceso estratégico para asegurar que el cliente adquiera la comprensión y habilidades necesarias para operar y mantener el sistema de forma efectiva. Entrega estructurada de información clave, prácticas y recursos.</a:t>
            </a:r>
            <a:endParaRPr lang="en-US" sz="1200"/>
          </a:p>
        </p:txBody>
      </p:sp>
      <p:pic>
        <p:nvPicPr>
          <p:cNvPr id="7" name="Image 0" descr="preencoded.png"/>
          <p:cNvPicPr>
            <a:picLocks noChangeAspect="1"/>
          </p:cNvPicPr>
          <p:nvPr/>
        </p:nvPicPr>
        <p:blipFill>
          <a:blip r:embed="rId3"/>
          <a:stretch>
            <a:fillRect/>
          </a:stretch>
        </p:blipFill>
        <p:spPr>
          <a:xfrm>
            <a:off x="457200" y="2971800"/>
            <a:ext cx="201168" cy="201168"/>
          </a:xfrm>
          <a:prstGeom prst="rect">
            <a:avLst/>
          </a:prstGeom>
        </p:spPr>
      </p:pic>
      <p:sp>
        <p:nvSpPr>
          <p:cNvPr id="8" name="Text 5"/>
          <p:cNvSpPr/>
          <p:nvPr/>
        </p:nvSpPr>
        <p:spPr>
          <a:xfrm>
            <a:off x="777240" y="2944368"/>
            <a:ext cx="5029200" cy="274320"/>
          </a:xfrm>
          <a:prstGeom prst="rect">
            <a:avLst/>
          </a:prstGeom>
          <a:noFill/>
          <a:ln/>
        </p:spPr>
        <p:txBody>
          <a:bodyPr wrap="square" lIns="0" tIns="0" rIns="0" bIns="0" rtlCol="0" anchor="ctr"/>
          <a:lstStyle/>
          <a:p>
            <a:pPr marL="0" indent="0">
              <a:buNone/>
            </a:pPr>
            <a:r>
              <a:rPr lang="en-US" sz="1100">
                <a:solidFill>
                  <a:srgbClr val="1A1A2E"/>
                </a:solidFill>
                <a:latin typeface="Open Sans" pitchFamily="34" charset="0"/>
                <a:ea typeface="Open Sans" pitchFamily="34" charset="-122"/>
                <a:cs typeface="Open Sans" pitchFamily="34" charset="-120"/>
              </a:rPr>
              <a:t>Reuniones de planificación y demos regulares</a:t>
            </a:r>
            <a:endParaRPr lang="en-US" sz="1100"/>
          </a:p>
        </p:txBody>
      </p:sp>
      <p:pic>
        <p:nvPicPr>
          <p:cNvPr id="9" name="Image 1" descr="preencoded.png"/>
          <p:cNvPicPr>
            <a:picLocks noChangeAspect="1"/>
          </p:cNvPicPr>
          <p:nvPr/>
        </p:nvPicPr>
        <p:blipFill>
          <a:blip r:embed="rId4"/>
          <a:stretch>
            <a:fillRect/>
          </a:stretch>
        </p:blipFill>
        <p:spPr>
          <a:xfrm>
            <a:off x="457200" y="3383280"/>
            <a:ext cx="201168" cy="201168"/>
          </a:xfrm>
          <a:prstGeom prst="rect">
            <a:avLst/>
          </a:prstGeom>
        </p:spPr>
      </p:pic>
      <p:sp>
        <p:nvSpPr>
          <p:cNvPr id="10" name="Text 6"/>
          <p:cNvSpPr/>
          <p:nvPr/>
        </p:nvSpPr>
        <p:spPr>
          <a:xfrm>
            <a:off x="777240" y="3355848"/>
            <a:ext cx="5029200" cy="274320"/>
          </a:xfrm>
          <a:prstGeom prst="rect">
            <a:avLst/>
          </a:prstGeom>
          <a:noFill/>
          <a:ln/>
        </p:spPr>
        <p:txBody>
          <a:bodyPr wrap="square" lIns="0" tIns="0" rIns="0" bIns="0" rtlCol="0" anchor="ctr"/>
          <a:lstStyle/>
          <a:p>
            <a:pPr marL="0" indent="0">
              <a:buNone/>
            </a:pPr>
            <a:r>
              <a:rPr lang="en-US" sz="1100">
                <a:solidFill>
                  <a:srgbClr val="1A1A2E"/>
                </a:solidFill>
                <a:latin typeface="Open Sans" pitchFamily="34" charset="0"/>
                <a:ea typeface="Open Sans" pitchFamily="34" charset="-122"/>
                <a:cs typeface="Open Sans" pitchFamily="34" charset="-120"/>
              </a:rPr>
              <a:t>Documentación integrada y versionada</a:t>
            </a:r>
            <a:endParaRPr lang="en-US" sz="1100"/>
          </a:p>
        </p:txBody>
      </p:sp>
      <p:pic>
        <p:nvPicPr>
          <p:cNvPr id="11" name="Image 2" descr="preencoded.png"/>
          <p:cNvPicPr>
            <a:picLocks noChangeAspect="1"/>
          </p:cNvPicPr>
          <p:nvPr/>
        </p:nvPicPr>
        <p:blipFill>
          <a:blip r:embed="rId5"/>
          <a:stretch>
            <a:fillRect/>
          </a:stretch>
        </p:blipFill>
        <p:spPr>
          <a:xfrm>
            <a:off x="457200" y="3794760"/>
            <a:ext cx="201168" cy="201168"/>
          </a:xfrm>
          <a:prstGeom prst="rect">
            <a:avLst/>
          </a:prstGeom>
        </p:spPr>
      </p:pic>
      <p:sp>
        <p:nvSpPr>
          <p:cNvPr id="12" name="Text 7"/>
          <p:cNvSpPr/>
          <p:nvPr/>
        </p:nvSpPr>
        <p:spPr>
          <a:xfrm>
            <a:off x="777240" y="3767328"/>
            <a:ext cx="5029200" cy="274320"/>
          </a:xfrm>
          <a:prstGeom prst="rect">
            <a:avLst/>
          </a:prstGeom>
          <a:noFill/>
          <a:ln/>
        </p:spPr>
        <p:txBody>
          <a:bodyPr wrap="square" lIns="0" tIns="0" rIns="0" bIns="0" rtlCol="0" anchor="ctr"/>
          <a:lstStyle/>
          <a:p>
            <a:pPr marL="0" indent="0">
              <a:buNone/>
            </a:pPr>
            <a:r>
              <a:rPr lang="en-US" sz="1100">
                <a:solidFill>
                  <a:srgbClr val="1A1A2E"/>
                </a:solidFill>
                <a:latin typeface="Open Sans" pitchFamily="34" charset="0"/>
                <a:ea typeface="Open Sans" pitchFamily="34" charset="-122"/>
                <a:cs typeface="Open Sans" pitchFamily="34" charset="-120"/>
              </a:rPr>
              <a:t>Colaboración continua</a:t>
            </a:r>
            <a:endParaRPr lang="en-US" sz="1100"/>
          </a:p>
        </p:txBody>
      </p:sp>
      <p:pic>
        <p:nvPicPr>
          <p:cNvPr id="13" name="Image 3" descr="preencoded.png"/>
          <p:cNvPicPr>
            <a:picLocks noChangeAspect="1"/>
          </p:cNvPicPr>
          <p:nvPr/>
        </p:nvPicPr>
        <p:blipFill>
          <a:blip r:embed="rId6"/>
          <a:stretch>
            <a:fillRect/>
          </a:stretch>
        </p:blipFill>
        <p:spPr>
          <a:xfrm>
            <a:off x="457200" y="4206240"/>
            <a:ext cx="201168" cy="201168"/>
          </a:xfrm>
          <a:prstGeom prst="rect">
            <a:avLst/>
          </a:prstGeom>
        </p:spPr>
      </p:pic>
      <p:sp>
        <p:nvSpPr>
          <p:cNvPr id="14" name="Text 8"/>
          <p:cNvSpPr/>
          <p:nvPr/>
        </p:nvSpPr>
        <p:spPr>
          <a:xfrm>
            <a:off x="777240" y="4178808"/>
            <a:ext cx="5029200" cy="274320"/>
          </a:xfrm>
          <a:prstGeom prst="rect">
            <a:avLst/>
          </a:prstGeom>
          <a:noFill/>
          <a:ln/>
        </p:spPr>
        <p:txBody>
          <a:bodyPr wrap="square" lIns="0" tIns="0" rIns="0" bIns="0" rtlCol="0" anchor="ctr"/>
          <a:lstStyle/>
          <a:p>
            <a:pPr marL="0" indent="0">
              <a:buNone/>
            </a:pPr>
            <a:r>
              <a:rPr lang="en-US" sz="1100">
                <a:solidFill>
                  <a:srgbClr val="1A1A2E"/>
                </a:solidFill>
                <a:latin typeface="Open Sans" pitchFamily="34" charset="0"/>
                <a:ea typeface="Open Sans" pitchFamily="34" charset="-122"/>
                <a:cs typeface="Open Sans" pitchFamily="34" charset="-120"/>
              </a:rPr>
              <a:t>Transferencia gradual de responsabilidad al cliente</a:t>
            </a:r>
            <a:endParaRPr lang="en-US" sz="1100"/>
          </a:p>
        </p:txBody>
      </p:sp>
      <p:sp>
        <p:nvSpPr>
          <p:cNvPr id="15" name="Shape 9"/>
          <p:cNvSpPr/>
          <p:nvPr/>
        </p:nvSpPr>
        <p:spPr>
          <a:xfrm>
            <a:off x="5943600" y="1691640"/>
            <a:ext cx="2743200" cy="2926080"/>
          </a:xfrm>
          <a:prstGeom prst="roundRect">
            <a:avLst>
              <a:gd name="adj" fmla="val 0"/>
            </a:avLst>
          </a:prstGeom>
          <a:solidFill>
            <a:srgbClr val="3D5AFE"/>
          </a:solidFill>
          <a:ln w="12700">
            <a:solidFill>
              <a:srgbClr val="3D5AFE"/>
            </a:solidFill>
            <a:prstDash val="solid"/>
          </a:ln>
        </p:spPr>
        <p:txBody>
          <a:bodyPr/>
          <a:lstStyle/>
          <a:p>
            <a:endParaRPr lang="en-ES"/>
          </a:p>
        </p:txBody>
      </p:sp>
      <p:sp>
        <p:nvSpPr>
          <p:cNvPr id="16" name="Text 10"/>
          <p:cNvSpPr/>
          <p:nvPr/>
        </p:nvSpPr>
        <p:spPr>
          <a:xfrm>
            <a:off x="6126480" y="1920240"/>
            <a:ext cx="2468880" cy="320040"/>
          </a:xfrm>
          <a:prstGeom prst="rect">
            <a:avLst/>
          </a:prstGeom>
          <a:noFill/>
          <a:ln/>
        </p:spPr>
        <p:txBody>
          <a:bodyPr wrap="square" lIns="0" tIns="0" rIns="0" bIns="0" rtlCol="0" anchor="ctr"/>
          <a:lstStyle/>
          <a:p>
            <a:pPr marL="0" indent="0">
              <a:buNone/>
            </a:pPr>
            <a:r>
              <a:rPr lang="en-US" sz="1400" b="1">
                <a:solidFill>
                  <a:srgbClr val="FFFFFF"/>
                </a:solidFill>
                <a:latin typeface="Open Sans" pitchFamily="34" charset="0"/>
                <a:ea typeface="Open Sans" pitchFamily="34" charset="-122"/>
                <a:cs typeface="Open Sans" pitchFamily="34" charset="-120"/>
              </a:rPr>
              <a:t>Marco ágil</a:t>
            </a:r>
            <a:endParaRPr lang="en-US" sz="1400"/>
          </a:p>
        </p:txBody>
      </p:sp>
      <p:sp>
        <p:nvSpPr>
          <p:cNvPr id="17" name="Shape 11"/>
          <p:cNvSpPr/>
          <p:nvPr/>
        </p:nvSpPr>
        <p:spPr>
          <a:xfrm>
            <a:off x="6126480" y="2331720"/>
            <a:ext cx="1097280" cy="36576"/>
          </a:xfrm>
          <a:prstGeom prst="rect">
            <a:avLst/>
          </a:prstGeom>
          <a:solidFill>
            <a:srgbClr val="E5E7EB"/>
          </a:solidFill>
          <a:ln w="12700">
            <a:solidFill>
              <a:srgbClr val="E5E7EB"/>
            </a:solidFill>
            <a:prstDash val="solid"/>
          </a:ln>
        </p:spPr>
        <p:txBody>
          <a:bodyPr/>
          <a:lstStyle/>
          <a:p>
            <a:endParaRPr lang="en-ES"/>
          </a:p>
        </p:txBody>
      </p:sp>
      <p:sp>
        <p:nvSpPr>
          <p:cNvPr id="18" name="Text 12"/>
          <p:cNvSpPr/>
          <p:nvPr/>
        </p:nvSpPr>
        <p:spPr>
          <a:xfrm>
            <a:off x="6126480" y="2468880"/>
            <a:ext cx="2468880" cy="2011680"/>
          </a:xfrm>
          <a:prstGeom prst="rect">
            <a:avLst/>
          </a:prstGeom>
          <a:noFill/>
          <a:ln/>
        </p:spPr>
        <p:txBody>
          <a:bodyPr wrap="square" lIns="0" tIns="0" rIns="0" bIns="0" rtlCol="0" anchor="t"/>
          <a:lstStyle/>
          <a:p>
            <a:pPr marL="0" indent="0">
              <a:buNone/>
            </a:pPr>
            <a:r>
              <a:rPr lang="en-US" sz="1200" i="1">
                <a:solidFill>
                  <a:srgbClr val="FFFFFF"/>
                </a:solidFill>
                <a:latin typeface="Open Sans" pitchFamily="34" charset="0"/>
                <a:ea typeface="Open Sans" pitchFamily="34" charset="-122"/>
                <a:cs typeface="Open Sans" pitchFamily="34" charset="-120"/>
              </a:rPr>
              <a:t>Transición suave, comprensión continua y capacidad mejorada para gestionar y evolucionar el sistema.</a:t>
            </a:r>
            <a:endParaRPr lang="en-US" sz="1200"/>
          </a:p>
        </p:txBody>
      </p:sp>
      <p:grpSp>
        <p:nvGrpSpPr>
          <p:cNvPr id="27" name="Group 26">
            <a:extLst>
              <a:ext uri="{FF2B5EF4-FFF2-40B4-BE49-F238E27FC236}">
                <a16:creationId xmlns:a16="http://schemas.microsoft.com/office/drawing/2014/main" id="{275BB2C4-7CF1-E93C-698A-5283D7224327}"/>
              </a:ext>
            </a:extLst>
          </p:cNvPr>
          <p:cNvGrpSpPr/>
          <p:nvPr/>
        </p:nvGrpSpPr>
        <p:grpSpPr>
          <a:xfrm>
            <a:off x="8039657" y="4755838"/>
            <a:ext cx="795753" cy="246857"/>
            <a:chOff x="7435419" y="4613467"/>
            <a:chExt cx="1708581" cy="530033"/>
          </a:xfrm>
        </p:grpSpPr>
        <p:pic>
          <p:nvPicPr>
            <p:cNvPr id="28" name="Picture 27" descr="A black background with white text  AI-generated content may be incorrect.">
              <a:extLst>
                <a:ext uri="{FF2B5EF4-FFF2-40B4-BE49-F238E27FC236}">
                  <a16:creationId xmlns:a16="http://schemas.microsoft.com/office/drawing/2014/main" id="{59ECB020-FE4B-7FE0-B918-F5E2F8028ABC}"/>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29" name="Rectangle 28">
              <a:extLst>
                <a:ext uri="{FF2B5EF4-FFF2-40B4-BE49-F238E27FC236}">
                  <a16:creationId xmlns:a16="http://schemas.microsoft.com/office/drawing/2014/main" id="{A03FA592-A124-3574-F3E4-103646D9254B}"/>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30" name="Marcador de número de diapositiva 1">
              <a:extLst>
                <a:ext uri="{FF2B5EF4-FFF2-40B4-BE49-F238E27FC236}">
                  <a16:creationId xmlns:a16="http://schemas.microsoft.com/office/drawing/2014/main" id="{8BD25DC3-8EB3-1975-21EB-4FB743CBFEA8}"/>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18</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9100" name="Background"/>
          <p:cNvSpPr/>
          <p:nvPr/>
        </p:nvSpPr>
        <p:spPr>
          <a:xfrm>
            <a:off x="0" y="0"/>
            <a:ext cx="9144000" cy="5143500"/>
          </a:xfrm>
          <a:prstGeom prst="rect">
            <a:avLst/>
          </a:prstGeom>
          <a:solidFill>
            <a:srgbClr val="0D0E0F"/>
          </a:solidFill>
          <a:ln>
            <a:noFill/>
          </a:ln>
        </p:spPr>
        <p:txBody>
          <a:bodyPr/>
          <a:lstStyle/>
          <a:p>
            <a:endParaRPr/>
          </a:p>
        </p:txBody>
      </p:sp>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Text 1"/>
          <p:cNvSpPr/>
          <p:nvPr/>
        </p:nvSpPr>
        <p:spPr>
          <a:xfrm>
            <a:off x="457200" y="1737360"/>
            <a:ext cx="1828800" cy="731520"/>
          </a:xfrm>
          <a:prstGeom prst="rect">
            <a:avLst/>
          </a:prstGeom>
          <a:noFill/>
          <a:ln/>
        </p:spPr>
        <p:txBody>
          <a:bodyPr wrap="square" lIns="0" tIns="0" rIns="0" bIns="0" rtlCol="0" anchor="ctr"/>
          <a:lstStyle/>
          <a:p>
            <a:pPr marL="0" indent="0">
              <a:buNone/>
            </a:pPr>
            <a:r>
              <a:rPr lang="en-US" sz="7200" b="1">
                <a:solidFill>
                  <a:srgbClr val="3D5AFE"/>
                </a:solidFill>
                <a:latin typeface="Outfit"/>
                <a:ea typeface="Open Sans"/>
                <a:cs typeface="Open Sans"/>
              </a:rPr>
              <a:t>02</a:t>
            </a:r>
            <a:endParaRPr lang="en-US" sz="7200"/>
          </a:p>
        </p:txBody>
      </p:sp>
      <p:sp>
        <p:nvSpPr>
          <p:cNvPr id="4" name="Text 2"/>
          <p:cNvSpPr/>
          <p:nvPr/>
        </p:nvSpPr>
        <p:spPr>
          <a:xfrm>
            <a:off x="457200" y="2606040"/>
            <a:ext cx="8229600" cy="822960"/>
          </a:xfrm>
          <a:prstGeom prst="rect">
            <a:avLst/>
          </a:prstGeom>
          <a:noFill/>
          <a:ln/>
        </p:spPr>
        <p:txBody>
          <a:bodyPr wrap="square" lIns="0" tIns="0" rIns="0" bIns="0" rtlCol="0" anchor="ctr"/>
          <a:lstStyle/>
          <a:p>
            <a:r>
              <a:rPr lang="en-US" sz="4400" b="1" err="1">
                <a:solidFill>
                  <a:srgbClr val="FFFFFF"/>
                </a:solidFill>
                <a:latin typeface="Outfit"/>
                <a:ea typeface="Open Sans"/>
                <a:cs typeface="Open Sans"/>
              </a:rPr>
              <a:t>Propuesta</a:t>
            </a:r>
            <a:r>
              <a:rPr lang="en-US" sz="4400" b="1">
                <a:solidFill>
                  <a:srgbClr val="FFFFFF"/>
                </a:solidFill>
                <a:latin typeface="Outfit"/>
                <a:ea typeface="Open Sans"/>
                <a:cs typeface="Open Sans"/>
              </a:rPr>
              <a:t> </a:t>
            </a:r>
            <a:r>
              <a:rPr lang="en-US" sz="4400" b="1" err="1">
                <a:solidFill>
                  <a:srgbClr val="FFFFFF"/>
                </a:solidFill>
                <a:latin typeface="Outfit"/>
                <a:ea typeface="Open Sans"/>
                <a:cs typeface="Open Sans"/>
              </a:rPr>
              <a:t>técnica</a:t>
            </a:r>
          </a:p>
        </p:txBody>
      </p:sp>
      <p:sp>
        <p:nvSpPr>
          <p:cNvPr id="5" name="Text 3"/>
          <p:cNvSpPr/>
          <p:nvPr/>
        </p:nvSpPr>
        <p:spPr>
          <a:xfrm>
            <a:off x="457200" y="3474720"/>
            <a:ext cx="8229600" cy="365760"/>
          </a:xfrm>
          <a:prstGeom prst="rect">
            <a:avLst/>
          </a:prstGeom>
          <a:noFill/>
          <a:ln/>
        </p:spPr>
        <p:txBody>
          <a:bodyPr wrap="square" lIns="0" tIns="0" rIns="0" bIns="0" rtlCol="0" anchor="ctr"/>
          <a:lstStyle/>
          <a:p>
            <a:pPr marL="0" indent="0">
              <a:buNone/>
            </a:pPr>
            <a:r>
              <a:rPr lang="en-US" sz="1600">
                <a:solidFill>
                  <a:srgbClr val="3D5AFE"/>
                </a:solidFill>
                <a:latin typeface="Open Sans" pitchFamily="34" charset="0"/>
                <a:ea typeface="Open Sans" pitchFamily="34" charset="-122"/>
                <a:cs typeface="Open Sans" pitchFamily="34" charset="-120"/>
              </a:rPr>
              <a:t>Arquitectura y tecnologías</a:t>
            </a:r>
            <a:endParaRPr lang="en-US" sz="1600"/>
          </a:p>
        </p:txBody>
      </p:sp>
      <p:grpSp>
        <p:nvGrpSpPr>
          <p:cNvPr id="10" name="Group 9">
            <a:extLst>
              <a:ext uri="{FF2B5EF4-FFF2-40B4-BE49-F238E27FC236}">
                <a16:creationId xmlns:a16="http://schemas.microsoft.com/office/drawing/2014/main" id="{BF2660AC-762B-9C01-4935-07567BD38E5F}"/>
              </a:ext>
            </a:extLst>
          </p:cNvPr>
          <p:cNvGrpSpPr/>
          <p:nvPr/>
        </p:nvGrpSpPr>
        <p:grpSpPr>
          <a:xfrm>
            <a:off x="8039657" y="4755838"/>
            <a:ext cx="795753" cy="246857"/>
            <a:chOff x="7435419" y="4613467"/>
            <a:chExt cx="1708581" cy="530033"/>
          </a:xfrm>
        </p:grpSpPr>
        <p:pic>
          <p:nvPicPr>
            <p:cNvPr id="11" name="Picture 10" descr="A black background with white text  AI-generated content may be incorrect.">
              <a:extLst>
                <a:ext uri="{FF2B5EF4-FFF2-40B4-BE49-F238E27FC236}">
                  <a16:creationId xmlns:a16="http://schemas.microsoft.com/office/drawing/2014/main" id="{187D5018-58B6-A503-720B-792E6F20C9A8}"/>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12" name="Rectangle 11">
              <a:extLst>
                <a:ext uri="{FF2B5EF4-FFF2-40B4-BE49-F238E27FC236}">
                  <a16:creationId xmlns:a16="http://schemas.microsoft.com/office/drawing/2014/main" id="{542AD03B-F727-6796-718B-BFCBC469C102}"/>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13" name="Marcador de número de diapositiva 1">
              <a:extLst>
                <a:ext uri="{FF2B5EF4-FFF2-40B4-BE49-F238E27FC236}">
                  <a16:creationId xmlns:a16="http://schemas.microsoft.com/office/drawing/2014/main" id="{27B73F25-AEBF-E138-4249-82DC85E01419}"/>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19</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3">
            <a:extLst>
              <a:ext uri="{FF2B5EF4-FFF2-40B4-BE49-F238E27FC236}">
                <a16:creationId xmlns:a16="http://schemas.microsoft.com/office/drawing/2014/main" id="{2EE3EF0B-B8EB-544D-33AB-EA3440EF8DCE}"/>
              </a:ext>
            </a:extLst>
          </p:cNvPr>
          <p:cNvSpPr/>
          <p:nvPr/>
        </p:nvSpPr>
        <p:spPr>
          <a:xfrm>
            <a:off x="457200" y="868680"/>
            <a:ext cx="8229600" cy="640080"/>
          </a:xfrm>
          <a:prstGeom prst="rect">
            <a:avLst/>
          </a:prstGeom>
          <a:noFill/>
          <a:ln/>
        </p:spPr>
        <p:txBody>
          <a:bodyPr wrap="square" lIns="0" tIns="0" rIns="0" bIns="0" rtlCol="0" anchor="t"/>
          <a:lstStyle/>
          <a:p>
            <a:r>
              <a:rPr lang="en-US" sz="2800" b="1">
                <a:solidFill>
                  <a:srgbClr val="1A1A2E"/>
                </a:solidFill>
                <a:latin typeface="Outfit"/>
                <a:ea typeface="Open Sans"/>
                <a:cs typeface="Open Sans"/>
              </a:rPr>
              <a:t>Estado actual (se genera)</a:t>
            </a:r>
          </a:p>
        </p:txBody>
      </p:sp>
    </p:spTree>
    <p:extLst>
      <p:ext uri="{BB962C8B-B14F-4D97-AF65-F5344CB8AC3E}">
        <p14:creationId xmlns:p14="http://schemas.microsoft.com/office/powerpoint/2010/main" val="17556836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Shape 1"/>
          <p:cNvSpPr/>
          <p:nvPr/>
        </p:nvSpPr>
        <p:spPr>
          <a:xfrm>
            <a:off x="457200" y="411480"/>
            <a:ext cx="320040" cy="36576"/>
          </a:xfrm>
          <a:prstGeom prst="rect">
            <a:avLst/>
          </a:prstGeom>
          <a:solidFill>
            <a:srgbClr val="3D5AFE"/>
          </a:solidFill>
          <a:ln w="12700">
            <a:solidFill>
              <a:srgbClr val="3D5AFE"/>
            </a:solidFill>
            <a:prstDash val="solid"/>
          </a:ln>
        </p:spPr>
        <p:txBody>
          <a:bodyPr/>
          <a:lstStyle/>
          <a:p>
            <a:endParaRPr lang="en-ES"/>
          </a:p>
        </p:txBody>
      </p:sp>
      <p:sp>
        <p:nvSpPr>
          <p:cNvPr id="4" name="Text 2"/>
          <p:cNvSpPr/>
          <p:nvPr/>
        </p:nvSpPr>
        <p:spPr>
          <a:xfrm>
            <a:off x="457200" y="502920"/>
            <a:ext cx="5486400" cy="256032"/>
          </a:xfrm>
          <a:prstGeom prst="rect">
            <a:avLst/>
          </a:prstGeom>
          <a:noFill/>
          <a:ln/>
        </p:spPr>
        <p:txBody>
          <a:bodyPr wrap="square" lIns="0" tIns="0" rIns="0" bIns="0" rtlCol="0" anchor="t"/>
          <a:lstStyle/>
          <a:p>
            <a:pPr marL="0" indent="0">
              <a:buNone/>
            </a:pPr>
            <a:r>
              <a:rPr lang="en-US" sz="1000" b="1" kern="0" spc="400">
                <a:solidFill>
                  <a:srgbClr val="3D5AFE"/>
                </a:solidFill>
                <a:latin typeface="Open Sans" pitchFamily="34" charset="0"/>
                <a:ea typeface="Open Sans" pitchFamily="34" charset="-122"/>
                <a:cs typeface="Open Sans" pitchFamily="34" charset="-120"/>
              </a:rPr>
              <a:t>ARQUITECTURA</a:t>
            </a:r>
            <a:endParaRPr lang="en-US" sz="1000"/>
          </a:p>
        </p:txBody>
      </p:sp>
      <p:sp>
        <p:nvSpPr>
          <p:cNvPr id="5" name="Text 3"/>
          <p:cNvSpPr/>
          <p:nvPr/>
        </p:nvSpPr>
        <p:spPr>
          <a:xfrm>
            <a:off x="457200" y="868680"/>
            <a:ext cx="8229600" cy="640080"/>
          </a:xfrm>
          <a:prstGeom prst="rect">
            <a:avLst/>
          </a:prstGeom>
          <a:noFill/>
          <a:ln/>
        </p:spPr>
        <p:txBody>
          <a:bodyPr wrap="square" lIns="0" tIns="0" rIns="0" bIns="0" rtlCol="0" anchor="t"/>
          <a:lstStyle/>
          <a:p>
            <a:r>
              <a:rPr lang="en-US" sz="2800" b="1" err="1">
                <a:solidFill>
                  <a:srgbClr val="1A1A2E"/>
                </a:solidFill>
                <a:latin typeface="Outfit"/>
                <a:ea typeface="Open Sans"/>
                <a:cs typeface="Open Sans"/>
              </a:rPr>
              <a:t>Arquitectura</a:t>
            </a:r>
            <a:r>
              <a:rPr lang="en-US" sz="2800" b="1">
                <a:solidFill>
                  <a:srgbClr val="1A1A2E"/>
                </a:solidFill>
                <a:latin typeface="Outfit"/>
                <a:ea typeface="Open Sans"/>
                <a:cs typeface="Open Sans"/>
              </a:rPr>
              <a:t> </a:t>
            </a:r>
            <a:endParaRPr lang="en-US" sz="2800">
              <a:solidFill>
                <a:srgbClr val="000000"/>
              </a:solidFill>
              <a:latin typeface="Calibri"/>
              <a:ea typeface="Calibri"/>
              <a:cs typeface="Calibri"/>
            </a:endParaRPr>
          </a:p>
        </p:txBody>
      </p:sp>
      <p:sp>
        <p:nvSpPr>
          <p:cNvPr id="6" name="Shape 4"/>
          <p:cNvSpPr/>
          <p:nvPr/>
        </p:nvSpPr>
        <p:spPr>
          <a:xfrm>
            <a:off x="457200" y="1691640"/>
            <a:ext cx="5760720" cy="3017520"/>
          </a:xfrm>
          <a:prstGeom prst="roundRect">
            <a:avLst>
              <a:gd name="adj" fmla="val 0"/>
            </a:avLst>
          </a:prstGeom>
          <a:solidFill>
            <a:srgbClr val="F2F3F7"/>
          </a:solidFill>
          <a:ln w="9525">
            <a:solidFill>
              <a:srgbClr val="F2F3F7"/>
            </a:solidFill>
            <a:prstDash val="dash"/>
          </a:ln>
        </p:spPr>
        <p:txBody>
          <a:bodyPr/>
          <a:lstStyle/>
          <a:p>
            <a:endParaRPr lang="en-ES"/>
          </a:p>
        </p:txBody>
      </p:sp>
      <p:sp>
        <p:nvSpPr>
          <p:cNvPr id="7" name="Text 5"/>
          <p:cNvSpPr/>
          <p:nvPr/>
        </p:nvSpPr>
        <p:spPr>
          <a:xfrm>
            <a:off x="457200" y="2926080"/>
            <a:ext cx="5760720" cy="320040"/>
          </a:xfrm>
          <a:prstGeom prst="rect">
            <a:avLst/>
          </a:prstGeom>
          <a:noFill/>
          <a:ln/>
        </p:spPr>
        <p:txBody>
          <a:bodyPr wrap="square" lIns="0" tIns="0" rIns="0" bIns="0" rtlCol="0" anchor="ctr"/>
          <a:lstStyle/>
          <a:p>
            <a:pPr marL="0" indent="0" algn="ctr">
              <a:buNone/>
            </a:pPr>
            <a:r>
              <a:rPr lang="en-US" sz="1400" b="1">
                <a:solidFill>
                  <a:srgbClr val="6B7280"/>
                </a:solidFill>
                <a:latin typeface="Open Sans" pitchFamily="34" charset="0"/>
                <a:ea typeface="Open Sans" pitchFamily="34" charset="-122"/>
                <a:cs typeface="Open Sans" pitchFamily="34" charset="-120"/>
              </a:rPr>
              <a:t>Diagrama de arquitectura</a:t>
            </a:r>
            <a:endParaRPr lang="en-US" sz="1400"/>
          </a:p>
        </p:txBody>
      </p:sp>
      <p:sp>
        <p:nvSpPr>
          <p:cNvPr id="8" name="Text 6"/>
          <p:cNvSpPr/>
          <p:nvPr/>
        </p:nvSpPr>
        <p:spPr>
          <a:xfrm>
            <a:off x="457200" y="3246120"/>
            <a:ext cx="5760720" cy="365760"/>
          </a:xfrm>
          <a:prstGeom prst="rect">
            <a:avLst/>
          </a:prstGeom>
          <a:noFill/>
          <a:ln/>
        </p:spPr>
        <p:txBody>
          <a:bodyPr wrap="square" lIns="0" tIns="0" rIns="0" bIns="0" rtlCol="0" anchor="ctr"/>
          <a:lstStyle/>
          <a:p>
            <a:pPr marL="0" indent="0" algn="ctr">
              <a:buNone/>
            </a:pPr>
            <a:r>
              <a:rPr lang="en-US" sz="1000" i="1">
                <a:solidFill>
                  <a:srgbClr val="6B7280"/>
                </a:solidFill>
                <a:latin typeface="Open Sans" pitchFamily="34" charset="0"/>
                <a:ea typeface="Open Sans" pitchFamily="34" charset="-122"/>
                <a:cs typeface="Open Sans" pitchFamily="34" charset="-120"/>
              </a:rPr>
              <a:t>[Insertar diagrama técnico detallado — Cloud, DataPipelines, Monitoring, ML Models]</a:t>
            </a:r>
            <a:endParaRPr lang="en-US" sz="1000"/>
          </a:p>
        </p:txBody>
      </p:sp>
      <p:sp>
        <p:nvSpPr>
          <p:cNvPr id="9" name="Shape 7"/>
          <p:cNvSpPr/>
          <p:nvPr/>
        </p:nvSpPr>
        <p:spPr>
          <a:xfrm>
            <a:off x="6492240" y="1691640"/>
            <a:ext cx="2194560" cy="3017520"/>
          </a:xfrm>
          <a:prstGeom prst="roundRect">
            <a:avLst>
              <a:gd name="adj" fmla="val 0"/>
            </a:avLst>
          </a:prstGeom>
          <a:solidFill>
            <a:srgbClr val="FFFFFF"/>
          </a:solidFill>
          <a:ln w="9525">
            <a:solidFill>
              <a:srgbClr val="F2F3F7"/>
            </a:solidFill>
            <a:prstDash val="solid"/>
          </a:ln>
          <a:effectLst>
            <a:outerShdw blurRad="127000" dist="25400" dir="5400000" algn="bl" rotWithShape="0">
              <a:srgbClr val="000000">
                <a:alpha val="8000"/>
              </a:srgbClr>
            </a:outerShdw>
          </a:effectLst>
        </p:spPr>
        <p:txBody>
          <a:bodyPr/>
          <a:lstStyle/>
          <a:p>
            <a:endParaRPr lang="en-ES"/>
          </a:p>
        </p:txBody>
      </p:sp>
      <p:sp>
        <p:nvSpPr>
          <p:cNvPr id="10" name="Shape 8"/>
          <p:cNvSpPr/>
          <p:nvPr/>
        </p:nvSpPr>
        <p:spPr>
          <a:xfrm>
            <a:off x="6492240" y="1691640"/>
            <a:ext cx="73152" cy="3017520"/>
          </a:xfrm>
          <a:prstGeom prst="rect">
            <a:avLst/>
          </a:prstGeom>
          <a:solidFill>
            <a:srgbClr val="3D5AFE"/>
          </a:solidFill>
          <a:ln w="12700">
            <a:solidFill>
              <a:srgbClr val="3D5AFE"/>
            </a:solidFill>
            <a:prstDash val="solid"/>
          </a:ln>
        </p:spPr>
        <p:txBody>
          <a:bodyPr/>
          <a:lstStyle/>
          <a:p>
            <a:endParaRPr lang="en-ES"/>
          </a:p>
        </p:txBody>
      </p:sp>
      <p:sp>
        <p:nvSpPr>
          <p:cNvPr id="11" name="Text 9"/>
          <p:cNvSpPr/>
          <p:nvPr/>
        </p:nvSpPr>
        <p:spPr>
          <a:xfrm>
            <a:off x="6720840" y="1828800"/>
            <a:ext cx="1828800" cy="274320"/>
          </a:xfrm>
          <a:prstGeom prst="rect">
            <a:avLst/>
          </a:prstGeom>
          <a:noFill/>
          <a:ln/>
        </p:spPr>
        <p:txBody>
          <a:bodyPr wrap="square" lIns="0" tIns="0" rIns="0" bIns="0" rtlCol="0" anchor="ctr"/>
          <a:lstStyle/>
          <a:p>
            <a:pPr marL="0" indent="0">
              <a:buNone/>
            </a:pPr>
            <a:r>
              <a:rPr lang="en-US" sz="1100" b="1" kern="0" spc="300">
                <a:solidFill>
                  <a:srgbClr val="3D5AFE"/>
                </a:solidFill>
                <a:latin typeface="Open Sans" pitchFamily="34" charset="0"/>
                <a:ea typeface="Open Sans" pitchFamily="34" charset="-122"/>
                <a:cs typeface="Open Sans" pitchFamily="34" charset="-120"/>
              </a:rPr>
              <a:t>TECNOLOGÍAS</a:t>
            </a:r>
            <a:endParaRPr lang="en-US" sz="1100"/>
          </a:p>
        </p:txBody>
      </p:sp>
      <p:sp>
        <p:nvSpPr>
          <p:cNvPr id="12" name="Text 10"/>
          <p:cNvSpPr/>
          <p:nvPr/>
        </p:nvSpPr>
        <p:spPr>
          <a:xfrm>
            <a:off x="6766560" y="2240280"/>
            <a:ext cx="1828800" cy="23774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1A1A2E"/>
                </a:solidFill>
                <a:latin typeface="Open Sans" pitchFamily="34" charset="0"/>
                <a:ea typeface="Open Sans" pitchFamily="34" charset="-122"/>
                <a:cs typeface="Open Sans" pitchFamily="34" charset="-120"/>
              </a:rPr>
              <a:t>[</a:t>
            </a:r>
            <a:r>
              <a:rPr lang="en-US" sz="1100" dirty="0" err="1">
                <a:solidFill>
                  <a:srgbClr val="1A1A2E"/>
                </a:solidFill>
                <a:latin typeface="Open Sans" pitchFamily="34" charset="0"/>
                <a:ea typeface="Open Sans" pitchFamily="34" charset="-122"/>
                <a:cs typeface="Open Sans" pitchFamily="34" charset="-120"/>
              </a:rPr>
              <a:t>Tecnología</a:t>
            </a:r>
            <a:r>
              <a:rPr lang="en-US" sz="1100" dirty="0">
                <a:solidFill>
                  <a:srgbClr val="1A1A2E"/>
                </a:solidFill>
                <a:latin typeface="Open Sans" pitchFamily="34" charset="0"/>
                <a:ea typeface="Open Sans" pitchFamily="34" charset="-122"/>
                <a:cs typeface="Open Sans" pitchFamily="34" charset="-120"/>
              </a:rPr>
              <a:t> 1]</a:t>
            </a:r>
            <a:endParaRPr lang="en-US" sz="1100" dirty="0"/>
          </a:p>
          <a:p>
            <a:pPr marL="342900" indent="-342900">
              <a:spcAft>
                <a:spcPts val="500"/>
              </a:spcAft>
              <a:buSzPct val="100000"/>
              <a:buChar char="■"/>
            </a:pPr>
            <a:r>
              <a:rPr lang="en-US" sz="1100" dirty="0">
                <a:solidFill>
                  <a:srgbClr val="1A1A2E"/>
                </a:solidFill>
                <a:latin typeface="Open Sans" pitchFamily="34" charset="0"/>
                <a:ea typeface="Open Sans" pitchFamily="34" charset="-122"/>
                <a:cs typeface="Open Sans" pitchFamily="34" charset="-120"/>
              </a:rPr>
              <a:t>[</a:t>
            </a:r>
            <a:r>
              <a:rPr lang="en-US" sz="1100" dirty="0" err="1">
                <a:solidFill>
                  <a:srgbClr val="1A1A2E"/>
                </a:solidFill>
                <a:latin typeface="Open Sans" pitchFamily="34" charset="0"/>
                <a:ea typeface="Open Sans" pitchFamily="34" charset="-122"/>
                <a:cs typeface="Open Sans" pitchFamily="34" charset="-120"/>
              </a:rPr>
              <a:t>Tecnología</a:t>
            </a:r>
            <a:r>
              <a:rPr lang="en-US" sz="1100" dirty="0">
                <a:solidFill>
                  <a:srgbClr val="1A1A2E"/>
                </a:solidFill>
                <a:latin typeface="Open Sans" pitchFamily="34" charset="0"/>
                <a:ea typeface="Open Sans" pitchFamily="34" charset="-122"/>
                <a:cs typeface="Open Sans" pitchFamily="34" charset="-120"/>
              </a:rPr>
              <a:t> 2]</a:t>
            </a:r>
            <a:endParaRPr lang="en-US" sz="1100" dirty="0"/>
          </a:p>
          <a:p>
            <a:pPr marL="342900" indent="-342900">
              <a:spcAft>
                <a:spcPts val="500"/>
              </a:spcAft>
              <a:buSzPct val="100000"/>
              <a:buChar char="■"/>
            </a:pPr>
            <a:r>
              <a:rPr lang="en-US" sz="1100" dirty="0">
                <a:solidFill>
                  <a:srgbClr val="1A1A2E"/>
                </a:solidFill>
                <a:latin typeface="Open Sans" pitchFamily="34" charset="0"/>
                <a:ea typeface="Open Sans" pitchFamily="34" charset="-122"/>
                <a:cs typeface="Open Sans" pitchFamily="34" charset="-120"/>
              </a:rPr>
              <a:t>[</a:t>
            </a:r>
            <a:r>
              <a:rPr lang="en-US" sz="1100" dirty="0" err="1">
                <a:solidFill>
                  <a:srgbClr val="1A1A2E"/>
                </a:solidFill>
                <a:latin typeface="Open Sans" pitchFamily="34" charset="0"/>
                <a:ea typeface="Open Sans" pitchFamily="34" charset="-122"/>
                <a:cs typeface="Open Sans" pitchFamily="34" charset="-120"/>
              </a:rPr>
              <a:t>Tecnología</a:t>
            </a:r>
            <a:r>
              <a:rPr lang="en-US" sz="1100" dirty="0">
                <a:solidFill>
                  <a:srgbClr val="1A1A2E"/>
                </a:solidFill>
                <a:latin typeface="Open Sans" pitchFamily="34" charset="0"/>
                <a:ea typeface="Open Sans" pitchFamily="34" charset="-122"/>
                <a:cs typeface="Open Sans" pitchFamily="34" charset="-120"/>
              </a:rPr>
              <a:t> 3]</a:t>
            </a:r>
            <a:endParaRPr lang="en-US" sz="1100" dirty="0"/>
          </a:p>
          <a:p>
            <a:pPr marL="342900" indent="-342900">
              <a:spcAft>
                <a:spcPts val="500"/>
              </a:spcAft>
              <a:buSzPct val="100000"/>
              <a:buChar char="■"/>
            </a:pPr>
            <a:r>
              <a:rPr lang="en-US" sz="1100" dirty="0">
                <a:solidFill>
                  <a:srgbClr val="1A1A2E"/>
                </a:solidFill>
                <a:latin typeface="Open Sans" pitchFamily="34" charset="0"/>
                <a:ea typeface="Open Sans" pitchFamily="34" charset="-122"/>
                <a:cs typeface="Open Sans" pitchFamily="34" charset="-120"/>
              </a:rPr>
              <a:t>[</a:t>
            </a:r>
            <a:r>
              <a:rPr lang="en-US" sz="1100" dirty="0" err="1">
                <a:solidFill>
                  <a:srgbClr val="1A1A2E"/>
                </a:solidFill>
                <a:latin typeface="Open Sans" pitchFamily="34" charset="0"/>
                <a:ea typeface="Open Sans" pitchFamily="34" charset="-122"/>
                <a:cs typeface="Open Sans" pitchFamily="34" charset="-120"/>
              </a:rPr>
              <a:t>Tecnología</a:t>
            </a:r>
            <a:r>
              <a:rPr lang="en-US" sz="1100" dirty="0">
                <a:solidFill>
                  <a:srgbClr val="1A1A2E"/>
                </a:solidFill>
                <a:latin typeface="Open Sans" pitchFamily="34" charset="0"/>
                <a:ea typeface="Open Sans" pitchFamily="34" charset="-122"/>
                <a:cs typeface="Open Sans" pitchFamily="34" charset="-120"/>
              </a:rPr>
              <a:t> 4]</a:t>
            </a:r>
            <a:endParaRPr lang="en-US" sz="1100" dirty="0"/>
          </a:p>
          <a:p>
            <a:pPr marL="342900" indent="-342900">
              <a:spcAft>
                <a:spcPts val="500"/>
              </a:spcAft>
              <a:buSzPct val="100000"/>
              <a:buChar char="■"/>
            </a:pPr>
            <a:r>
              <a:rPr lang="en-US" sz="1100" dirty="0">
                <a:solidFill>
                  <a:srgbClr val="1A1A2E"/>
                </a:solidFill>
                <a:latin typeface="Open Sans" pitchFamily="34" charset="0"/>
                <a:ea typeface="Open Sans" pitchFamily="34" charset="-122"/>
                <a:cs typeface="Open Sans" pitchFamily="34" charset="-120"/>
              </a:rPr>
              <a:t>[</a:t>
            </a:r>
            <a:r>
              <a:rPr lang="en-US" sz="1100" dirty="0" err="1">
                <a:solidFill>
                  <a:srgbClr val="1A1A2E"/>
                </a:solidFill>
                <a:latin typeface="Open Sans" pitchFamily="34" charset="0"/>
                <a:ea typeface="Open Sans" pitchFamily="34" charset="-122"/>
                <a:cs typeface="Open Sans" pitchFamily="34" charset="-120"/>
              </a:rPr>
              <a:t>Tecnología</a:t>
            </a:r>
            <a:r>
              <a:rPr lang="en-US" sz="1100" dirty="0">
                <a:solidFill>
                  <a:srgbClr val="1A1A2E"/>
                </a:solidFill>
                <a:latin typeface="Open Sans" pitchFamily="34" charset="0"/>
                <a:ea typeface="Open Sans" pitchFamily="34" charset="-122"/>
                <a:cs typeface="Open Sans" pitchFamily="34" charset="-120"/>
              </a:rPr>
              <a:t> 5]</a:t>
            </a:r>
            <a:endParaRPr lang="en-US" sz="1100" dirty="0"/>
          </a:p>
          <a:p>
            <a:pPr marL="342900" indent="-342900">
              <a:spcAft>
                <a:spcPts val="500"/>
              </a:spcAft>
              <a:buSzPct val="100000"/>
              <a:buChar char="■"/>
            </a:pPr>
            <a:r>
              <a:rPr lang="en-US" sz="1100" dirty="0">
                <a:solidFill>
                  <a:srgbClr val="1A1A2E"/>
                </a:solidFill>
                <a:latin typeface="Open Sans" pitchFamily="34" charset="0"/>
                <a:ea typeface="Open Sans" pitchFamily="34" charset="-122"/>
                <a:cs typeface="Open Sans" pitchFamily="34" charset="-120"/>
              </a:rPr>
              <a:t>[</a:t>
            </a:r>
            <a:r>
              <a:rPr lang="en-US" sz="1100" dirty="0" err="1">
                <a:solidFill>
                  <a:srgbClr val="1A1A2E"/>
                </a:solidFill>
                <a:latin typeface="Open Sans" pitchFamily="34" charset="0"/>
                <a:ea typeface="Open Sans" pitchFamily="34" charset="-122"/>
                <a:cs typeface="Open Sans" pitchFamily="34" charset="-120"/>
              </a:rPr>
              <a:t>Tecnología</a:t>
            </a:r>
            <a:r>
              <a:rPr lang="en-US" sz="1100" dirty="0">
                <a:solidFill>
                  <a:srgbClr val="1A1A2E"/>
                </a:solidFill>
                <a:latin typeface="Open Sans" pitchFamily="34" charset="0"/>
                <a:ea typeface="Open Sans" pitchFamily="34" charset="-122"/>
                <a:cs typeface="Open Sans" pitchFamily="34" charset="-120"/>
              </a:rPr>
              <a:t> 6]</a:t>
            </a:r>
            <a:endParaRPr lang="en-US" sz="1100" dirty="0"/>
          </a:p>
        </p:txBody>
      </p:sp>
      <p:grpSp>
        <p:nvGrpSpPr>
          <p:cNvPr id="17" name="Group 16">
            <a:extLst>
              <a:ext uri="{FF2B5EF4-FFF2-40B4-BE49-F238E27FC236}">
                <a16:creationId xmlns:a16="http://schemas.microsoft.com/office/drawing/2014/main" id="{E12688B2-7D79-601B-8411-10A8310CAEEB}"/>
              </a:ext>
            </a:extLst>
          </p:cNvPr>
          <p:cNvGrpSpPr/>
          <p:nvPr/>
        </p:nvGrpSpPr>
        <p:grpSpPr>
          <a:xfrm>
            <a:off x="8039657" y="4755838"/>
            <a:ext cx="795753" cy="246857"/>
            <a:chOff x="7435419" y="4613467"/>
            <a:chExt cx="1708581" cy="530033"/>
          </a:xfrm>
        </p:grpSpPr>
        <p:pic>
          <p:nvPicPr>
            <p:cNvPr id="18" name="Picture 17" descr="A black background with white text  AI-generated content may be incorrect.">
              <a:extLst>
                <a:ext uri="{FF2B5EF4-FFF2-40B4-BE49-F238E27FC236}">
                  <a16:creationId xmlns:a16="http://schemas.microsoft.com/office/drawing/2014/main" id="{3F9EF2FD-8689-D5E7-51FB-C90BE546B90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19" name="Rectangle 18">
              <a:extLst>
                <a:ext uri="{FF2B5EF4-FFF2-40B4-BE49-F238E27FC236}">
                  <a16:creationId xmlns:a16="http://schemas.microsoft.com/office/drawing/2014/main" id="{F7386426-9BCA-57FF-C1BF-EC6A74448AC7}"/>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20" name="Marcador de número de diapositiva 1">
              <a:extLst>
                <a:ext uri="{FF2B5EF4-FFF2-40B4-BE49-F238E27FC236}">
                  <a16:creationId xmlns:a16="http://schemas.microsoft.com/office/drawing/2014/main" id="{19628A7F-0DE7-107E-B290-4790469C7044}"/>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21</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3E98F-B455-114F-B8AC-849D1A09353D}"/>
            </a:ext>
          </a:extLst>
        </p:cNvPr>
        <p:cNvGrpSpPr/>
        <p:nvPr/>
      </p:nvGrpSpPr>
      <p:grpSpPr>
        <a:xfrm>
          <a:off x="0" y="0"/>
          <a:ext cx="0" cy="0"/>
          <a:chOff x="0" y="0"/>
          <a:chExt cx="0" cy="0"/>
        </a:xfrm>
      </p:grpSpPr>
      <p:sp>
        <p:nvSpPr>
          <p:cNvPr id="6" name="Text 3">
            <a:extLst>
              <a:ext uri="{FF2B5EF4-FFF2-40B4-BE49-F238E27FC236}">
                <a16:creationId xmlns:a16="http://schemas.microsoft.com/office/drawing/2014/main" id="{33F7C9BE-C7B9-CF53-065F-B774709220B5}"/>
              </a:ext>
            </a:extLst>
          </p:cNvPr>
          <p:cNvSpPr/>
          <p:nvPr/>
        </p:nvSpPr>
        <p:spPr>
          <a:xfrm>
            <a:off x="457200" y="868680"/>
            <a:ext cx="8229600" cy="640080"/>
          </a:xfrm>
          <a:prstGeom prst="rect">
            <a:avLst/>
          </a:prstGeom>
          <a:noFill/>
          <a:ln/>
        </p:spPr>
        <p:txBody>
          <a:bodyPr wrap="square" lIns="0" tIns="0" rIns="0" bIns="0" rtlCol="0" anchor="t"/>
          <a:lstStyle/>
          <a:p>
            <a:r>
              <a:rPr lang="en-US" sz="2800" b="1" err="1">
                <a:solidFill>
                  <a:srgbClr val="1A1A2E"/>
                </a:solidFill>
                <a:latin typeface="Outfit"/>
                <a:ea typeface="Open Sans"/>
                <a:cs typeface="Open Sans"/>
              </a:rPr>
              <a:t>Solución</a:t>
            </a:r>
            <a:r>
              <a:rPr lang="en-US" sz="2800" b="1">
                <a:solidFill>
                  <a:srgbClr val="1A1A2E"/>
                </a:solidFill>
                <a:latin typeface="Outfit"/>
                <a:ea typeface="Open Sans"/>
                <a:cs typeface="Open Sans"/>
              </a:rPr>
              <a:t> </a:t>
            </a:r>
            <a:r>
              <a:rPr lang="en-US" sz="2800" b="1" err="1">
                <a:solidFill>
                  <a:srgbClr val="1A1A2E"/>
                </a:solidFill>
                <a:latin typeface="Outfit"/>
                <a:ea typeface="Open Sans"/>
                <a:cs typeface="Open Sans"/>
              </a:rPr>
              <a:t>tecnológica</a:t>
            </a:r>
            <a:r>
              <a:rPr lang="en-US" sz="2800" b="1">
                <a:solidFill>
                  <a:srgbClr val="1A1A2E"/>
                </a:solidFill>
                <a:latin typeface="Outfit"/>
                <a:ea typeface="Open Sans"/>
                <a:cs typeface="Open Sans"/>
              </a:rPr>
              <a:t> (se genera)</a:t>
            </a:r>
          </a:p>
        </p:txBody>
      </p:sp>
    </p:spTree>
    <p:extLst>
      <p:ext uri="{BB962C8B-B14F-4D97-AF65-F5344CB8AC3E}">
        <p14:creationId xmlns:p14="http://schemas.microsoft.com/office/powerpoint/2010/main" val="5920353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9100" name="Background"/>
          <p:cNvSpPr/>
          <p:nvPr/>
        </p:nvSpPr>
        <p:spPr>
          <a:xfrm>
            <a:off x="0" y="0"/>
            <a:ext cx="9144000" cy="5143500"/>
          </a:xfrm>
          <a:prstGeom prst="rect">
            <a:avLst/>
          </a:prstGeom>
          <a:solidFill>
            <a:srgbClr val="0D0E0F"/>
          </a:solidFill>
          <a:ln>
            <a:noFill/>
          </a:ln>
        </p:spPr>
        <p:txBody>
          <a:bodyPr/>
          <a:lstStyle/>
          <a:p>
            <a:endParaRPr/>
          </a:p>
        </p:txBody>
      </p:sp>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Text 1"/>
          <p:cNvSpPr/>
          <p:nvPr/>
        </p:nvSpPr>
        <p:spPr>
          <a:xfrm>
            <a:off x="457200" y="1737360"/>
            <a:ext cx="1828800" cy="731520"/>
          </a:xfrm>
          <a:prstGeom prst="rect">
            <a:avLst/>
          </a:prstGeom>
          <a:noFill/>
          <a:ln/>
        </p:spPr>
        <p:txBody>
          <a:bodyPr wrap="square" lIns="0" tIns="0" rIns="0" bIns="0" rtlCol="0" anchor="ctr"/>
          <a:lstStyle/>
          <a:p>
            <a:pPr marL="0" indent="0">
              <a:buNone/>
            </a:pPr>
            <a:r>
              <a:rPr lang="en-US" sz="7200" b="1">
                <a:solidFill>
                  <a:srgbClr val="3D5AFE"/>
                </a:solidFill>
                <a:latin typeface="Outfit" pitchFamily="34" charset="0"/>
                <a:ea typeface="Open Sans" pitchFamily="34" charset="-122"/>
                <a:cs typeface="Open Sans" pitchFamily="34" charset="-120"/>
              </a:rPr>
              <a:t>04</a:t>
            </a:r>
            <a:endParaRPr lang="en-US" sz="7200"/>
          </a:p>
        </p:txBody>
      </p:sp>
      <p:sp>
        <p:nvSpPr>
          <p:cNvPr id="4" name="Text 2"/>
          <p:cNvSpPr/>
          <p:nvPr/>
        </p:nvSpPr>
        <p:spPr>
          <a:xfrm>
            <a:off x="457200" y="2606040"/>
            <a:ext cx="8229600" cy="822960"/>
          </a:xfrm>
          <a:prstGeom prst="rect">
            <a:avLst/>
          </a:prstGeom>
          <a:noFill/>
          <a:ln/>
        </p:spPr>
        <p:txBody>
          <a:bodyPr wrap="square" lIns="0" tIns="0" rIns="0" bIns="0" rtlCol="0" anchor="ctr"/>
          <a:lstStyle/>
          <a:p>
            <a:r>
              <a:rPr lang="en-US" sz="4400" b="1">
                <a:solidFill>
                  <a:srgbClr val="FFFFFF"/>
                </a:solidFill>
                <a:latin typeface="Outfit"/>
                <a:ea typeface="Open Sans"/>
                <a:cs typeface="Open Sans"/>
              </a:rPr>
              <a:t>Plan y </a:t>
            </a:r>
            <a:r>
              <a:rPr lang="en-US" sz="4400" b="1" err="1">
                <a:solidFill>
                  <a:srgbClr val="FFFFFF"/>
                </a:solidFill>
                <a:latin typeface="Outfit"/>
                <a:ea typeface="Open Sans"/>
                <a:cs typeface="Open Sans"/>
              </a:rPr>
              <a:t>equipo</a:t>
            </a:r>
            <a:endParaRPr lang="en-US" sz="4400" err="1"/>
          </a:p>
        </p:txBody>
      </p:sp>
      <p:sp>
        <p:nvSpPr>
          <p:cNvPr id="5" name="Text 3"/>
          <p:cNvSpPr/>
          <p:nvPr/>
        </p:nvSpPr>
        <p:spPr>
          <a:xfrm>
            <a:off x="457200" y="3474720"/>
            <a:ext cx="8229600" cy="365760"/>
          </a:xfrm>
          <a:prstGeom prst="rect">
            <a:avLst/>
          </a:prstGeom>
          <a:noFill/>
          <a:ln/>
        </p:spPr>
        <p:txBody>
          <a:bodyPr wrap="square" lIns="0" tIns="0" rIns="0" bIns="0" rtlCol="0" anchor="ctr"/>
          <a:lstStyle/>
          <a:p>
            <a:r>
              <a:rPr lang="en-US" sz="1600">
                <a:solidFill>
                  <a:srgbClr val="3D5AFE"/>
                </a:solidFill>
                <a:latin typeface="Open Sans"/>
                <a:ea typeface="Open Sans"/>
                <a:cs typeface="Open Sans"/>
              </a:rPr>
              <a:t>Plan de </a:t>
            </a:r>
            <a:r>
              <a:rPr lang="en-US" sz="1600" err="1">
                <a:solidFill>
                  <a:srgbClr val="3D5AFE"/>
                </a:solidFill>
                <a:latin typeface="Open Sans"/>
                <a:ea typeface="Open Sans"/>
                <a:cs typeface="Open Sans"/>
              </a:rPr>
              <a:t>capacidad</a:t>
            </a:r>
            <a:r>
              <a:rPr lang="en-US" sz="1600">
                <a:solidFill>
                  <a:srgbClr val="3D5AFE"/>
                </a:solidFill>
                <a:latin typeface="Open Sans"/>
                <a:ea typeface="Open Sans"/>
                <a:cs typeface="Open Sans"/>
              </a:rPr>
              <a:t>, </a:t>
            </a:r>
            <a:r>
              <a:rPr lang="en-US" sz="1600" err="1">
                <a:solidFill>
                  <a:srgbClr val="3D5AFE"/>
                </a:solidFill>
                <a:latin typeface="Open Sans"/>
                <a:ea typeface="Open Sans"/>
                <a:cs typeface="Open Sans"/>
              </a:rPr>
              <a:t>composición</a:t>
            </a:r>
            <a:r>
              <a:rPr lang="en-US" sz="1600">
                <a:solidFill>
                  <a:srgbClr val="3D5AFE"/>
                </a:solidFill>
                <a:latin typeface="Open Sans"/>
                <a:ea typeface="Open Sans"/>
                <a:cs typeface="Open Sans"/>
              </a:rPr>
              <a:t> y roles clave</a:t>
            </a:r>
          </a:p>
        </p:txBody>
      </p:sp>
      <p:grpSp>
        <p:nvGrpSpPr>
          <p:cNvPr id="10" name="Group 9">
            <a:extLst>
              <a:ext uri="{FF2B5EF4-FFF2-40B4-BE49-F238E27FC236}">
                <a16:creationId xmlns:a16="http://schemas.microsoft.com/office/drawing/2014/main" id="{FFFB240B-AD7E-3268-B7CE-84ED59315E99}"/>
              </a:ext>
            </a:extLst>
          </p:cNvPr>
          <p:cNvGrpSpPr/>
          <p:nvPr/>
        </p:nvGrpSpPr>
        <p:grpSpPr>
          <a:xfrm>
            <a:off x="8039657" y="4755838"/>
            <a:ext cx="795753" cy="246857"/>
            <a:chOff x="7435419" y="4613467"/>
            <a:chExt cx="1708581" cy="530033"/>
          </a:xfrm>
        </p:grpSpPr>
        <p:pic>
          <p:nvPicPr>
            <p:cNvPr id="11" name="Picture 10" descr="A black background with white text  AI-generated content may be incorrect.">
              <a:extLst>
                <a:ext uri="{FF2B5EF4-FFF2-40B4-BE49-F238E27FC236}">
                  <a16:creationId xmlns:a16="http://schemas.microsoft.com/office/drawing/2014/main" id="{E30C90A3-33F7-1328-E0D0-D78EEF53EBD4}"/>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12" name="Rectangle 11">
              <a:extLst>
                <a:ext uri="{FF2B5EF4-FFF2-40B4-BE49-F238E27FC236}">
                  <a16:creationId xmlns:a16="http://schemas.microsoft.com/office/drawing/2014/main" id="{99090BE5-047E-8C06-32E7-909BD7EC801E}"/>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13" name="Marcador de número de diapositiva 1">
              <a:extLst>
                <a:ext uri="{FF2B5EF4-FFF2-40B4-BE49-F238E27FC236}">
                  <a16:creationId xmlns:a16="http://schemas.microsoft.com/office/drawing/2014/main" id="{F3071AC9-61FC-3673-B0B2-1201F9D36C51}"/>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23</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235A7-43C7-8C82-4707-BF251B33B26D}"/>
            </a:ext>
          </a:extLst>
        </p:cNvPr>
        <p:cNvGrpSpPr/>
        <p:nvPr/>
      </p:nvGrpSpPr>
      <p:grpSpPr>
        <a:xfrm>
          <a:off x="0" y="0"/>
          <a:ext cx="0" cy="0"/>
          <a:chOff x="0" y="0"/>
          <a:chExt cx="0" cy="0"/>
        </a:xfrm>
      </p:grpSpPr>
      <p:sp>
        <p:nvSpPr>
          <p:cNvPr id="6" name="Text 3">
            <a:extLst>
              <a:ext uri="{FF2B5EF4-FFF2-40B4-BE49-F238E27FC236}">
                <a16:creationId xmlns:a16="http://schemas.microsoft.com/office/drawing/2014/main" id="{1C311523-D485-02B2-F761-F8F37B014FF4}"/>
              </a:ext>
            </a:extLst>
          </p:cNvPr>
          <p:cNvSpPr/>
          <p:nvPr/>
        </p:nvSpPr>
        <p:spPr>
          <a:xfrm>
            <a:off x="457200" y="868680"/>
            <a:ext cx="8229600" cy="640080"/>
          </a:xfrm>
          <a:prstGeom prst="rect">
            <a:avLst/>
          </a:prstGeom>
          <a:noFill/>
          <a:ln/>
        </p:spPr>
        <p:txBody>
          <a:bodyPr wrap="square" lIns="0" tIns="0" rIns="0" bIns="0" rtlCol="0" anchor="t"/>
          <a:lstStyle/>
          <a:p>
            <a:r>
              <a:rPr lang="en-US" sz="2800" b="1" err="1">
                <a:solidFill>
                  <a:srgbClr val="1A1A2E"/>
                </a:solidFill>
                <a:latin typeface="Outfit"/>
                <a:ea typeface="Open Sans"/>
                <a:cs typeface="Open Sans"/>
              </a:rPr>
              <a:t>Fases</a:t>
            </a:r>
            <a:r>
              <a:rPr lang="en-US" sz="2800" b="1">
                <a:solidFill>
                  <a:srgbClr val="1A1A2E"/>
                </a:solidFill>
                <a:latin typeface="Outfit"/>
                <a:ea typeface="Open Sans"/>
                <a:cs typeface="Open Sans"/>
              </a:rPr>
              <a:t> (se genera)</a:t>
            </a:r>
          </a:p>
        </p:txBody>
      </p:sp>
    </p:spTree>
    <p:extLst>
      <p:ext uri="{BB962C8B-B14F-4D97-AF65-F5344CB8AC3E}">
        <p14:creationId xmlns:p14="http://schemas.microsoft.com/office/powerpoint/2010/main" val="243631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Shape 1"/>
          <p:cNvSpPr/>
          <p:nvPr/>
        </p:nvSpPr>
        <p:spPr>
          <a:xfrm>
            <a:off x="457200" y="411480"/>
            <a:ext cx="320040" cy="36576"/>
          </a:xfrm>
          <a:prstGeom prst="rect">
            <a:avLst/>
          </a:prstGeom>
          <a:solidFill>
            <a:srgbClr val="3D5AFE"/>
          </a:solidFill>
          <a:ln w="12700">
            <a:solidFill>
              <a:srgbClr val="3D5AFE"/>
            </a:solidFill>
            <a:prstDash val="solid"/>
          </a:ln>
        </p:spPr>
        <p:txBody>
          <a:bodyPr/>
          <a:lstStyle/>
          <a:p>
            <a:endParaRPr lang="en-ES"/>
          </a:p>
        </p:txBody>
      </p:sp>
      <p:sp>
        <p:nvSpPr>
          <p:cNvPr id="4" name="Text 2"/>
          <p:cNvSpPr/>
          <p:nvPr/>
        </p:nvSpPr>
        <p:spPr>
          <a:xfrm>
            <a:off x="457200" y="502920"/>
            <a:ext cx="5486400" cy="256032"/>
          </a:xfrm>
          <a:prstGeom prst="rect">
            <a:avLst/>
          </a:prstGeom>
          <a:noFill/>
          <a:ln/>
        </p:spPr>
        <p:txBody>
          <a:bodyPr wrap="square" lIns="0" tIns="0" rIns="0" bIns="0" rtlCol="0" anchor="t"/>
          <a:lstStyle/>
          <a:p>
            <a:r>
              <a:rPr lang="en-US" sz="1000" b="1" kern="0" spc="400">
                <a:solidFill>
                  <a:srgbClr val="3D5AFE"/>
                </a:solidFill>
                <a:latin typeface="Open Sans"/>
                <a:ea typeface="Open Sans"/>
                <a:cs typeface="Open Sans"/>
              </a:rPr>
              <a:t>PLAN Y EQUIPO</a:t>
            </a:r>
          </a:p>
        </p:txBody>
      </p:sp>
      <p:sp>
        <p:nvSpPr>
          <p:cNvPr id="5" name="Text 3"/>
          <p:cNvSpPr/>
          <p:nvPr/>
        </p:nvSpPr>
        <p:spPr>
          <a:xfrm>
            <a:off x="457200" y="868680"/>
            <a:ext cx="8229600" cy="640080"/>
          </a:xfrm>
          <a:prstGeom prst="rect">
            <a:avLst/>
          </a:prstGeom>
          <a:noFill/>
          <a:ln/>
        </p:spPr>
        <p:txBody>
          <a:bodyPr wrap="square" lIns="0" tIns="0" rIns="0" bIns="0" rtlCol="0" anchor="t"/>
          <a:lstStyle/>
          <a:p>
            <a:r>
              <a:rPr lang="en-US" sz="2800" b="1">
                <a:solidFill>
                  <a:srgbClr val="1A1A2E"/>
                </a:solidFill>
                <a:latin typeface="Outfit"/>
                <a:ea typeface="Open Sans"/>
                <a:cs typeface="Open Sans"/>
              </a:rPr>
              <a:t>Plan de </a:t>
            </a:r>
            <a:r>
              <a:rPr lang="en-US" sz="2800" b="1" err="1">
                <a:solidFill>
                  <a:srgbClr val="1A1A2E"/>
                </a:solidFill>
                <a:latin typeface="Outfit"/>
                <a:ea typeface="Open Sans"/>
                <a:cs typeface="Open Sans"/>
              </a:rPr>
              <a:t>capacidad</a:t>
            </a:r>
          </a:p>
        </p:txBody>
      </p:sp>
      <p:sp>
        <p:nvSpPr>
          <p:cNvPr id="6" name="Text 4"/>
          <p:cNvSpPr/>
          <p:nvPr/>
        </p:nvSpPr>
        <p:spPr>
          <a:xfrm>
            <a:off x="457200" y="1554480"/>
            <a:ext cx="8229600" cy="411480"/>
          </a:xfrm>
          <a:prstGeom prst="rect">
            <a:avLst/>
          </a:prstGeom>
          <a:noFill/>
          <a:ln/>
        </p:spPr>
        <p:txBody>
          <a:bodyPr wrap="square" lIns="0" tIns="0" rIns="0" bIns="0" rtlCol="0" anchor="ctr"/>
          <a:lstStyle/>
          <a:p>
            <a:pPr marL="0" indent="0">
              <a:buNone/>
            </a:pPr>
            <a:r>
              <a:rPr lang="en-US" sz="1050" i="1">
                <a:solidFill>
                  <a:srgbClr val="6B7280"/>
                </a:solidFill>
                <a:latin typeface="Open Sans" pitchFamily="34" charset="0"/>
                <a:ea typeface="Open Sans" pitchFamily="34" charset="-122"/>
                <a:cs typeface="Open Sans" pitchFamily="34" charset="-120"/>
              </a:rPr>
              <a:t>Las estimaciones se basan en objetivos actuales; revisaremos el plan periódicamente para ajustar el enfoque dentro del presupuesto acordado.</a:t>
            </a:r>
            <a:endParaRPr lang="en-US" sz="105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2057400"/>
          <a:ext cx="8229600" cy="2481072"/>
        </p:xfrm>
        <a:graphic>
          <a:graphicData uri="http://schemas.openxmlformats.org/drawingml/2006/table">
            <a:tbl>
              <a:tblPr/>
              <a:tblGrid>
                <a:gridCol w="20116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347472">
                <a:tc>
                  <a:txBody>
                    <a:bodyPr/>
                    <a:lstStyle/>
                    <a:p>
                      <a:pPr marL="0" indent="0">
                        <a:buNone/>
                      </a:pP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1A1A2E"/>
                    </a:solidFill>
                  </a:tcPr>
                </a:tc>
                <a:tc>
                  <a:txBody>
                    <a:bodyPr/>
                    <a:lstStyle/>
                    <a:p>
                      <a:pPr marL="0" indent="0" algn="ctr">
                        <a:buNone/>
                      </a:pPr>
                      <a:r>
                        <a:rPr lang="en-US" sz="1000" b="1">
                          <a:solidFill>
                            <a:srgbClr val="FFFFFF"/>
                          </a:solidFill>
                          <a:latin typeface="Open Sans" pitchFamily="34" charset="0"/>
                          <a:ea typeface="Open Sans" pitchFamily="34" charset="-122"/>
                          <a:cs typeface="Open Sans" pitchFamily="34" charset="-120"/>
                        </a:rPr>
                        <a:t>Sprint 00</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3D5AFE"/>
                    </a:solidFill>
                  </a:tcPr>
                </a:tc>
                <a:tc>
                  <a:txBody>
                    <a:bodyPr/>
                    <a:lstStyle/>
                    <a:p>
                      <a:pPr marL="0" indent="0" algn="ctr">
                        <a:buNone/>
                      </a:pPr>
                      <a:r>
                        <a:rPr lang="en-US" sz="1000" b="1">
                          <a:solidFill>
                            <a:srgbClr val="FFFFFF"/>
                          </a:solidFill>
                          <a:latin typeface="Open Sans" pitchFamily="34" charset="0"/>
                          <a:ea typeface="Open Sans" pitchFamily="34" charset="-122"/>
                          <a:cs typeface="Open Sans" pitchFamily="34" charset="-120"/>
                        </a:rPr>
                        <a:t>Sprints 01 a 03</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3D5AFE"/>
                    </a:solidFill>
                  </a:tcPr>
                </a:tc>
                <a:tc>
                  <a:txBody>
                    <a:bodyPr/>
                    <a:lstStyle/>
                    <a:p>
                      <a:pPr marL="0" indent="0" algn="ctr">
                        <a:buNone/>
                      </a:pPr>
                      <a:r>
                        <a:rPr lang="en-US" sz="1000" b="1">
                          <a:solidFill>
                            <a:srgbClr val="FFFFFF"/>
                          </a:solidFill>
                          <a:latin typeface="Open Sans" pitchFamily="34" charset="0"/>
                          <a:ea typeface="Open Sans" pitchFamily="34" charset="-122"/>
                          <a:cs typeface="Open Sans" pitchFamily="34" charset="-120"/>
                        </a:rPr>
                        <a:t>Sprints 04 a NN</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3D5AFE"/>
                    </a:solidFill>
                  </a:tcPr>
                </a:tc>
                <a:tc>
                  <a:txBody>
                    <a:bodyPr/>
                    <a:lstStyle/>
                    <a:p>
                      <a:pPr marL="0" indent="0" algn="ctr">
                        <a:buNone/>
                      </a:pPr>
                      <a:r>
                        <a:rPr lang="en-US" sz="1000" b="1">
                          <a:solidFill>
                            <a:srgbClr val="FFFFFF"/>
                          </a:solidFill>
                          <a:latin typeface="Open Sans" pitchFamily="34" charset="0"/>
                          <a:ea typeface="Open Sans" pitchFamily="34" charset="-122"/>
                          <a:cs typeface="Open Sans" pitchFamily="34" charset="-120"/>
                        </a:rPr>
                        <a:t>Sprint N-1 a N</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3D5AFE"/>
                    </a:solidFill>
                  </a:tcPr>
                </a:tc>
                <a:extLst>
                  <a:ext uri="{0D108BD9-81ED-4DB2-BD59-A6C34878D82A}">
                    <a16:rowId xmlns:a16="http://schemas.microsoft.com/office/drawing/2014/main" val="10000"/>
                  </a:ext>
                </a:extLst>
              </a:tr>
              <a:tr h="347472">
                <a:tc>
                  <a:txBody>
                    <a:bodyPr/>
                    <a:lstStyle/>
                    <a:p>
                      <a:pPr marL="0" indent="0" algn="ctr">
                        <a:buNone/>
                      </a:pPr>
                      <a:r>
                        <a:rPr lang="en-US" sz="1000" b="1">
                          <a:solidFill>
                            <a:srgbClr val="1A1A2E"/>
                          </a:solidFill>
                          <a:latin typeface="Open Sans" pitchFamily="34" charset="0"/>
                          <a:ea typeface="Open Sans" pitchFamily="34" charset="-122"/>
                          <a:cs typeface="Open Sans" pitchFamily="34" charset="-120"/>
                        </a:rPr>
                        <a:t>Cloud Engineer</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E5E7EB"/>
                    </a:solidFill>
                  </a:tcPr>
                </a:tc>
                <a:tc>
                  <a:txBody>
                    <a:bodyPr/>
                    <a:lstStyle/>
                    <a:p>
                      <a:pPr marL="0" indent="0" algn="ctr">
                        <a:buNone/>
                      </a:pPr>
                      <a:r>
                        <a:rPr lang="en-US" sz="1000">
                          <a:solidFill>
                            <a:srgbClr val="1A1A2E"/>
                          </a:solidFill>
                          <a:latin typeface="Open Sans" pitchFamily="34" charset="0"/>
                          <a:ea typeface="Open Sans" pitchFamily="34" charset="-122"/>
                          <a:cs typeface="Open Sans" pitchFamily="34" charset="-120"/>
                        </a:rPr>
                        <a:t>1 miembro</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tc>
                  <a:txBody>
                    <a:bodyPr/>
                    <a:lstStyle/>
                    <a:p>
                      <a:pPr marL="0" indent="0" algn="ctr">
                        <a:buNone/>
                      </a:pPr>
                      <a:r>
                        <a:rPr lang="en-US" sz="1000">
                          <a:solidFill>
                            <a:srgbClr val="1A1A2E"/>
                          </a:solidFill>
                          <a:latin typeface="Open Sans" pitchFamily="34" charset="0"/>
                          <a:ea typeface="Open Sans" pitchFamily="34" charset="-122"/>
                          <a:cs typeface="Open Sans" pitchFamily="34" charset="-120"/>
                        </a:rPr>
                        <a:t>1 miembro</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tc>
                  <a:txBody>
                    <a:bodyPr/>
                    <a:lstStyle/>
                    <a:p>
                      <a:pPr marL="0" indent="0" algn="ctr">
                        <a:buNone/>
                      </a:pP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tc>
                  <a:txBody>
                    <a:bodyPr/>
                    <a:lstStyle/>
                    <a:p>
                      <a:pPr marL="0" indent="0" algn="ctr">
                        <a:buNone/>
                      </a:pP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extLst>
                  <a:ext uri="{0D108BD9-81ED-4DB2-BD59-A6C34878D82A}">
                    <a16:rowId xmlns:a16="http://schemas.microsoft.com/office/drawing/2014/main" val="10001"/>
                  </a:ext>
                </a:extLst>
              </a:tr>
              <a:tr h="347472">
                <a:tc>
                  <a:txBody>
                    <a:bodyPr/>
                    <a:lstStyle/>
                    <a:p>
                      <a:pPr marL="0" indent="0" algn="ctr">
                        <a:buNone/>
                      </a:pPr>
                      <a:r>
                        <a:rPr lang="en-US" sz="1000" b="1">
                          <a:solidFill>
                            <a:srgbClr val="1A1A2E"/>
                          </a:solidFill>
                          <a:latin typeface="Open Sans" pitchFamily="34" charset="0"/>
                          <a:ea typeface="Open Sans" pitchFamily="34" charset="-122"/>
                          <a:cs typeface="Open Sans" pitchFamily="34" charset="-120"/>
                        </a:rPr>
                        <a:t>Senior Software Engineer</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E5E7EB"/>
                    </a:solidFill>
                  </a:tcPr>
                </a:tc>
                <a:tc>
                  <a:txBody>
                    <a:bodyPr/>
                    <a:lstStyle/>
                    <a:p>
                      <a:pPr marL="0" indent="0" algn="ctr">
                        <a:buNone/>
                      </a:pPr>
                      <a:r>
                        <a:rPr lang="en-US" sz="1000">
                          <a:solidFill>
                            <a:srgbClr val="1A1A2E"/>
                          </a:solidFill>
                          <a:latin typeface="Open Sans" pitchFamily="34" charset="0"/>
                          <a:ea typeface="Open Sans" pitchFamily="34" charset="-122"/>
                          <a:cs typeface="Open Sans" pitchFamily="34" charset="-120"/>
                        </a:rPr>
                        <a:t>3 miembros</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tc>
                  <a:txBody>
                    <a:bodyPr/>
                    <a:lstStyle/>
                    <a:p>
                      <a:pPr marL="0" indent="0" algn="ctr">
                        <a:buNone/>
                      </a:pPr>
                      <a:r>
                        <a:rPr lang="en-US" sz="1000">
                          <a:solidFill>
                            <a:srgbClr val="1A1A2E"/>
                          </a:solidFill>
                          <a:latin typeface="Open Sans" pitchFamily="34" charset="0"/>
                          <a:ea typeface="Open Sans" pitchFamily="34" charset="-122"/>
                          <a:cs typeface="Open Sans" pitchFamily="34" charset="-120"/>
                        </a:rPr>
                        <a:t>3 miembros</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tc>
                  <a:txBody>
                    <a:bodyPr/>
                    <a:lstStyle/>
                    <a:p>
                      <a:pPr marL="0" indent="0" algn="ctr">
                        <a:buNone/>
                      </a:pPr>
                      <a:r>
                        <a:rPr lang="en-US" sz="1000">
                          <a:solidFill>
                            <a:srgbClr val="1A1A2E"/>
                          </a:solidFill>
                          <a:latin typeface="Open Sans" pitchFamily="34" charset="0"/>
                          <a:ea typeface="Open Sans" pitchFamily="34" charset="-122"/>
                          <a:cs typeface="Open Sans" pitchFamily="34" charset="-120"/>
                        </a:rPr>
                        <a:t>3 miembros</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tc>
                  <a:txBody>
                    <a:bodyPr/>
                    <a:lstStyle/>
                    <a:p>
                      <a:pPr marL="0" indent="0" algn="ctr">
                        <a:buNone/>
                      </a:pPr>
                      <a:r>
                        <a:rPr lang="en-US" sz="1000">
                          <a:solidFill>
                            <a:srgbClr val="1A1A2E"/>
                          </a:solidFill>
                          <a:latin typeface="Open Sans" pitchFamily="34" charset="0"/>
                          <a:ea typeface="Open Sans" pitchFamily="34" charset="-122"/>
                          <a:cs typeface="Open Sans" pitchFamily="34" charset="-120"/>
                        </a:rPr>
                        <a:t>2 miembros</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lgn="ctr">
                        <a:buNone/>
                      </a:pPr>
                      <a:r>
                        <a:rPr lang="en-US" sz="1000" b="1">
                          <a:solidFill>
                            <a:srgbClr val="1A1A2E"/>
                          </a:solidFill>
                          <a:latin typeface="Open Sans" pitchFamily="34" charset="0"/>
                          <a:ea typeface="Open Sans" pitchFamily="34" charset="-122"/>
                          <a:cs typeface="Open Sans" pitchFamily="34" charset="-120"/>
                        </a:rPr>
                        <a:t>UX/UI Designer Senior</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E5E7EB"/>
                    </a:solidFill>
                  </a:tcPr>
                </a:tc>
                <a:tc>
                  <a:txBody>
                    <a:bodyPr/>
                    <a:lstStyle/>
                    <a:p>
                      <a:pPr marL="0" indent="0" algn="ctr">
                        <a:buNone/>
                      </a:pPr>
                      <a:r>
                        <a:rPr lang="en-US" sz="1000">
                          <a:solidFill>
                            <a:srgbClr val="1A1A2E"/>
                          </a:solidFill>
                          <a:latin typeface="Open Sans" pitchFamily="34" charset="0"/>
                          <a:ea typeface="Open Sans" pitchFamily="34" charset="-122"/>
                          <a:cs typeface="Open Sans" pitchFamily="34" charset="-120"/>
                        </a:rPr>
                        <a:t>1 miembro</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tc>
                  <a:txBody>
                    <a:bodyPr/>
                    <a:lstStyle/>
                    <a:p>
                      <a:pPr marL="0" indent="0" algn="ctr">
                        <a:buNone/>
                      </a:pP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tc>
                  <a:txBody>
                    <a:bodyPr/>
                    <a:lstStyle/>
                    <a:p>
                      <a:pPr marL="0" indent="0" algn="ctr">
                        <a:buNone/>
                      </a:pP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tc>
                  <a:txBody>
                    <a:bodyPr/>
                    <a:lstStyle/>
                    <a:p>
                      <a:pPr marL="0" indent="0" algn="ctr">
                        <a:buNone/>
                      </a:pP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extLst>
                  <a:ext uri="{0D108BD9-81ED-4DB2-BD59-A6C34878D82A}">
                    <a16:rowId xmlns:a16="http://schemas.microsoft.com/office/drawing/2014/main" val="10003"/>
                  </a:ext>
                </a:extLst>
              </a:tr>
              <a:tr h="347472">
                <a:tc>
                  <a:txBody>
                    <a:bodyPr/>
                    <a:lstStyle/>
                    <a:p>
                      <a:pPr marL="0" indent="0" algn="ctr">
                        <a:buNone/>
                      </a:pPr>
                      <a:r>
                        <a:rPr lang="en-US" sz="1000" b="1">
                          <a:solidFill>
                            <a:srgbClr val="1A1A2E"/>
                          </a:solidFill>
                          <a:latin typeface="Open Sans" pitchFamily="34" charset="0"/>
                          <a:ea typeface="Open Sans" pitchFamily="34" charset="-122"/>
                          <a:cs typeface="Open Sans" pitchFamily="34" charset="-120"/>
                        </a:rPr>
                        <a:t>Software Engineer</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E5E7EB"/>
                    </a:solidFill>
                  </a:tcPr>
                </a:tc>
                <a:tc>
                  <a:txBody>
                    <a:bodyPr/>
                    <a:lstStyle/>
                    <a:p>
                      <a:pPr marL="0" indent="0" algn="ctr">
                        <a:buNone/>
                      </a:pP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tc>
                  <a:txBody>
                    <a:bodyPr/>
                    <a:lstStyle/>
                    <a:p>
                      <a:pPr marL="0" indent="0" algn="ctr">
                        <a:buNone/>
                      </a:pPr>
                      <a:r>
                        <a:rPr lang="en-US" sz="1000">
                          <a:solidFill>
                            <a:srgbClr val="1A1A2E"/>
                          </a:solidFill>
                          <a:latin typeface="Open Sans" pitchFamily="34" charset="0"/>
                          <a:ea typeface="Open Sans" pitchFamily="34" charset="-122"/>
                          <a:cs typeface="Open Sans" pitchFamily="34" charset="-120"/>
                        </a:rPr>
                        <a:t>2 miembros</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tc>
                  <a:txBody>
                    <a:bodyPr/>
                    <a:lstStyle/>
                    <a:p>
                      <a:pPr marL="0" indent="0" algn="ctr">
                        <a:buNone/>
                      </a:pPr>
                      <a:r>
                        <a:rPr lang="en-US" sz="1000">
                          <a:solidFill>
                            <a:srgbClr val="1A1A2E"/>
                          </a:solidFill>
                          <a:latin typeface="Open Sans" pitchFamily="34" charset="0"/>
                          <a:ea typeface="Open Sans" pitchFamily="34" charset="-122"/>
                          <a:cs typeface="Open Sans" pitchFamily="34" charset="-120"/>
                        </a:rPr>
                        <a:t>2 miembros</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tc>
                  <a:txBody>
                    <a:bodyPr/>
                    <a:lstStyle/>
                    <a:p>
                      <a:pPr marL="0" indent="0" algn="ctr">
                        <a:buNone/>
                      </a:pPr>
                      <a:r>
                        <a:rPr lang="en-US" sz="1000">
                          <a:solidFill>
                            <a:srgbClr val="1A1A2E"/>
                          </a:solidFill>
                          <a:latin typeface="Open Sans" pitchFamily="34" charset="0"/>
                          <a:ea typeface="Open Sans" pitchFamily="34" charset="-122"/>
                          <a:cs typeface="Open Sans" pitchFamily="34" charset="-120"/>
                        </a:rPr>
                        <a:t>1 miembro</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lgn="ctr">
                        <a:buNone/>
                      </a:pPr>
                      <a:r>
                        <a:rPr lang="en-US" sz="1000" b="1">
                          <a:solidFill>
                            <a:srgbClr val="1A1A2E"/>
                          </a:solidFill>
                          <a:latin typeface="Open Sans" pitchFamily="34" charset="0"/>
                          <a:ea typeface="Open Sans" pitchFamily="34" charset="-122"/>
                          <a:cs typeface="Open Sans" pitchFamily="34" charset="-120"/>
                        </a:rPr>
                        <a:t>Management &amp; Coordination</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E5E7EB"/>
                    </a:solidFill>
                  </a:tcPr>
                </a:tc>
                <a:tc>
                  <a:txBody>
                    <a:bodyPr/>
                    <a:lstStyle/>
                    <a:p>
                      <a:pPr marL="0" indent="0" algn="ctr">
                        <a:buNone/>
                      </a:pPr>
                      <a:r>
                        <a:rPr lang="en-US" sz="1000">
                          <a:solidFill>
                            <a:srgbClr val="1A1A2E"/>
                          </a:solidFill>
                          <a:latin typeface="Open Sans" pitchFamily="34" charset="0"/>
                          <a:ea typeface="Open Sans" pitchFamily="34" charset="-122"/>
                          <a:cs typeface="Open Sans" pitchFamily="34" charset="-120"/>
                        </a:rPr>
                        <a:t>1 miembro</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tc>
                  <a:txBody>
                    <a:bodyPr/>
                    <a:lstStyle/>
                    <a:p>
                      <a:pPr marL="0" indent="0" algn="ctr">
                        <a:buNone/>
                      </a:pPr>
                      <a:r>
                        <a:rPr lang="en-US" sz="1000">
                          <a:solidFill>
                            <a:srgbClr val="1A1A2E"/>
                          </a:solidFill>
                          <a:latin typeface="Open Sans" pitchFamily="34" charset="0"/>
                          <a:ea typeface="Open Sans" pitchFamily="34" charset="-122"/>
                          <a:cs typeface="Open Sans" pitchFamily="34" charset="-120"/>
                        </a:rPr>
                        <a:t>1 miembro</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tc>
                  <a:txBody>
                    <a:bodyPr/>
                    <a:lstStyle/>
                    <a:p>
                      <a:pPr marL="0" indent="0" algn="ctr">
                        <a:buNone/>
                      </a:pPr>
                      <a:r>
                        <a:rPr lang="en-US" sz="1000">
                          <a:solidFill>
                            <a:srgbClr val="1A1A2E"/>
                          </a:solidFill>
                          <a:latin typeface="Open Sans" pitchFamily="34" charset="0"/>
                          <a:ea typeface="Open Sans" pitchFamily="34" charset="-122"/>
                          <a:cs typeface="Open Sans" pitchFamily="34" charset="-120"/>
                        </a:rPr>
                        <a:t>1 miembro</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tc>
                  <a:txBody>
                    <a:bodyPr/>
                    <a:lstStyle/>
                    <a:p>
                      <a:pPr marL="0" indent="0" algn="ctr">
                        <a:buNone/>
                      </a:pPr>
                      <a:r>
                        <a:rPr lang="en-US" sz="1000">
                          <a:solidFill>
                            <a:srgbClr val="1A1A2E"/>
                          </a:solidFill>
                          <a:latin typeface="Open Sans" pitchFamily="34" charset="0"/>
                          <a:ea typeface="Open Sans" pitchFamily="34" charset="-122"/>
                          <a:cs typeface="Open Sans" pitchFamily="34" charset="-120"/>
                        </a:rPr>
                        <a:t>1 miembro</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extLst>
                  <a:ext uri="{0D108BD9-81ED-4DB2-BD59-A6C34878D82A}">
                    <a16:rowId xmlns:a16="http://schemas.microsoft.com/office/drawing/2014/main" val="10005"/>
                  </a:ext>
                </a:extLst>
              </a:tr>
              <a:tr h="347472">
                <a:tc>
                  <a:txBody>
                    <a:bodyPr/>
                    <a:lstStyle/>
                    <a:p>
                      <a:pPr marL="0" indent="0">
                        <a:buNone/>
                      </a:pPr>
                      <a:r>
                        <a:rPr lang="en-US" sz="1000" b="1">
                          <a:solidFill>
                            <a:srgbClr val="FFFFFF"/>
                          </a:solidFill>
                          <a:latin typeface="Open Sans" pitchFamily="34" charset="0"/>
                          <a:ea typeface="Open Sans" pitchFamily="34" charset="-122"/>
                          <a:cs typeface="Open Sans" pitchFamily="34" charset="-120"/>
                        </a:rPr>
                        <a:t>Esfuerzo total</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1A1A2E"/>
                    </a:solidFill>
                  </a:tcPr>
                </a:tc>
                <a:tc>
                  <a:txBody>
                    <a:bodyPr/>
                    <a:lstStyle/>
                    <a:p>
                      <a:pPr marL="0" indent="0" algn="ctr">
                        <a:buNone/>
                      </a:pPr>
                      <a:r>
                        <a:rPr lang="en-US" sz="1000" b="1">
                          <a:solidFill>
                            <a:srgbClr val="FFFFFF"/>
                          </a:solidFill>
                          <a:latin typeface="Open Sans" pitchFamily="34" charset="0"/>
                          <a:ea typeface="Open Sans" pitchFamily="34" charset="-122"/>
                          <a:cs typeface="Open Sans" pitchFamily="34" charset="-120"/>
                        </a:rPr>
                        <a:t>60 Días</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3D5AFE"/>
                    </a:solidFill>
                  </a:tcPr>
                </a:tc>
                <a:tc>
                  <a:txBody>
                    <a:bodyPr/>
                    <a:lstStyle/>
                    <a:p>
                      <a:pPr marL="0" indent="0" algn="ctr">
                        <a:buNone/>
                      </a:pPr>
                      <a:r>
                        <a:rPr lang="en-US" sz="1000" b="1">
                          <a:solidFill>
                            <a:srgbClr val="FFFFFF"/>
                          </a:solidFill>
                          <a:latin typeface="Open Sans" pitchFamily="34" charset="0"/>
                          <a:ea typeface="Open Sans" pitchFamily="34" charset="-122"/>
                          <a:cs typeface="Open Sans" pitchFamily="34" charset="-120"/>
                        </a:rPr>
                        <a:t>210 Días</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3D5AFE"/>
                    </a:solidFill>
                  </a:tcPr>
                </a:tc>
                <a:tc>
                  <a:txBody>
                    <a:bodyPr/>
                    <a:lstStyle/>
                    <a:p>
                      <a:pPr marL="0" indent="0" algn="ctr">
                        <a:buNone/>
                      </a:pPr>
                      <a:r>
                        <a:rPr lang="en-US" sz="1000" b="1">
                          <a:solidFill>
                            <a:srgbClr val="FFFFFF"/>
                          </a:solidFill>
                          <a:latin typeface="Open Sans" pitchFamily="34" charset="0"/>
                          <a:ea typeface="Open Sans" pitchFamily="34" charset="-122"/>
                          <a:cs typeface="Open Sans" pitchFamily="34" charset="-120"/>
                        </a:rPr>
                        <a:t>N Días</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3D5AFE"/>
                    </a:solidFill>
                  </a:tcPr>
                </a:tc>
                <a:tc>
                  <a:txBody>
                    <a:bodyPr/>
                    <a:lstStyle/>
                    <a:p>
                      <a:pPr marL="0" indent="0" algn="ctr">
                        <a:buNone/>
                      </a:pPr>
                      <a:r>
                        <a:rPr lang="en-US" sz="1000" b="1">
                          <a:solidFill>
                            <a:srgbClr val="FFFFFF"/>
                          </a:solidFill>
                          <a:latin typeface="Open Sans" pitchFamily="34" charset="0"/>
                          <a:ea typeface="Open Sans" pitchFamily="34" charset="-122"/>
                          <a:cs typeface="Open Sans" pitchFamily="34" charset="-120"/>
                        </a:rPr>
                        <a:t>N Días</a:t>
                      </a:r>
                      <a:endParaRPr lang="en-US" sz="10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3D5AFE"/>
                    </a:solidFill>
                  </a:tcPr>
                </a:tc>
                <a:extLst>
                  <a:ext uri="{0D108BD9-81ED-4DB2-BD59-A6C34878D82A}">
                    <a16:rowId xmlns:a16="http://schemas.microsoft.com/office/drawing/2014/main" val="10006"/>
                  </a:ext>
                </a:extLst>
              </a:tr>
            </a:tbl>
          </a:graphicData>
        </a:graphic>
      </p:graphicFrame>
      <p:grpSp>
        <p:nvGrpSpPr>
          <p:cNvPr id="7" name="Group 6">
            <a:extLst>
              <a:ext uri="{FF2B5EF4-FFF2-40B4-BE49-F238E27FC236}">
                <a16:creationId xmlns:a16="http://schemas.microsoft.com/office/drawing/2014/main" id="{12F567B9-CF91-D0C9-AFBA-9821DC9494F7}"/>
              </a:ext>
            </a:extLst>
          </p:cNvPr>
          <p:cNvGrpSpPr/>
          <p:nvPr/>
        </p:nvGrpSpPr>
        <p:grpSpPr>
          <a:xfrm>
            <a:off x="8039657" y="4755838"/>
            <a:ext cx="795753" cy="246857"/>
            <a:chOff x="7435419" y="4613467"/>
            <a:chExt cx="1708581" cy="530033"/>
          </a:xfrm>
        </p:grpSpPr>
        <p:pic>
          <p:nvPicPr>
            <p:cNvPr id="12" name="Picture 11" descr="A black background with white text  AI-generated content may be incorrect.">
              <a:extLst>
                <a:ext uri="{FF2B5EF4-FFF2-40B4-BE49-F238E27FC236}">
                  <a16:creationId xmlns:a16="http://schemas.microsoft.com/office/drawing/2014/main" id="{60EBB368-827A-6203-3951-29C2673BD3A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13" name="Rectangle 12">
              <a:extLst>
                <a:ext uri="{FF2B5EF4-FFF2-40B4-BE49-F238E27FC236}">
                  <a16:creationId xmlns:a16="http://schemas.microsoft.com/office/drawing/2014/main" id="{3B1C1847-2F65-F3C0-D1BF-EB04D2A2EE80}"/>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14" name="Marcador de número de diapositiva 1">
              <a:extLst>
                <a:ext uri="{FF2B5EF4-FFF2-40B4-BE49-F238E27FC236}">
                  <a16:creationId xmlns:a16="http://schemas.microsoft.com/office/drawing/2014/main" id="{4161D2B5-2447-408F-A815-05B5E17C9CFC}"/>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25</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212EE-6929-9C46-0992-819653843D1D}"/>
            </a:ext>
          </a:extLst>
        </p:cNvPr>
        <p:cNvGrpSpPr/>
        <p:nvPr/>
      </p:nvGrpSpPr>
      <p:grpSpPr>
        <a:xfrm>
          <a:off x="0" y="0"/>
          <a:ext cx="0" cy="0"/>
          <a:chOff x="0" y="0"/>
          <a:chExt cx="0" cy="0"/>
        </a:xfrm>
      </p:grpSpPr>
      <p:sp>
        <p:nvSpPr>
          <p:cNvPr id="6" name="Text 3">
            <a:extLst>
              <a:ext uri="{FF2B5EF4-FFF2-40B4-BE49-F238E27FC236}">
                <a16:creationId xmlns:a16="http://schemas.microsoft.com/office/drawing/2014/main" id="{C8E7CE1F-FE6F-16CD-5C6C-BB6C089DC46B}"/>
              </a:ext>
            </a:extLst>
          </p:cNvPr>
          <p:cNvSpPr/>
          <p:nvPr/>
        </p:nvSpPr>
        <p:spPr>
          <a:xfrm>
            <a:off x="457200" y="868680"/>
            <a:ext cx="8229600" cy="640080"/>
          </a:xfrm>
          <a:prstGeom prst="rect">
            <a:avLst/>
          </a:prstGeom>
          <a:noFill/>
          <a:ln/>
        </p:spPr>
        <p:txBody>
          <a:bodyPr wrap="square" lIns="0" tIns="0" rIns="0" bIns="0" rtlCol="0" anchor="t"/>
          <a:lstStyle/>
          <a:p>
            <a:r>
              <a:rPr lang="en-US" sz="2800" b="1" err="1">
                <a:solidFill>
                  <a:srgbClr val="1A1A2E"/>
                </a:solidFill>
                <a:latin typeface="Outfit"/>
                <a:ea typeface="Open Sans"/>
                <a:cs typeface="Open Sans"/>
              </a:rPr>
              <a:t>Requisitos</a:t>
            </a:r>
            <a:r>
              <a:rPr lang="en-US" sz="2800" b="1">
                <a:solidFill>
                  <a:srgbClr val="1A1A2E"/>
                </a:solidFill>
                <a:latin typeface="Outfit"/>
                <a:ea typeface="Open Sans"/>
                <a:cs typeface="Open Sans"/>
              </a:rPr>
              <a:t> </a:t>
            </a:r>
            <a:r>
              <a:rPr lang="en-US" sz="2800" b="1" err="1">
                <a:solidFill>
                  <a:srgbClr val="1A1A2E"/>
                </a:solidFill>
                <a:latin typeface="Outfit"/>
                <a:ea typeface="Open Sans"/>
                <a:cs typeface="Open Sans"/>
              </a:rPr>
              <a:t>previos</a:t>
            </a:r>
            <a:r>
              <a:rPr lang="en-US" sz="2800" b="1">
                <a:solidFill>
                  <a:srgbClr val="1A1A2E"/>
                </a:solidFill>
                <a:latin typeface="Outfit"/>
                <a:ea typeface="Open Sans"/>
                <a:cs typeface="Open Sans"/>
              </a:rPr>
              <a:t> y </a:t>
            </a:r>
            <a:r>
              <a:rPr lang="en-US" sz="2800" b="1" err="1">
                <a:solidFill>
                  <a:srgbClr val="1A1A2E"/>
                </a:solidFill>
                <a:latin typeface="Outfit"/>
                <a:ea typeface="Open Sans"/>
                <a:cs typeface="Open Sans"/>
              </a:rPr>
              <a:t>depedencias</a:t>
            </a:r>
            <a:r>
              <a:rPr lang="en-US" sz="2800" b="1">
                <a:solidFill>
                  <a:srgbClr val="1A1A2E"/>
                </a:solidFill>
                <a:latin typeface="Outfit"/>
                <a:ea typeface="Open Sans"/>
                <a:cs typeface="Open Sans"/>
              </a:rPr>
              <a:t> (se genera)</a:t>
            </a:r>
          </a:p>
        </p:txBody>
      </p:sp>
    </p:spTree>
    <p:extLst>
      <p:ext uri="{BB962C8B-B14F-4D97-AF65-F5344CB8AC3E}">
        <p14:creationId xmlns:p14="http://schemas.microsoft.com/office/powerpoint/2010/main" val="15252806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Shape 1"/>
          <p:cNvSpPr/>
          <p:nvPr/>
        </p:nvSpPr>
        <p:spPr>
          <a:xfrm>
            <a:off x="457200" y="411480"/>
            <a:ext cx="320040" cy="36576"/>
          </a:xfrm>
          <a:prstGeom prst="rect">
            <a:avLst/>
          </a:prstGeom>
          <a:solidFill>
            <a:srgbClr val="3D5AFE"/>
          </a:solidFill>
          <a:ln w="12700">
            <a:solidFill>
              <a:srgbClr val="3D5AFE"/>
            </a:solidFill>
            <a:prstDash val="solid"/>
          </a:ln>
        </p:spPr>
        <p:txBody>
          <a:bodyPr/>
          <a:lstStyle/>
          <a:p>
            <a:endParaRPr lang="en-ES"/>
          </a:p>
        </p:txBody>
      </p:sp>
      <p:sp>
        <p:nvSpPr>
          <p:cNvPr id="4" name="Text 2"/>
          <p:cNvSpPr/>
          <p:nvPr/>
        </p:nvSpPr>
        <p:spPr>
          <a:xfrm>
            <a:off x="457200" y="502920"/>
            <a:ext cx="5486400" cy="256032"/>
          </a:xfrm>
          <a:prstGeom prst="rect">
            <a:avLst/>
          </a:prstGeom>
          <a:noFill/>
          <a:ln/>
        </p:spPr>
        <p:txBody>
          <a:bodyPr wrap="square" lIns="0" tIns="0" rIns="0" bIns="0" rtlCol="0" anchor="t"/>
          <a:lstStyle/>
          <a:p>
            <a:r>
              <a:rPr lang="en-US" sz="1000" b="1" kern="0" spc="400">
                <a:solidFill>
                  <a:srgbClr val="3D5AFE"/>
                </a:solidFill>
                <a:latin typeface="Open Sans"/>
                <a:ea typeface="Open Sans"/>
                <a:cs typeface="Open Sans"/>
              </a:rPr>
              <a:t>COMPOSICIÓN DEL EQUIPO</a:t>
            </a:r>
            <a:endParaRPr lang="en-US" sz="1000"/>
          </a:p>
        </p:txBody>
      </p:sp>
      <p:sp>
        <p:nvSpPr>
          <p:cNvPr id="5" name="Text 3"/>
          <p:cNvSpPr/>
          <p:nvPr/>
        </p:nvSpPr>
        <p:spPr>
          <a:xfrm>
            <a:off x="457200" y="868680"/>
            <a:ext cx="8229600" cy="640080"/>
          </a:xfrm>
          <a:prstGeom prst="rect">
            <a:avLst/>
          </a:prstGeom>
          <a:noFill/>
          <a:ln/>
        </p:spPr>
        <p:txBody>
          <a:bodyPr wrap="square" lIns="0" tIns="0" rIns="0" bIns="0" rtlCol="0" anchor="t"/>
          <a:lstStyle/>
          <a:p>
            <a:pPr marL="0" indent="0">
              <a:buNone/>
            </a:pPr>
            <a:r>
              <a:rPr lang="en-US" sz="2800" b="1">
                <a:solidFill>
                  <a:srgbClr val="1A1A2E"/>
                </a:solidFill>
                <a:latin typeface="Outfit" pitchFamily="34" charset="0"/>
                <a:ea typeface="Open Sans" pitchFamily="34" charset="-122"/>
                <a:cs typeface="Open Sans" pitchFamily="34" charset="-120"/>
              </a:rPr>
              <a:t>Un equipo multidisciplinar</a:t>
            </a:r>
            <a:endParaRPr lang="en-US" sz="2800"/>
          </a:p>
        </p:txBody>
      </p:sp>
      <p:sp>
        <p:nvSpPr>
          <p:cNvPr id="6" name="Shape 4"/>
          <p:cNvSpPr/>
          <p:nvPr/>
        </p:nvSpPr>
        <p:spPr>
          <a:xfrm>
            <a:off x="457200" y="1737360"/>
            <a:ext cx="457200" cy="457200"/>
          </a:xfrm>
          <a:prstGeom prst="ellipse">
            <a:avLst/>
          </a:prstGeom>
          <a:solidFill>
            <a:srgbClr val="3D5AFE"/>
          </a:solidFill>
          <a:ln w="12700">
            <a:solidFill>
              <a:srgbClr val="3D5AFE"/>
            </a:solidFill>
            <a:prstDash val="solid"/>
          </a:ln>
        </p:spPr>
        <p:txBody>
          <a:bodyPr/>
          <a:lstStyle/>
          <a:p>
            <a:endParaRPr lang="en-ES"/>
          </a:p>
        </p:txBody>
      </p:sp>
      <p:sp>
        <p:nvSpPr>
          <p:cNvPr id="7" name="Text 5"/>
          <p:cNvSpPr/>
          <p:nvPr/>
        </p:nvSpPr>
        <p:spPr>
          <a:xfrm>
            <a:off x="457200" y="1737360"/>
            <a:ext cx="457200" cy="457200"/>
          </a:xfrm>
          <a:prstGeom prst="rect">
            <a:avLst/>
          </a:prstGeom>
          <a:noFill/>
          <a:ln/>
        </p:spPr>
        <p:txBody>
          <a:bodyPr wrap="square" lIns="0" tIns="0" rIns="0" bIns="0" rtlCol="0" anchor="ctr"/>
          <a:lstStyle/>
          <a:p>
            <a:pPr marL="0" indent="0" algn="ctr">
              <a:buNone/>
            </a:pPr>
            <a:r>
              <a:rPr lang="en-US" sz="1800" b="1">
                <a:solidFill>
                  <a:srgbClr val="FFFFFF"/>
                </a:solidFill>
                <a:latin typeface="Outfit" pitchFamily="34" charset="0"/>
                <a:ea typeface="Open Sans" pitchFamily="34" charset="-122"/>
                <a:cs typeface="Open Sans" pitchFamily="34" charset="-120"/>
              </a:rPr>
              <a:t>1</a:t>
            </a:r>
            <a:endParaRPr lang="en-US" sz="1800"/>
          </a:p>
        </p:txBody>
      </p:sp>
      <p:sp>
        <p:nvSpPr>
          <p:cNvPr id="8" name="Text 6"/>
          <p:cNvSpPr/>
          <p:nvPr/>
        </p:nvSpPr>
        <p:spPr>
          <a:xfrm>
            <a:off x="1051560" y="1737360"/>
            <a:ext cx="4297680" cy="320040"/>
          </a:xfrm>
          <a:prstGeom prst="rect">
            <a:avLst/>
          </a:prstGeom>
          <a:noFill/>
          <a:ln/>
        </p:spPr>
        <p:txBody>
          <a:bodyPr wrap="square" lIns="0" tIns="0" rIns="0" bIns="0" rtlCol="0" anchor="ctr"/>
          <a:lstStyle/>
          <a:p>
            <a:pPr marL="0" indent="0">
              <a:buNone/>
            </a:pPr>
            <a:r>
              <a:rPr lang="en-US" sz="1400" b="1">
                <a:solidFill>
                  <a:srgbClr val="1A1A2E"/>
                </a:solidFill>
                <a:latin typeface="Open Sans" pitchFamily="34" charset="0"/>
                <a:ea typeface="Open Sans" pitchFamily="34" charset="-122"/>
                <a:cs typeface="Open Sans" pitchFamily="34" charset="-120"/>
              </a:rPr>
              <a:t>Adaptación a cada fase del proyecto</a:t>
            </a:r>
            <a:endParaRPr lang="en-US" sz="1400"/>
          </a:p>
        </p:txBody>
      </p:sp>
      <p:sp>
        <p:nvSpPr>
          <p:cNvPr id="9" name="Text 7"/>
          <p:cNvSpPr/>
          <p:nvPr/>
        </p:nvSpPr>
        <p:spPr>
          <a:xfrm>
            <a:off x="1051560" y="2084832"/>
            <a:ext cx="4297680" cy="502920"/>
          </a:xfrm>
          <a:prstGeom prst="rect">
            <a:avLst/>
          </a:prstGeom>
          <a:noFill/>
          <a:ln/>
        </p:spPr>
        <p:txBody>
          <a:bodyPr wrap="square" lIns="0" tIns="0" rIns="0" bIns="0" rtlCol="0" anchor="t"/>
          <a:lstStyle/>
          <a:p>
            <a:pPr marL="0" indent="0">
              <a:buNone/>
            </a:pPr>
            <a:r>
              <a:rPr lang="en-US" sz="1100">
                <a:solidFill>
                  <a:srgbClr val="6B7280"/>
                </a:solidFill>
                <a:latin typeface="Open Sans" pitchFamily="34" charset="0"/>
                <a:ea typeface="Open Sans" pitchFamily="34" charset="-122"/>
                <a:cs typeface="Open Sans" pitchFamily="34" charset="-120"/>
              </a:rPr>
              <a:t>Un proyecto tiene varias fases; un equipo estático no puede ejecutarlas todas con garantías.</a:t>
            </a:r>
            <a:endParaRPr lang="en-US" sz="1100"/>
          </a:p>
        </p:txBody>
      </p:sp>
      <p:sp>
        <p:nvSpPr>
          <p:cNvPr id="10" name="Shape 8"/>
          <p:cNvSpPr/>
          <p:nvPr/>
        </p:nvSpPr>
        <p:spPr>
          <a:xfrm>
            <a:off x="457200" y="2697480"/>
            <a:ext cx="457200" cy="457200"/>
          </a:xfrm>
          <a:prstGeom prst="ellipse">
            <a:avLst/>
          </a:prstGeom>
          <a:solidFill>
            <a:srgbClr val="3D5AFE"/>
          </a:solidFill>
          <a:ln w="12700">
            <a:solidFill>
              <a:srgbClr val="3D5AFE"/>
            </a:solidFill>
            <a:prstDash val="solid"/>
          </a:ln>
        </p:spPr>
        <p:txBody>
          <a:bodyPr/>
          <a:lstStyle/>
          <a:p>
            <a:endParaRPr lang="en-ES"/>
          </a:p>
        </p:txBody>
      </p:sp>
      <p:sp>
        <p:nvSpPr>
          <p:cNvPr id="11" name="Text 9"/>
          <p:cNvSpPr/>
          <p:nvPr/>
        </p:nvSpPr>
        <p:spPr>
          <a:xfrm>
            <a:off x="457200" y="2697480"/>
            <a:ext cx="457200" cy="457200"/>
          </a:xfrm>
          <a:prstGeom prst="rect">
            <a:avLst/>
          </a:prstGeom>
          <a:noFill/>
          <a:ln/>
        </p:spPr>
        <p:txBody>
          <a:bodyPr wrap="square" lIns="0" tIns="0" rIns="0" bIns="0" rtlCol="0" anchor="ctr"/>
          <a:lstStyle/>
          <a:p>
            <a:pPr marL="0" indent="0" algn="ctr">
              <a:buNone/>
            </a:pPr>
            <a:r>
              <a:rPr lang="en-US" sz="1800" b="1">
                <a:solidFill>
                  <a:srgbClr val="FFFFFF"/>
                </a:solidFill>
                <a:latin typeface="Outfit" pitchFamily="34" charset="0"/>
                <a:ea typeface="Open Sans" pitchFamily="34" charset="-122"/>
                <a:cs typeface="Open Sans" pitchFamily="34" charset="-120"/>
              </a:rPr>
              <a:t>2</a:t>
            </a:r>
            <a:endParaRPr lang="en-US" sz="1800"/>
          </a:p>
        </p:txBody>
      </p:sp>
      <p:sp>
        <p:nvSpPr>
          <p:cNvPr id="12" name="Text 10"/>
          <p:cNvSpPr/>
          <p:nvPr/>
        </p:nvSpPr>
        <p:spPr>
          <a:xfrm>
            <a:off x="1051560" y="2697480"/>
            <a:ext cx="4297680" cy="320040"/>
          </a:xfrm>
          <a:prstGeom prst="rect">
            <a:avLst/>
          </a:prstGeom>
          <a:noFill/>
          <a:ln/>
        </p:spPr>
        <p:txBody>
          <a:bodyPr wrap="square" lIns="0" tIns="0" rIns="0" bIns="0" rtlCol="0" anchor="ctr"/>
          <a:lstStyle/>
          <a:p>
            <a:pPr marL="0" indent="0">
              <a:buNone/>
            </a:pPr>
            <a:r>
              <a:rPr lang="en-US" sz="1400" b="1">
                <a:solidFill>
                  <a:srgbClr val="1A1A2E"/>
                </a:solidFill>
                <a:latin typeface="Open Sans" pitchFamily="34" charset="0"/>
                <a:ea typeface="Open Sans" pitchFamily="34" charset="-122"/>
                <a:cs typeface="Open Sans" pitchFamily="34" charset="-120"/>
              </a:rPr>
              <a:t>Versatilidad</a:t>
            </a:r>
            <a:endParaRPr lang="en-US" sz="1400"/>
          </a:p>
        </p:txBody>
      </p:sp>
      <p:sp>
        <p:nvSpPr>
          <p:cNvPr id="13" name="Text 11"/>
          <p:cNvSpPr/>
          <p:nvPr/>
        </p:nvSpPr>
        <p:spPr>
          <a:xfrm>
            <a:off x="1051560" y="3044952"/>
            <a:ext cx="4297680" cy="502920"/>
          </a:xfrm>
          <a:prstGeom prst="rect">
            <a:avLst/>
          </a:prstGeom>
          <a:noFill/>
          <a:ln/>
        </p:spPr>
        <p:txBody>
          <a:bodyPr wrap="square" lIns="0" tIns="0" rIns="0" bIns="0" rtlCol="0" anchor="t"/>
          <a:lstStyle/>
          <a:p>
            <a:pPr marL="0" indent="0">
              <a:buNone/>
            </a:pPr>
            <a:r>
              <a:rPr lang="en-US" sz="1100">
                <a:solidFill>
                  <a:srgbClr val="6B7280"/>
                </a:solidFill>
                <a:latin typeface="Open Sans" pitchFamily="34" charset="0"/>
                <a:ea typeface="Open Sans" pitchFamily="34" charset="-122"/>
                <a:cs typeface="Open Sans" pitchFamily="34" charset="-120"/>
              </a:rPr>
              <a:t>Capaces de definir el equipo según necesidades: Diseño, Datos, Infraestructura, Calidad…</a:t>
            </a:r>
            <a:endParaRPr lang="en-US" sz="1100"/>
          </a:p>
        </p:txBody>
      </p:sp>
      <p:sp>
        <p:nvSpPr>
          <p:cNvPr id="14" name="Shape 12"/>
          <p:cNvSpPr/>
          <p:nvPr/>
        </p:nvSpPr>
        <p:spPr>
          <a:xfrm>
            <a:off x="457200" y="3657600"/>
            <a:ext cx="457200" cy="457200"/>
          </a:xfrm>
          <a:prstGeom prst="ellipse">
            <a:avLst/>
          </a:prstGeom>
          <a:solidFill>
            <a:srgbClr val="3D5AFE"/>
          </a:solidFill>
          <a:ln w="12700">
            <a:solidFill>
              <a:srgbClr val="3D5AFE"/>
            </a:solidFill>
            <a:prstDash val="solid"/>
          </a:ln>
        </p:spPr>
        <p:txBody>
          <a:bodyPr/>
          <a:lstStyle/>
          <a:p>
            <a:endParaRPr lang="en-ES"/>
          </a:p>
        </p:txBody>
      </p:sp>
      <p:sp>
        <p:nvSpPr>
          <p:cNvPr id="15" name="Text 13"/>
          <p:cNvSpPr/>
          <p:nvPr/>
        </p:nvSpPr>
        <p:spPr>
          <a:xfrm>
            <a:off x="457200" y="3657600"/>
            <a:ext cx="457200" cy="457200"/>
          </a:xfrm>
          <a:prstGeom prst="rect">
            <a:avLst/>
          </a:prstGeom>
          <a:noFill/>
          <a:ln/>
        </p:spPr>
        <p:txBody>
          <a:bodyPr wrap="square" lIns="0" tIns="0" rIns="0" bIns="0" rtlCol="0" anchor="ctr"/>
          <a:lstStyle/>
          <a:p>
            <a:pPr marL="0" indent="0" algn="ctr">
              <a:buNone/>
            </a:pPr>
            <a:r>
              <a:rPr lang="en-US" sz="1800" b="1">
                <a:solidFill>
                  <a:srgbClr val="FFFFFF"/>
                </a:solidFill>
                <a:latin typeface="Outfit" pitchFamily="34" charset="0"/>
                <a:ea typeface="Open Sans" pitchFamily="34" charset="-122"/>
                <a:cs typeface="Open Sans" pitchFamily="34" charset="-120"/>
              </a:rPr>
              <a:t>3</a:t>
            </a:r>
            <a:endParaRPr lang="en-US" sz="1800"/>
          </a:p>
        </p:txBody>
      </p:sp>
      <p:sp>
        <p:nvSpPr>
          <p:cNvPr id="16" name="Text 14"/>
          <p:cNvSpPr/>
          <p:nvPr/>
        </p:nvSpPr>
        <p:spPr>
          <a:xfrm>
            <a:off x="1051560" y="3657600"/>
            <a:ext cx="4297680" cy="320040"/>
          </a:xfrm>
          <a:prstGeom prst="rect">
            <a:avLst/>
          </a:prstGeom>
          <a:noFill/>
          <a:ln/>
        </p:spPr>
        <p:txBody>
          <a:bodyPr wrap="square" lIns="0" tIns="0" rIns="0" bIns="0" rtlCol="0" anchor="ctr"/>
          <a:lstStyle/>
          <a:p>
            <a:pPr marL="0" indent="0">
              <a:buNone/>
            </a:pPr>
            <a:r>
              <a:rPr lang="en-US" sz="1400" b="1">
                <a:solidFill>
                  <a:srgbClr val="1A1A2E"/>
                </a:solidFill>
                <a:latin typeface="Open Sans" pitchFamily="34" charset="0"/>
                <a:ea typeface="Open Sans" pitchFamily="34" charset="-122"/>
                <a:cs typeface="Open Sans" pitchFamily="34" charset="-120"/>
              </a:rPr>
              <a:t>¡Equipo listo!</a:t>
            </a:r>
            <a:endParaRPr lang="en-US" sz="1400"/>
          </a:p>
        </p:txBody>
      </p:sp>
      <p:sp>
        <p:nvSpPr>
          <p:cNvPr id="17" name="Text 15"/>
          <p:cNvSpPr/>
          <p:nvPr/>
        </p:nvSpPr>
        <p:spPr>
          <a:xfrm>
            <a:off x="1051560" y="4005072"/>
            <a:ext cx="4297680" cy="502920"/>
          </a:xfrm>
          <a:prstGeom prst="rect">
            <a:avLst/>
          </a:prstGeom>
          <a:noFill/>
          <a:ln/>
        </p:spPr>
        <p:txBody>
          <a:bodyPr wrap="square" lIns="0" tIns="0" rIns="0" bIns="0" rtlCol="0" anchor="t"/>
          <a:lstStyle/>
          <a:p>
            <a:pPr marL="0" indent="0">
              <a:buNone/>
            </a:pPr>
            <a:r>
              <a:rPr lang="en-US" sz="1100">
                <a:solidFill>
                  <a:srgbClr val="6B7280"/>
                </a:solidFill>
                <a:latin typeface="Open Sans" pitchFamily="34" charset="0"/>
                <a:ea typeface="Open Sans" pitchFamily="34" charset="-122"/>
                <a:cs typeface="Open Sans" pitchFamily="34" charset="-120"/>
              </a:rPr>
              <a:t>Contamos con equipos totalmente formados, experimentados y bien integrados.</a:t>
            </a:r>
            <a:endParaRPr lang="en-US" sz="1100"/>
          </a:p>
        </p:txBody>
      </p:sp>
      <p:sp>
        <p:nvSpPr>
          <p:cNvPr id="18" name="Shape 16"/>
          <p:cNvSpPr/>
          <p:nvPr/>
        </p:nvSpPr>
        <p:spPr>
          <a:xfrm>
            <a:off x="5760720" y="1737360"/>
            <a:ext cx="2926080" cy="2834640"/>
          </a:xfrm>
          <a:prstGeom prst="roundRect">
            <a:avLst>
              <a:gd name="adj" fmla="val 0"/>
            </a:avLst>
          </a:prstGeom>
          <a:solidFill>
            <a:srgbClr val="3D5AFE"/>
          </a:solidFill>
          <a:ln w="12700">
            <a:solidFill>
              <a:srgbClr val="3D5AFE"/>
            </a:solidFill>
            <a:prstDash val="solid"/>
          </a:ln>
        </p:spPr>
        <p:txBody>
          <a:bodyPr/>
          <a:lstStyle/>
          <a:p>
            <a:endParaRPr lang="en-ES"/>
          </a:p>
        </p:txBody>
      </p:sp>
      <p:pic>
        <p:nvPicPr>
          <p:cNvPr id="19" name="Image 0" descr="preencoded.png"/>
          <p:cNvPicPr>
            <a:picLocks noChangeAspect="1"/>
          </p:cNvPicPr>
          <p:nvPr/>
        </p:nvPicPr>
        <p:blipFill>
          <a:blip r:embed="rId3"/>
          <a:stretch>
            <a:fillRect/>
          </a:stretch>
        </p:blipFill>
        <p:spPr>
          <a:xfrm>
            <a:off x="7040880" y="1920240"/>
            <a:ext cx="411480" cy="411480"/>
          </a:xfrm>
          <a:prstGeom prst="rect">
            <a:avLst/>
          </a:prstGeom>
        </p:spPr>
      </p:pic>
      <p:sp>
        <p:nvSpPr>
          <p:cNvPr id="20" name="Text 17"/>
          <p:cNvSpPr/>
          <p:nvPr/>
        </p:nvSpPr>
        <p:spPr>
          <a:xfrm>
            <a:off x="5943600" y="2423160"/>
            <a:ext cx="2560320" cy="274320"/>
          </a:xfrm>
          <a:prstGeom prst="rect">
            <a:avLst/>
          </a:prstGeom>
          <a:noFill/>
          <a:ln/>
        </p:spPr>
        <p:txBody>
          <a:bodyPr wrap="square" lIns="0" tIns="0" rIns="0" bIns="0" rtlCol="0" anchor="ctr"/>
          <a:lstStyle/>
          <a:p>
            <a:pPr marL="0" indent="0" algn="ctr">
              <a:buNone/>
            </a:pPr>
            <a:r>
              <a:rPr lang="en-US" sz="1400" b="1">
                <a:solidFill>
                  <a:srgbClr val="FFFFFF"/>
                </a:solidFill>
                <a:latin typeface="Open Sans" pitchFamily="34" charset="0"/>
                <a:ea typeface="Open Sans" pitchFamily="34" charset="-122"/>
                <a:cs typeface="Open Sans" pitchFamily="34" charset="-120"/>
              </a:rPr>
              <a:t>Trabajo flexible</a:t>
            </a:r>
            <a:endParaRPr lang="en-US" sz="1400"/>
          </a:p>
        </p:txBody>
      </p:sp>
      <p:sp>
        <p:nvSpPr>
          <p:cNvPr id="21" name="Text 18"/>
          <p:cNvSpPr/>
          <p:nvPr/>
        </p:nvSpPr>
        <p:spPr>
          <a:xfrm>
            <a:off x="5943600" y="2788920"/>
            <a:ext cx="2560320" cy="1645920"/>
          </a:xfrm>
          <a:prstGeom prst="rect">
            <a:avLst/>
          </a:prstGeom>
          <a:noFill/>
          <a:ln/>
        </p:spPr>
        <p:txBody>
          <a:bodyPr wrap="square" lIns="0" tIns="0" rIns="0" bIns="0" rtlCol="0" anchor="t"/>
          <a:lstStyle/>
          <a:p>
            <a:pPr marL="0" indent="0" algn="ctr">
              <a:buNone/>
            </a:pPr>
            <a:r>
              <a:rPr lang="en-US" sz="1100" i="1">
                <a:solidFill>
                  <a:srgbClr val="E5E7EB"/>
                </a:solidFill>
                <a:latin typeface="Open Sans" pitchFamily="34" charset="0"/>
                <a:ea typeface="Open Sans" pitchFamily="34" charset="-122"/>
                <a:cs typeface="Open Sans" pitchFamily="34" charset="-120"/>
              </a:rPr>
              <a:t>Nuestros empleados trabajan de forma remota con horario flexible, sin excluir reuniones presenciales cuando ambas partes lo consideren necesario.</a:t>
            </a:r>
            <a:endParaRPr lang="en-US" sz="1100"/>
          </a:p>
        </p:txBody>
      </p:sp>
      <p:grpSp>
        <p:nvGrpSpPr>
          <p:cNvPr id="26" name="Group 25">
            <a:extLst>
              <a:ext uri="{FF2B5EF4-FFF2-40B4-BE49-F238E27FC236}">
                <a16:creationId xmlns:a16="http://schemas.microsoft.com/office/drawing/2014/main" id="{72F52035-CCC4-7B08-E49C-75DA8A17D7FC}"/>
              </a:ext>
            </a:extLst>
          </p:cNvPr>
          <p:cNvGrpSpPr/>
          <p:nvPr/>
        </p:nvGrpSpPr>
        <p:grpSpPr>
          <a:xfrm>
            <a:off x="8039657" y="4755838"/>
            <a:ext cx="795753" cy="246857"/>
            <a:chOff x="7435419" y="4613467"/>
            <a:chExt cx="1708581" cy="530033"/>
          </a:xfrm>
        </p:grpSpPr>
        <p:pic>
          <p:nvPicPr>
            <p:cNvPr id="27" name="Picture 26" descr="A black background with white text  AI-generated content may be incorrect.">
              <a:extLst>
                <a:ext uri="{FF2B5EF4-FFF2-40B4-BE49-F238E27FC236}">
                  <a16:creationId xmlns:a16="http://schemas.microsoft.com/office/drawing/2014/main" id="{2F207472-54C0-A608-BE2C-F96735C0E97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28" name="Rectangle 27">
              <a:extLst>
                <a:ext uri="{FF2B5EF4-FFF2-40B4-BE49-F238E27FC236}">
                  <a16:creationId xmlns:a16="http://schemas.microsoft.com/office/drawing/2014/main" id="{0C65D7EA-2F1D-EE23-807C-C31309DD5E4C}"/>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29" name="Marcador de número de diapositiva 1">
              <a:extLst>
                <a:ext uri="{FF2B5EF4-FFF2-40B4-BE49-F238E27FC236}">
                  <a16:creationId xmlns:a16="http://schemas.microsoft.com/office/drawing/2014/main" id="{32CA36C4-7239-9019-F51B-67983CC487D2}"/>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27</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Shape 1"/>
          <p:cNvSpPr/>
          <p:nvPr/>
        </p:nvSpPr>
        <p:spPr>
          <a:xfrm>
            <a:off x="457200" y="411480"/>
            <a:ext cx="320040" cy="36576"/>
          </a:xfrm>
          <a:prstGeom prst="rect">
            <a:avLst/>
          </a:prstGeom>
          <a:solidFill>
            <a:srgbClr val="3D5AFE"/>
          </a:solidFill>
          <a:ln w="12700">
            <a:solidFill>
              <a:srgbClr val="3D5AFE"/>
            </a:solidFill>
            <a:prstDash val="solid"/>
          </a:ln>
        </p:spPr>
        <p:txBody>
          <a:bodyPr/>
          <a:lstStyle/>
          <a:p>
            <a:endParaRPr lang="en-ES"/>
          </a:p>
        </p:txBody>
      </p:sp>
      <p:sp>
        <p:nvSpPr>
          <p:cNvPr id="4" name="Text 2"/>
          <p:cNvSpPr/>
          <p:nvPr/>
        </p:nvSpPr>
        <p:spPr>
          <a:xfrm>
            <a:off x="457200" y="502920"/>
            <a:ext cx="5486400" cy="256032"/>
          </a:xfrm>
          <a:prstGeom prst="rect">
            <a:avLst/>
          </a:prstGeom>
          <a:noFill/>
          <a:ln/>
        </p:spPr>
        <p:txBody>
          <a:bodyPr wrap="square" lIns="0" tIns="0" rIns="0" bIns="0" rtlCol="0" anchor="t"/>
          <a:lstStyle/>
          <a:p>
            <a:pPr marL="0" indent="0">
              <a:buNone/>
            </a:pPr>
            <a:r>
              <a:rPr lang="en-US" sz="1000" b="1" kern="0" spc="400">
                <a:solidFill>
                  <a:srgbClr val="3D5AFE"/>
                </a:solidFill>
                <a:latin typeface="Open Sans" pitchFamily="34" charset="0"/>
                <a:ea typeface="Open Sans" pitchFamily="34" charset="-122"/>
                <a:cs typeface="Open Sans" pitchFamily="34" charset="-120"/>
              </a:rPr>
              <a:t>COMPOSICIÓN DEL EQUIPO</a:t>
            </a:r>
            <a:endParaRPr lang="en-US" sz="1000"/>
          </a:p>
        </p:txBody>
      </p:sp>
      <p:sp>
        <p:nvSpPr>
          <p:cNvPr id="5" name="Text 3"/>
          <p:cNvSpPr/>
          <p:nvPr/>
        </p:nvSpPr>
        <p:spPr>
          <a:xfrm>
            <a:off x="457200" y="868680"/>
            <a:ext cx="8229600" cy="640080"/>
          </a:xfrm>
          <a:prstGeom prst="rect">
            <a:avLst/>
          </a:prstGeom>
          <a:noFill/>
          <a:ln/>
        </p:spPr>
        <p:txBody>
          <a:bodyPr wrap="square" lIns="0" tIns="0" rIns="0" bIns="0" rtlCol="0" anchor="t"/>
          <a:lstStyle/>
          <a:p>
            <a:pPr marL="0" indent="0">
              <a:buNone/>
            </a:pPr>
            <a:r>
              <a:rPr lang="en-US" sz="2800" b="1">
                <a:solidFill>
                  <a:srgbClr val="1A1A2E"/>
                </a:solidFill>
                <a:latin typeface="Outfit" pitchFamily="34" charset="0"/>
                <a:ea typeface="Open Sans" pitchFamily="34" charset="-122"/>
                <a:cs typeface="Open Sans" pitchFamily="34" charset="-120"/>
              </a:rPr>
              <a:t>Equipo externo y colaboración continua</a:t>
            </a:r>
            <a:endParaRPr lang="en-US" sz="2800"/>
          </a:p>
        </p:txBody>
      </p:sp>
      <p:sp>
        <p:nvSpPr>
          <p:cNvPr id="6" name="Shape 4"/>
          <p:cNvSpPr/>
          <p:nvPr/>
        </p:nvSpPr>
        <p:spPr>
          <a:xfrm>
            <a:off x="457200" y="1691640"/>
            <a:ext cx="3291840" cy="2926080"/>
          </a:xfrm>
          <a:prstGeom prst="roundRect">
            <a:avLst>
              <a:gd name="adj" fmla="val 0"/>
            </a:avLst>
          </a:prstGeom>
          <a:solidFill>
            <a:srgbClr val="FFFFFF"/>
          </a:solidFill>
          <a:ln w="9525">
            <a:solidFill>
              <a:srgbClr val="F2F3F7"/>
            </a:solidFill>
            <a:prstDash val="solid"/>
          </a:ln>
          <a:effectLst>
            <a:outerShdw blurRad="127000" dist="25400" dir="5400000" algn="bl" rotWithShape="0">
              <a:srgbClr val="000000">
                <a:alpha val="8000"/>
              </a:srgbClr>
            </a:outerShdw>
          </a:effectLst>
        </p:spPr>
        <p:txBody>
          <a:bodyPr/>
          <a:lstStyle/>
          <a:p>
            <a:endParaRPr lang="en-ES"/>
          </a:p>
        </p:txBody>
      </p:sp>
      <p:sp>
        <p:nvSpPr>
          <p:cNvPr id="7" name="Shape 5"/>
          <p:cNvSpPr/>
          <p:nvPr/>
        </p:nvSpPr>
        <p:spPr>
          <a:xfrm>
            <a:off x="457200" y="1691640"/>
            <a:ext cx="73152" cy="2926080"/>
          </a:xfrm>
          <a:prstGeom prst="rect">
            <a:avLst/>
          </a:prstGeom>
          <a:solidFill>
            <a:srgbClr val="1A1A2E"/>
          </a:solidFill>
          <a:ln w="12700">
            <a:solidFill>
              <a:srgbClr val="1A1A2E"/>
            </a:solidFill>
            <a:prstDash val="solid"/>
          </a:ln>
        </p:spPr>
        <p:txBody>
          <a:bodyPr/>
          <a:lstStyle/>
          <a:p>
            <a:endParaRPr lang="en-ES"/>
          </a:p>
        </p:txBody>
      </p:sp>
      <p:sp>
        <p:nvSpPr>
          <p:cNvPr id="8" name="Text 6"/>
          <p:cNvSpPr/>
          <p:nvPr/>
        </p:nvSpPr>
        <p:spPr>
          <a:xfrm>
            <a:off x="685800" y="1828800"/>
            <a:ext cx="2926080" cy="320040"/>
          </a:xfrm>
          <a:prstGeom prst="rect">
            <a:avLst/>
          </a:prstGeom>
          <a:noFill/>
          <a:ln/>
        </p:spPr>
        <p:txBody>
          <a:bodyPr wrap="square" lIns="0" tIns="0" rIns="0" bIns="0" rtlCol="0" anchor="ctr"/>
          <a:lstStyle/>
          <a:p>
            <a:pPr marL="0" indent="0">
              <a:buNone/>
            </a:pPr>
            <a:r>
              <a:rPr lang="en-US" sz="1600" b="1">
                <a:solidFill>
                  <a:srgbClr val="1A1A2E"/>
                </a:solidFill>
                <a:latin typeface="Open Sans" pitchFamily="34" charset="0"/>
                <a:ea typeface="Open Sans" pitchFamily="34" charset="-122"/>
                <a:cs typeface="Open Sans" pitchFamily="34" charset="-120"/>
              </a:rPr>
              <a:t>Su empresa</a:t>
            </a:r>
            <a:endParaRPr lang="en-US" sz="1600"/>
          </a:p>
        </p:txBody>
      </p:sp>
      <p:sp>
        <p:nvSpPr>
          <p:cNvPr id="9" name="Text 7"/>
          <p:cNvSpPr/>
          <p:nvPr/>
        </p:nvSpPr>
        <p:spPr>
          <a:xfrm>
            <a:off x="685800" y="2286000"/>
            <a:ext cx="2926080" cy="274320"/>
          </a:xfrm>
          <a:prstGeom prst="rect">
            <a:avLst/>
          </a:prstGeom>
          <a:noFill/>
          <a:ln/>
        </p:spPr>
        <p:txBody>
          <a:bodyPr wrap="square" lIns="0" tIns="0" rIns="0" bIns="0" rtlCol="0" anchor="ctr"/>
          <a:lstStyle/>
          <a:p>
            <a:pPr marL="0" indent="0">
              <a:buNone/>
            </a:pPr>
            <a:r>
              <a:rPr lang="en-US" sz="1200" b="1">
                <a:solidFill>
                  <a:srgbClr val="3D5AFE"/>
                </a:solidFill>
                <a:latin typeface="Open Sans" pitchFamily="34" charset="0"/>
                <a:ea typeface="Open Sans" pitchFamily="34" charset="-122"/>
                <a:cs typeface="Open Sans" pitchFamily="34" charset="-120"/>
              </a:rPr>
              <a:t>Product Owner</a:t>
            </a:r>
            <a:endParaRPr lang="en-US" sz="1200"/>
          </a:p>
        </p:txBody>
      </p:sp>
      <p:sp>
        <p:nvSpPr>
          <p:cNvPr id="10" name="Text 8"/>
          <p:cNvSpPr/>
          <p:nvPr/>
        </p:nvSpPr>
        <p:spPr>
          <a:xfrm>
            <a:off x="685800" y="2578608"/>
            <a:ext cx="2926080" cy="731520"/>
          </a:xfrm>
          <a:prstGeom prst="rect">
            <a:avLst/>
          </a:prstGeom>
          <a:noFill/>
          <a:ln/>
        </p:spPr>
        <p:txBody>
          <a:bodyPr wrap="square" lIns="0" tIns="0" rIns="0" bIns="0" rtlCol="0" anchor="t"/>
          <a:lstStyle/>
          <a:p>
            <a:pPr marL="0" indent="0">
              <a:buNone/>
            </a:pPr>
            <a:r>
              <a:rPr lang="en-US" sz="950">
                <a:solidFill>
                  <a:srgbClr val="6B7280"/>
                </a:solidFill>
                <a:latin typeface="Open Sans" pitchFamily="34" charset="0"/>
                <a:ea typeface="Open Sans" pitchFamily="34" charset="-122"/>
                <a:cs typeface="Open Sans" pitchFamily="34" charset="-120"/>
              </a:rPr>
              <a:t>Stakeholder con poder de decisión, priorización, presencia en reuniones y revisiones.</a:t>
            </a:r>
            <a:endParaRPr lang="en-US" sz="950"/>
          </a:p>
        </p:txBody>
      </p:sp>
      <p:sp>
        <p:nvSpPr>
          <p:cNvPr id="11" name="Text 9"/>
          <p:cNvSpPr/>
          <p:nvPr/>
        </p:nvSpPr>
        <p:spPr>
          <a:xfrm>
            <a:off x="685800" y="3566160"/>
            <a:ext cx="2926080" cy="274320"/>
          </a:xfrm>
          <a:prstGeom prst="rect">
            <a:avLst/>
          </a:prstGeom>
          <a:noFill/>
          <a:ln/>
        </p:spPr>
        <p:txBody>
          <a:bodyPr wrap="square" lIns="0" tIns="0" rIns="0" bIns="0" rtlCol="0" anchor="ctr"/>
          <a:lstStyle/>
          <a:p>
            <a:pPr marL="0" indent="0">
              <a:buNone/>
            </a:pPr>
            <a:r>
              <a:rPr lang="en-US" sz="1200" b="1">
                <a:solidFill>
                  <a:srgbClr val="3D5AFE"/>
                </a:solidFill>
                <a:latin typeface="Open Sans" pitchFamily="34" charset="0"/>
                <a:ea typeface="Open Sans" pitchFamily="34" charset="-122"/>
                <a:cs typeface="Open Sans" pitchFamily="34" charset="-120"/>
              </a:rPr>
              <a:t>Participantes</a:t>
            </a:r>
            <a:endParaRPr lang="en-US" sz="1200"/>
          </a:p>
        </p:txBody>
      </p:sp>
      <p:sp>
        <p:nvSpPr>
          <p:cNvPr id="12" name="Text 10"/>
          <p:cNvSpPr/>
          <p:nvPr/>
        </p:nvSpPr>
        <p:spPr>
          <a:xfrm>
            <a:off x="685800" y="3858768"/>
            <a:ext cx="2926080" cy="594360"/>
          </a:xfrm>
          <a:prstGeom prst="rect">
            <a:avLst/>
          </a:prstGeom>
          <a:noFill/>
          <a:ln/>
        </p:spPr>
        <p:txBody>
          <a:bodyPr wrap="square" lIns="0" tIns="0" rIns="0" bIns="0" rtlCol="0" anchor="t"/>
          <a:lstStyle/>
          <a:p>
            <a:pPr marL="0" indent="0">
              <a:buNone/>
            </a:pPr>
            <a:r>
              <a:rPr lang="en-US" sz="950">
                <a:solidFill>
                  <a:srgbClr val="6B7280"/>
                </a:solidFill>
                <a:latin typeface="Open Sans" pitchFamily="34" charset="0"/>
                <a:ea typeface="Open Sans" pitchFamily="34" charset="-122"/>
                <a:cs typeface="Open Sans" pitchFamily="34" charset="-120"/>
              </a:rPr>
              <a:t>Unidades de Negocio, Operaciones y Finanzas.</a:t>
            </a:r>
            <a:endParaRPr lang="en-US" sz="950"/>
          </a:p>
        </p:txBody>
      </p:sp>
      <p:sp>
        <p:nvSpPr>
          <p:cNvPr id="13" name="Shape 11"/>
          <p:cNvSpPr/>
          <p:nvPr/>
        </p:nvSpPr>
        <p:spPr>
          <a:xfrm>
            <a:off x="3886200" y="2971800"/>
            <a:ext cx="1280160" cy="320040"/>
          </a:xfrm>
          <a:prstGeom prst="roundRect">
            <a:avLst>
              <a:gd name="adj" fmla="val 0"/>
            </a:avLst>
          </a:prstGeom>
          <a:solidFill>
            <a:srgbClr val="3D5AFE"/>
          </a:solidFill>
          <a:ln w="12700">
            <a:solidFill>
              <a:srgbClr val="3D5AFE"/>
            </a:solidFill>
            <a:prstDash val="solid"/>
          </a:ln>
        </p:spPr>
        <p:txBody>
          <a:bodyPr/>
          <a:lstStyle/>
          <a:p>
            <a:endParaRPr lang="en-ES"/>
          </a:p>
        </p:txBody>
      </p:sp>
      <p:sp>
        <p:nvSpPr>
          <p:cNvPr id="14" name="Text 12"/>
          <p:cNvSpPr/>
          <p:nvPr/>
        </p:nvSpPr>
        <p:spPr>
          <a:xfrm>
            <a:off x="3886200" y="2971800"/>
            <a:ext cx="1280160" cy="320040"/>
          </a:xfrm>
          <a:prstGeom prst="rect">
            <a:avLst/>
          </a:prstGeom>
          <a:noFill/>
          <a:ln/>
        </p:spPr>
        <p:txBody>
          <a:bodyPr wrap="square" lIns="0" tIns="0" rIns="0" bIns="0" rtlCol="0" anchor="ctr"/>
          <a:lstStyle/>
          <a:p>
            <a:pPr marL="0" indent="0" algn="ctr">
              <a:buNone/>
            </a:pPr>
            <a:r>
              <a:rPr lang="en-US" sz="900" b="1">
                <a:solidFill>
                  <a:srgbClr val="FFFFFF"/>
                </a:solidFill>
                <a:latin typeface="Open Sans" pitchFamily="34" charset="0"/>
                <a:ea typeface="Open Sans" pitchFamily="34" charset="-122"/>
                <a:cs typeface="Open Sans" pitchFamily="34" charset="-120"/>
              </a:rPr>
              <a:t>Interacción regular</a:t>
            </a:r>
            <a:endParaRPr lang="en-US" sz="900"/>
          </a:p>
        </p:txBody>
      </p:sp>
      <p:sp>
        <p:nvSpPr>
          <p:cNvPr id="15" name="Shape 13"/>
          <p:cNvSpPr/>
          <p:nvPr/>
        </p:nvSpPr>
        <p:spPr>
          <a:xfrm>
            <a:off x="5303520" y="1691640"/>
            <a:ext cx="3383280" cy="2926080"/>
          </a:xfrm>
          <a:prstGeom prst="roundRect">
            <a:avLst>
              <a:gd name="adj" fmla="val 0"/>
            </a:avLst>
          </a:prstGeom>
          <a:solidFill>
            <a:srgbClr val="3D5AFE"/>
          </a:solidFill>
          <a:ln w="12700">
            <a:solidFill>
              <a:srgbClr val="3D5AFE"/>
            </a:solidFill>
            <a:prstDash val="solid"/>
          </a:ln>
        </p:spPr>
        <p:txBody>
          <a:bodyPr/>
          <a:lstStyle/>
          <a:p>
            <a:endParaRPr lang="en-ES"/>
          </a:p>
        </p:txBody>
      </p:sp>
      <p:sp>
        <p:nvSpPr>
          <p:cNvPr id="16" name="Text 14"/>
          <p:cNvSpPr/>
          <p:nvPr/>
        </p:nvSpPr>
        <p:spPr>
          <a:xfrm>
            <a:off x="5440680" y="1828800"/>
            <a:ext cx="3108960" cy="320040"/>
          </a:xfrm>
          <a:prstGeom prst="rect">
            <a:avLst/>
          </a:prstGeom>
          <a:noFill/>
          <a:ln/>
        </p:spPr>
        <p:txBody>
          <a:bodyPr wrap="square" lIns="0" tIns="0" rIns="0" bIns="0" rtlCol="0" anchor="ctr"/>
          <a:lstStyle/>
          <a:p>
            <a:pPr marL="0" indent="0">
              <a:buNone/>
            </a:pPr>
            <a:r>
              <a:rPr lang="en-US" sz="1400" b="1">
                <a:solidFill>
                  <a:srgbClr val="FFFFFF"/>
                </a:solidFill>
                <a:latin typeface="Open Sans" pitchFamily="34" charset="0"/>
                <a:ea typeface="Open Sans" pitchFamily="34" charset="-122"/>
                <a:cs typeface="Open Sans" pitchFamily="34" charset="-120"/>
              </a:rPr>
              <a:t>Equipo externo Plain Concepts</a:t>
            </a:r>
            <a:endParaRPr lang="en-US" sz="1400"/>
          </a:p>
        </p:txBody>
      </p:sp>
      <p:sp>
        <p:nvSpPr>
          <p:cNvPr id="17" name="Text 15"/>
          <p:cNvSpPr/>
          <p:nvPr/>
        </p:nvSpPr>
        <p:spPr>
          <a:xfrm>
            <a:off x="5440680" y="2194560"/>
            <a:ext cx="3108960" cy="640080"/>
          </a:xfrm>
          <a:prstGeom prst="rect">
            <a:avLst/>
          </a:prstGeom>
          <a:noFill/>
          <a:ln/>
        </p:spPr>
        <p:txBody>
          <a:bodyPr wrap="square" lIns="0" tIns="0" rIns="0" bIns="0" rtlCol="0" anchor="t"/>
          <a:lstStyle/>
          <a:p>
            <a:pPr marL="0" indent="0">
              <a:buNone/>
            </a:pPr>
            <a:r>
              <a:rPr lang="en-US" sz="1000" i="1">
                <a:solidFill>
                  <a:srgbClr val="E5E7EB"/>
                </a:solidFill>
                <a:latin typeface="Open Sans" pitchFamily="34" charset="0"/>
                <a:ea typeface="Open Sans" pitchFamily="34" charset="-122"/>
                <a:cs typeface="Open Sans" pitchFamily="34" charset="-120"/>
              </a:rPr>
              <a:t>Equipo multidisciplinario autoorganizado con metodologías ágiles y buenas prácticas.</a:t>
            </a:r>
            <a:endParaRPr lang="en-US" sz="1000"/>
          </a:p>
        </p:txBody>
      </p:sp>
      <p:sp>
        <p:nvSpPr>
          <p:cNvPr id="18" name="Shape 16"/>
          <p:cNvSpPr/>
          <p:nvPr/>
        </p:nvSpPr>
        <p:spPr>
          <a:xfrm>
            <a:off x="5440680" y="2926080"/>
            <a:ext cx="3108960" cy="502920"/>
          </a:xfrm>
          <a:prstGeom prst="roundRect">
            <a:avLst>
              <a:gd name="adj" fmla="val 0"/>
            </a:avLst>
          </a:prstGeom>
          <a:solidFill>
            <a:srgbClr val="FFFFFF">
              <a:alpha val="12000"/>
            </a:srgbClr>
          </a:solidFill>
          <a:ln w="6350">
            <a:solidFill>
              <a:srgbClr val="E5E7EB"/>
            </a:solidFill>
            <a:prstDash val="solid"/>
          </a:ln>
        </p:spPr>
        <p:txBody>
          <a:bodyPr/>
          <a:lstStyle/>
          <a:p>
            <a:endParaRPr lang="en-ES"/>
          </a:p>
        </p:txBody>
      </p:sp>
      <p:sp>
        <p:nvSpPr>
          <p:cNvPr id="19" name="Text 17"/>
          <p:cNvSpPr/>
          <p:nvPr/>
        </p:nvSpPr>
        <p:spPr>
          <a:xfrm>
            <a:off x="5577840" y="2953512"/>
            <a:ext cx="2834640" cy="219456"/>
          </a:xfrm>
          <a:prstGeom prst="rect">
            <a:avLst/>
          </a:prstGeom>
          <a:noFill/>
          <a:ln/>
        </p:spPr>
        <p:txBody>
          <a:bodyPr wrap="square" lIns="0" tIns="0" rIns="0" bIns="0" rtlCol="0" anchor="ctr"/>
          <a:lstStyle/>
          <a:p>
            <a:pPr marL="0" indent="0">
              <a:buNone/>
            </a:pPr>
            <a:r>
              <a:rPr lang="en-US" sz="1000" b="1">
                <a:solidFill>
                  <a:srgbClr val="FFFFFF"/>
                </a:solidFill>
                <a:latin typeface="Open Sans" pitchFamily="34" charset="0"/>
                <a:ea typeface="Open Sans" pitchFamily="34" charset="-122"/>
                <a:cs typeface="Open Sans" pitchFamily="34" charset="-120"/>
              </a:rPr>
              <a:t>Engineering Manager</a:t>
            </a:r>
            <a:endParaRPr lang="en-US" sz="1000"/>
          </a:p>
        </p:txBody>
      </p:sp>
      <p:sp>
        <p:nvSpPr>
          <p:cNvPr id="20" name="Text 18"/>
          <p:cNvSpPr/>
          <p:nvPr/>
        </p:nvSpPr>
        <p:spPr>
          <a:xfrm>
            <a:off x="5577840" y="3172968"/>
            <a:ext cx="2834640" cy="219456"/>
          </a:xfrm>
          <a:prstGeom prst="rect">
            <a:avLst/>
          </a:prstGeom>
          <a:noFill/>
          <a:ln/>
        </p:spPr>
        <p:txBody>
          <a:bodyPr wrap="square" lIns="0" tIns="0" rIns="0" bIns="0" rtlCol="0" anchor="ctr"/>
          <a:lstStyle/>
          <a:p>
            <a:r>
              <a:rPr lang="en-US" sz="850" err="1">
                <a:solidFill>
                  <a:srgbClr val="E5E7EB"/>
                </a:solidFill>
                <a:latin typeface="Open Sans"/>
                <a:ea typeface="Open Sans"/>
                <a:cs typeface="Open Sans"/>
              </a:rPr>
              <a:t>Seguimiento</a:t>
            </a:r>
            <a:r>
              <a:rPr lang="en-US" sz="850">
                <a:solidFill>
                  <a:srgbClr val="E5E7EB"/>
                </a:solidFill>
                <a:latin typeface="Open Sans"/>
                <a:ea typeface="Open Sans"/>
                <a:cs typeface="Open Sans"/>
              </a:rPr>
              <a:t> </a:t>
            </a:r>
            <a:r>
              <a:rPr lang="en-US" sz="850" err="1">
                <a:solidFill>
                  <a:srgbClr val="E5E7EB"/>
                </a:solidFill>
                <a:latin typeface="Open Sans"/>
                <a:ea typeface="Open Sans"/>
                <a:cs typeface="Open Sans"/>
              </a:rPr>
              <a:t>proyecto</a:t>
            </a:r>
            <a:r>
              <a:rPr lang="en-US" sz="850">
                <a:solidFill>
                  <a:srgbClr val="E5E7EB"/>
                </a:solidFill>
                <a:latin typeface="Open Sans"/>
                <a:ea typeface="Open Sans"/>
                <a:cs typeface="Open Sans"/>
              </a:rPr>
              <a:t> y </a:t>
            </a:r>
            <a:r>
              <a:rPr lang="en-US" sz="850" err="1">
                <a:solidFill>
                  <a:srgbClr val="E5E7EB"/>
                </a:solidFill>
                <a:latin typeface="Open Sans"/>
                <a:ea typeface="Open Sans"/>
                <a:cs typeface="Open Sans"/>
              </a:rPr>
              <a:t>colaboración</a:t>
            </a:r>
          </a:p>
        </p:txBody>
      </p:sp>
      <p:sp>
        <p:nvSpPr>
          <p:cNvPr id="21" name="Shape 19"/>
          <p:cNvSpPr/>
          <p:nvPr/>
        </p:nvSpPr>
        <p:spPr>
          <a:xfrm>
            <a:off x="5440680" y="3474720"/>
            <a:ext cx="3108960" cy="502920"/>
          </a:xfrm>
          <a:prstGeom prst="roundRect">
            <a:avLst>
              <a:gd name="adj" fmla="val 0"/>
            </a:avLst>
          </a:prstGeom>
          <a:solidFill>
            <a:srgbClr val="FFFFFF">
              <a:alpha val="12000"/>
            </a:srgbClr>
          </a:solidFill>
          <a:ln w="6350">
            <a:solidFill>
              <a:srgbClr val="E5E7EB"/>
            </a:solidFill>
            <a:prstDash val="solid"/>
          </a:ln>
        </p:spPr>
        <p:txBody>
          <a:bodyPr/>
          <a:lstStyle/>
          <a:p>
            <a:endParaRPr lang="en-ES"/>
          </a:p>
        </p:txBody>
      </p:sp>
      <p:sp>
        <p:nvSpPr>
          <p:cNvPr id="22" name="Text 20"/>
          <p:cNvSpPr/>
          <p:nvPr/>
        </p:nvSpPr>
        <p:spPr>
          <a:xfrm>
            <a:off x="5577840" y="3502152"/>
            <a:ext cx="2834640" cy="219456"/>
          </a:xfrm>
          <a:prstGeom prst="rect">
            <a:avLst/>
          </a:prstGeom>
          <a:noFill/>
          <a:ln/>
        </p:spPr>
        <p:txBody>
          <a:bodyPr wrap="square" lIns="0" tIns="0" rIns="0" bIns="0" rtlCol="0" anchor="ctr"/>
          <a:lstStyle/>
          <a:p>
            <a:pPr marL="0" indent="0">
              <a:buNone/>
            </a:pPr>
            <a:r>
              <a:rPr lang="en-US" sz="1000" b="1">
                <a:solidFill>
                  <a:srgbClr val="FFFFFF"/>
                </a:solidFill>
                <a:latin typeface="Open Sans" pitchFamily="34" charset="0"/>
                <a:ea typeface="Open Sans" pitchFamily="34" charset="-122"/>
                <a:cs typeface="Open Sans" pitchFamily="34" charset="-120"/>
              </a:rPr>
              <a:t>Tech Leads / Seniors</a:t>
            </a:r>
            <a:endParaRPr lang="en-US" sz="1000"/>
          </a:p>
        </p:txBody>
      </p:sp>
      <p:sp>
        <p:nvSpPr>
          <p:cNvPr id="23" name="Text 21"/>
          <p:cNvSpPr/>
          <p:nvPr/>
        </p:nvSpPr>
        <p:spPr>
          <a:xfrm>
            <a:off x="5577840" y="3721608"/>
            <a:ext cx="2834640" cy="219456"/>
          </a:xfrm>
          <a:prstGeom prst="rect">
            <a:avLst/>
          </a:prstGeom>
          <a:noFill/>
          <a:ln/>
        </p:spPr>
        <p:txBody>
          <a:bodyPr wrap="square" lIns="0" tIns="0" rIns="0" bIns="0" rtlCol="0" anchor="ctr"/>
          <a:lstStyle/>
          <a:p>
            <a:pPr marL="0" indent="0">
              <a:buNone/>
            </a:pPr>
            <a:r>
              <a:rPr lang="en-US" sz="850">
                <a:solidFill>
                  <a:srgbClr val="E5E7EB"/>
                </a:solidFill>
                <a:latin typeface="Open Sans" pitchFamily="34" charset="0"/>
                <a:ea typeface="Open Sans" pitchFamily="34" charset="-122"/>
                <a:cs typeface="Open Sans" pitchFamily="34" charset="-120"/>
              </a:rPr>
              <a:t>Liderazgo técnico cotidiano</a:t>
            </a:r>
            <a:endParaRPr lang="en-US" sz="850"/>
          </a:p>
        </p:txBody>
      </p:sp>
      <p:sp>
        <p:nvSpPr>
          <p:cNvPr id="24" name="Shape 22"/>
          <p:cNvSpPr/>
          <p:nvPr/>
        </p:nvSpPr>
        <p:spPr>
          <a:xfrm>
            <a:off x="5440680" y="4023360"/>
            <a:ext cx="3108960" cy="502920"/>
          </a:xfrm>
          <a:prstGeom prst="roundRect">
            <a:avLst>
              <a:gd name="adj" fmla="val 0"/>
            </a:avLst>
          </a:prstGeom>
          <a:solidFill>
            <a:srgbClr val="FFFFFF">
              <a:alpha val="12000"/>
            </a:srgbClr>
          </a:solidFill>
          <a:ln w="6350">
            <a:solidFill>
              <a:srgbClr val="E5E7EB"/>
            </a:solidFill>
            <a:prstDash val="solid"/>
          </a:ln>
        </p:spPr>
        <p:txBody>
          <a:bodyPr/>
          <a:lstStyle/>
          <a:p>
            <a:endParaRPr lang="en-ES"/>
          </a:p>
        </p:txBody>
      </p:sp>
      <p:sp>
        <p:nvSpPr>
          <p:cNvPr id="25" name="Text 23"/>
          <p:cNvSpPr/>
          <p:nvPr/>
        </p:nvSpPr>
        <p:spPr>
          <a:xfrm>
            <a:off x="5577840" y="4050792"/>
            <a:ext cx="2834640" cy="219456"/>
          </a:xfrm>
          <a:prstGeom prst="rect">
            <a:avLst/>
          </a:prstGeom>
          <a:noFill/>
          <a:ln/>
        </p:spPr>
        <p:txBody>
          <a:bodyPr wrap="square" lIns="0" tIns="0" rIns="0" bIns="0" rtlCol="0" anchor="ctr"/>
          <a:lstStyle/>
          <a:p>
            <a:pPr marL="0" indent="0">
              <a:buNone/>
            </a:pPr>
            <a:r>
              <a:rPr lang="en-US" sz="1000" b="1">
                <a:solidFill>
                  <a:srgbClr val="FFFFFF"/>
                </a:solidFill>
                <a:latin typeface="Open Sans" pitchFamily="34" charset="0"/>
                <a:ea typeface="Open Sans" pitchFamily="34" charset="-122"/>
                <a:cs typeface="Open Sans" pitchFamily="34" charset="-120"/>
              </a:rPr>
              <a:t>Expertos multidisciplinares</a:t>
            </a:r>
            <a:endParaRPr lang="en-US" sz="1000"/>
          </a:p>
        </p:txBody>
      </p:sp>
      <p:sp>
        <p:nvSpPr>
          <p:cNvPr id="26" name="Text 24"/>
          <p:cNvSpPr/>
          <p:nvPr/>
        </p:nvSpPr>
        <p:spPr>
          <a:xfrm>
            <a:off x="5577840" y="4270248"/>
            <a:ext cx="2834640" cy="219456"/>
          </a:xfrm>
          <a:prstGeom prst="rect">
            <a:avLst/>
          </a:prstGeom>
          <a:noFill/>
          <a:ln/>
        </p:spPr>
        <p:txBody>
          <a:bodyPr wrap="square" lIns="0" tIns="0" rIns="0" bIns="0" rtlCol="0" anchor="ctr"/>
          <a:lstStyle/>
          <a:p>
            <a:pPr marL="0" indent="0">
              <a:buNone/>
            </a:pPr>
            <a:r>
              <a:rPr lang="en-US" sz="850">
                <a:solidFill>
                  <a:srgbClr val="E5E7EB"/>
                </a:solidFill>
                <a:latin typeface="Open Sans" pitchFamily="34" charset="0"/>
                <a:ea typeface="Open Sans" pitchFamily="34" charset="-122"/>
                <a:cs typeface="Open Sans" pitchFamily="34" charset="-120"/>
              </a:rPr>
              <a:t>Dev, Datos e IA, Diseño, QA, Delivery</a:t>
            </a:r>
            <a:endParaRPr lang="en-US" sz="850"/>
          </a:p>
        </p:txBody>
      </p:sp>
      <p:grpSp>
        <p:nvGrpSpPr>
          <p:cNvPr id="31" name="Group 30">
            <a:extLst>
              <a:ext uri="{FF2B5EF4-FFF2-40B4-BE49-F238E27FC236}">
                <a16:creationId xmlns:a16="http://schemas.microsoft.com/office/drawing/2014/main" id="{64043937-F41F-A390-06A3-1F92BF6FE4FE}"/>
              </a:ext>
            </a:extLst>
          </p:cNvPr>
          <p:cNvGrpSpPr/>
          <p:nvPr/>
        </p:nvGrpSpPr>
        <p:grpSpPr>
          <a:xfrm>
            <a:off x="8039657" y="4755838"/>
            <a:ext cx="795753" cy="246857"/>
            <a:chOff x="7435419" y="4613467"/>
            <a:chExt cx="1708581" cy="530033"/>
          </a:xfrm>
        </p:grpSpPr>
        <p:pic>
          <p:nvPicPr>
            <p:cNvPr id="32" name="Picture 31" descr="A black background with white text  AI-generated content may be incorrect.">
              <a:extLst>
                <a:ext uri="{FF2B5EF4-FFF2-40B4-BE49-F238E27FC236}">
                  <a16:creationId xmlns:a16="http://schemas.microsoft.com/office/drawing/2014/main" id="{A6C3E25E-EB54-B253-2C9F-601443A7FCF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33" name="Rectangle 32">
              <a:extLst>
                <a:ext uri="{FF2B5EF4-FFF2-40B4-BE49-F238E27FC236}">
                  <a16:creationId xmlns:a16="http://schemas.microsoft.com/office/drawing/2014/main" id="{8E5F8297-71FB-7D17-E2C7-69CA315F1706}"/>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34" name="Marcador de número de diapositiva 1">
              <a:extLst>
                <a:ext uri="{FF2B5EF4-FFF2-40B4-BE49-F238E27FC236}">
                  <a16:creationId xmlns:a16="http://schemas.microsoft.com/office/drawing/2014/main" id="{31673C97-0367-6AF9-3721-53303A571A79}"/>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28</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Shape 1"/>
          <p:cNvSpPr/>
          <p:nvPr/>
        </p:nvSpPr>
        <p:spPr>
          <a:xfrm>
            <a:off x="457200" y="411480"/>
            <a:ext cx="320040" cy="36576"/>
          </a:xfrm>
          <a:prstGeom prst="rect">
            <a:avLst/>
          </a:prstGeom>
          <a:solidFill>
            <a:srgbClr val="3D5AFE"/>
          </a:solidFill>
          <a:ln w="12700">
            <a:solidFill>
              <a:srgbClr val="3D5AFE"/>
            </a:solidFill>
            <a:prstDash val="solid"/>
          </a:ln>
        </p:spPr>
        <p:txBody>
          <a:bodyPr/>
          <a:lstStyle/>
          <a:p>
            <a:endParaRPr lang="en-ES"/>
          </a:p>
        </p:txBody>
      </p:sp>
      <p:sp>
        <p:nvSpPr>
          <p:cNvPr id="4" name="Text 2"/>
          <p:cNvSpPr/>
          <p:nvPr/>
        </p:nvSpPr>
        <p:spPr>
          <a:xfrm>
            <a:off x="457200" y="502920"/>
            <a:ext cx="5486400" cy="256032"/>
          </a:xfrm>
          <a:prstGeom prst="rect">
            <a:avLst/>
          </a:prstGeom>
          <a:noFill/>
          <a:ln/>
        </p:spPr>
        <p:txBody>
          <a:bodyPr wrap="square" lIns="0" tIns="0" rIns="0" bIns="0" rtlCol="0" anchor="t"/>
          <a:lstStyle/>
          <a:p>
            <a:pPr marL="0" indent="0">
              <a:buNone/>
            </a:pPr>
            <a:r>
              <a:rPr lang="en-US" sz="1000" b="1" kern="0" spc="400">
                <a:solidFill>
                  <a:srgbClr val="3D5AFE"/>
                </a:solidFill>
                <a:latin typeface="Open Sans" pitchFamily="34" charset="0"/>
                <a:ea typeface="Open Sans" pitchFamily="34" charset="-122"/>
                <a:cs typeface="Open Sans" pitchFamily="34" charset="-120"/>
              </a:rPr>
              <a:t>COMPOSICIÓN DEL EQUIPO</a:t>
            </a:r>
            <a:endParaRPr lang="en-US" sz="1000"/>
          </a:p>
        </p:txBody>
      </p:sp>
      <p:sp>
        <p:nvSpPr>
          <p:cNvPr id="5" name="Text 3"/>
          <p:cNvSpPr/>
          <p:nvPr/>
        </p:nvSpPr>
        <p:spPr>
          <a:xfrm>
            <a:off x="457200" y="868680"/>
            <a:ext cx="8229600" cy="640080"/>
          </a:xfrm>
          <a:prstGeom prst="rect">
            <a:avLst/>
          </a:prstGeom>
          <a:noFill/>
          <a:ln/>
        </p:spPr>
        <p:txBody>
          <a:bodyPr wrap="square" lIns="0" tIns="0" rIns="0" bIns="0" rtlCol="0" anchor="t"/>
          <a:lstStyle/>
          <a:p>
            <a:pPr marL="0" indent="0">
              <a:buNone/>
            </a:pPr>
            <a:r>
              <a:rPr lang="en-US" sz="2800" b="1">
                <a:solidFill>
                  <a:srgbClr val="1A1A2E"/>
                </a:solidFill>
                <a:latin typeface="Outfit" pitchFamily="34" charset="0"/>
                <a:ea typeface="Open Sans" pitchFamily="34" charset="-122"/>
                <a:cs typeface="Open Sans" pitchFamily="34" charset="-120"/>
              </a:rPr>
              <a:t>Composición de nuestro equipo híbrido</a:t>
            </a:r>
            <a:endParaRPr lang="en-US" sz="2800"/>
          </a:p>
        </p:txBody>
      </p:sp>
      <p:sp>
        <p:nvSpPr>
          <p:cNvPr id="6" name="Shape 4"/>
          <p:cNvSpPr/>
          <p:nvPr/>
        </p:nvSpPr>
        <p:spPr>
          <a:xfrm>
            <a:off x="457200" y="1691640"/>
            <a:ext cx="3291840" cy="2926080"/>
          </a:xfrm>
          <a:prstGeom prst="roundRect">
            <a:avLst>
              <a:gd name="adj" fmla="val 0"/>
            </a:avLst>
          </a:prstGeom>
          <a:solidFill>
            <a:srgbClr val="FFFFFF"/>
          </a:solidFill>
          <a:ln w="9525">
            <a:solidFill>
              <a:srgbClr val="F2F3F7"/>
            </a:solidFill>
            <a:prstDash val="solid"/>
          </a:ln>
          <a:effectLst>
            <a:outerShdw blurRad="127000" dist="25400" dir="5400000" algn="bl" rotWithShape="0">
              <a:srgbClr val="000000">
                <a:alpha val="8000"/>
              </a:srgbClr>
            </a:outerShdw>
          </a:effectLst>
        </p:spPr>
        <p:txBody>
          <a:bodyPr/>
          <a:lstStyle/>
          <a:p>
            <a:endParaRPr lang="en-ES"/>
          </a:p>
        </p:txBody>
      </p:sp>
      <p:sp>
        <p:nvSpPr>
          <p:cNvPr id="7" name="Shape 5"/>
          <p:cNvSpPr/>
          <p:nvPr/>
        </p:nvSpPr>
        <p:spPr>
          <a:xfrm>
            <a:off x="457200" y="1691640"/>
            <a:ext cx="73152" cy="2926080"/>
          </a:xfrm>
          <a:prstGeom prst="rect">
            <a:avLst/>
          </a:prstGeom>
          <a:solidFill>
            <a:srgbClr val="1A1A2E"/>
          </a:solidFill>
          <a:ln w="12700">
            <a:solidFill>
              <a:srgbClr val="1A1A2E"/>
            </a:solidFill>
            <a:prstDash val="solid"/>
          </a:ln>
        </p:spPr>
        <p:txBody>
          <a:bodyPr/>
          <a:lstStyle/>
          <a:p>
            <a:endParaRPr lang="en-ES"/>
          </a:p>
        </p:txBody>
      </p:sp>
      <p:sp>
        <p:nvSpPr>
          <p:cNvPr id="8" name="Text 6"/>
          <p:cNvSpPr/>
          <p:nvPr/>
        </p:nvSpPr>
        <p:spPr>
          <a:xfrm>
            <a:off x="685800" y="1828800"/>
            <a:ext cx="2926080" cy="320040"/>
          </a:xfrm>
          <a:prstGeom prst="rect">
            <a:avLst/>
          </a:prstGeom>
          <a:noFill/>
          <a:ln/>
        </p:spPr>
        <p:txBody>
          <a:bodyPr wrap="square" lIns="0" tIns="0" rIns="0" bIns="0" rtlCol="0" anchor="ctr"/>
          <a:lstStyle/>
          <a:p>
            <a:pPr marL="0" indent="0">
              <a:buNone/>
            </a:pPr>
            <a:r>
              <a:rPr lang="en-US" sz="1600" b="1">
                <a:solidFill>
                  <a:srgbClr val="1A1A2E"/>
                </a:solidFill>
                <a:latin typeface="Open Sans" pitchFamily="34" charset="0"/>
                <a:ea typeface="Open Sans" pitchFamily="34" charset="-122"/>
                <a:cs typeface="Open Sans" pitchFamily="34" charset="-120"/>
              </a:rPr>
              <a:t>Su compañía</a:t>
            </a:r>
            <a:endParaRPr lang="en-US" sz="1600"/>
          </a:p>
        </p:txBody>
      </p:sp>
      <p:sp>
        <p:nvSpPr>
          <p:cNvPr id="9" name="Text 7"/>
          <p:cNvSpPr/>
          <p:nvPr/>
        </p:nvSpPr>
        <p:spPr>
          <a:xfrm>
            <a:off x="685800" y="2286000"/>
            <a:ext cx="2926080" cy="274320"/>
          </a:xfrm>
          <a:prstGeom prst="rect">
            <a:avLst/>
          </a:prstGeom>
          <a:noFill/>
          <a:ln/>
        </p:spPr>
        <p:txBody>
          <a:bodyPr wrap="square" lIns="0" tIns="0" rIns="0" bIns="0" rtlCol="0" anchor="ctr"/>
          <a:lstStyle/>
          <a:p>
            <a:pPr marL="0" indent="0">
              <a:buNone/>
            </a:pPr>
            <a:r>
              <a:rPr lang="en-US" sz="1200" b="1">
                <a:solidFill>
                  <a:srgbClr val="3D5AFE"/>
                </a:solidFill>
                <a:latin typeface="Open Sans" pitchFamily="34" charset="0"/>
                <a:ea typeface="Open Sans" pitchFamily="34" charset="-122"/>
                <a:cs typeface="Open Sans" pitchFamily="34" charset="-120"/>
              </a:rPr>
              <a:t>Product Owner</a:t>
            </a:r>
            <a:endParaRPr lang="en-US" sz="1200"/>
          </a:p>
        </p:txBody>
      </p:sp>
      <p:sp>
        <p:nvSpPr>
          <p:cNvPr id="10" name="Text 8"/>
          <p:cNvSpPr/>
          <p:nvPr/>
        </p:nvSpPr>
        <p:spPr>
          <a:xfrm>
            <a:off x="685800" y="2578608"/>
            <a:ext cx="2926080" cy="731520"/>
          </a:xfrm>
          <a:prstGeom prst="rect">
            <a:avLst/>
          </a:prstGeom>
          <a:noFill/>
          <a:ln/>
        </p:spPr>
        <p:txBody>
          <a:bodyPr wrap="square" lIns="0" tIns="0" rIns="0" bIns="0" rtlCol="0" anchor="t"/>
          <a:lstStyle/>
          <a:p>
            <a:pPr marL="0" indent="0">
              <a:buNone/>
            </a:pPr>
            <a:r>
              <a:rPr lang="en-US" sz="950">
                <a:solidFill>
                  <a:srgbClr val="6B7280"/>
                </a:solidFill>
                <a:latin typeface="Open Sans" pitchFamily="34" charset="0"/>
                <a:ea typeface="Open Sans" pitchFamily="34" charset="-122"/>
                <a:cs typeface="Open Sans" pitchFamily="34" charset="-120"/>
              </a:rPr>
              <a:t>Interlocutor con decisión sobre cambios y priorización de tareas, presencia en reuniones y revisiones de sprints.</a:t>
            </a:r>
            <a:endParaRPr lang="en-US" sz="950"/>
          </a:p>
        </p:txBody>
      </p:sp>
      <p:sp>
        <p:nvSpPr>
          <p:cNvPr id="11" name="Text 9"/>
          <p:cNvSpPr/>
          <p:nvPr/>
        </p:nvSpPr>
        <p:spPr>
          <a:xfrm>
            <a:off x="685800" y="3566160"/>
            <a:ext cx="2926080" cy="274320"/>
          </a:xfrm>
          <a:prstGeom prst="rect">
            <a:avLst/>
          </a:prstGeom>
          <a:noFill/>
          <a:ln/>
        </p:spPr>
        <p:txBody>
          <a:bodyPr wrap="square" lIns="0" tIns="0" rIns="0" bIns="0" rtlCol="0" anchor="ctr"/>
          <a:lstStyle/>
          <a:p>
            <a:pPr marL="0" indent="0">
              <a:buNone/>
            </a:pPr>
            <a:r>
              <a:rPr lang="en-US" sz="1200" b="1">
                <a:solidFill>
                  <a:srgbClr val="3D5AFE"/>
                </a:solidFill>
                <a:latin typeface="Open Sans" pitchFamily="34" charset="0"/>
                <a:ea typeface="Open Sans" pitchFamily="34" charset="-122"/>
                <a:cs typeface="Open Sans" pitchFamily="34" charset="-120"/>
              </a:rPr>
              <a:t>Interlocutores</a:t>
            </a:r>
            <a:endParaRPr lang="en-US" sz="1200"/>
          </a:p>
        </p:txBody>
      </p:sp>
      <p:sp>
        <p:nvSpPr>
          <p:cNvPr id="12" name="Text 10"/>
          <p:cNvSpPr/>
          <p:nvPr/>
        </p:nvSpPr>
        <p:spPr>
          <a:xfrm>
            <a:off x="685800" y="3858768"/>
            <a:ext cx="2926080" cy="594360"/>
          </a:xfrm>
          <a:prstGeom prst="rect">
            <a:avLst/>
          </a:prstGeom>
          <a:noFill/>
          <a:ln/>
        </p:spPr>
        <p:txBody>
          <a:bodyPr wrap="square" lIns="0" tIns="0" rIns="0" bIns="0" rtlCol="0" anchor="t"/>
          <a:lstStyle/>
          <a:p>
            <a:pPr marL="0" indent="0">
              <a:buNone/>
            </a:pPr>
            <a:r>
              <a:rPr lang="en-US" sz="950">
                <a:solidFill>
                  <a:srgbClr val="6B7280"/>
                </a:solidFill>
                <a:latin typeface="Open Sans" pitchFamily="34" charset="0"/>
                <a:ea typeface="Open Sans" pitchFamily="34" charset="-122"/>
                <a:cs typeface="Open Sans" pitchFamily="34" charset="-120"/>
              </a:rPr>
              <a:t>Unidades de Negocio, Operaciones y Finanzas.</a:t>
            </a:r>
            <a:endParaRPr lang="en-US" sz="950"/>
          </a:p>
        </p:txBody>
      </p:sp>
      <p:sp>
        <p:nvSpPr>
          <p:cNvPr id="13" name="Shape 11"/>
          <p:cNvSpPr/>
          <p:nvPr/>
        </p:nvSpPr>
        <p:spPr>
          <a:xfrm>
            <a:off x="3886200" y="2971800"/>
            <a:ext cx="1280160" cy="320040"/>
          </a:xfrm>
          <a:prstGeom prst="roundRect">
            <a:avLst>
              <a:gd name="adj" fmla="val 0"/>
            </a:avLst>
          </a:prstGeom>
          <a:solidFill>
            <a:srgbClr val="3D5AFE"/>
          </a:solidFill>
          <a:ln w="12700">
            <a:solidFill>
              <a:srgbClr val="3D5AFE"/>
            </a:solidFill>
            <a:prstDash val="solid"/>
          </a:ln>
        </p:spPr>
        <p:txBody>
          <a:bodyPr/>
          <a:lstStyle/>
          <a:p>
            <a:endParaRPr lang="en-ES"/>
          </a:p>
        </p:txBody>
      </p:sp>
      <p:sp>
        <p:nvSpPr>
          <p:cNvPr id="14" name="Text 12"/>
          <p:cNvSpPr/>
          <p:nvPr/>
        </p:nvSpPr>
        <p:spPr>
          <a:xfrm>
            <a:off x="3886200" y="2971800"/>
            <a:ext cx="1280160" cy="320040"/>
          </a:xfrm>
          <a:prstGeom prst="rect">
            <a:avLst/>
          </a:prstGeom>
          <a:noFill/>
          <a:ln/>
        </p:spPr>
        <p:txBody>
          <a:bodyPr wrap="square" lIns="0" tIns="0" rIns="0" bIns="0" rtlCol="0" anchor="ctr"/>
          <a:lstStyle/>
          <a:p>
            <a:pPr marL="0" indent="0" algn="ctr">
              <a:buNone/>
            </a:pPr>
            <a:r>
              <a:rPr lang="en-US" sz="900" b="1">
                <a:solidFill>
                  <a:srgbClr val="FFFFFF"/>
                </a:solidFill>
                <a:latin typeface="Open Sans" pitchFamily="34" charset="0"/>
                <a:ea typeface="Open Sans" pitchFamily="34" charset="-122"/>
                <a:cs typeface="Open Sans" pitchFamily="34" charset="-120"/>
              </a:rPr>
              <a:t>Interacción regular</a:t>
            </a:r>
            <a:endParaRPr lang="en-US" sz="900"/>
          </a:p>
        </p:txBody>
      </p:sp>
      <p:sp>
        <p:nvSpPr>
          <p:cNvPr id="15" name="Shape 13"/>
          <p:cNvSpPr/>
          <p:nvPr/>
        </p:nvSpPr>
        <p:spPr>
          <a:xfrm>
            <a:off x="5303520" y="1691640"/>
            <a:ext cx="3383280" cy="2926080"/>
          </a:xfrm>
          <a:prstGeom prst="roundRect">
            <a:avLst>
              <a:gd name="adj" fmla="val 0"/>
            </a:avLst>
          </a:prstGeom>
          <a:solidFill>
            <a:srgbClr val="3D5AFE"/>
          </a:solidFill>
          <a:ln w="12700">
            <a:solidFill>
              <a:srgbClr val="3D5AFE"/>
            </a:solidFill>
            <a:prstDash val="solid"/>
          </a:ln>
        </p:spPr>
        <p:txBody>
          <a:bodyPr/>
          <a:lstStyle/>
          <a:p>
            <a:endParaRPr lang="en-ES"/>
          </a:p>
        </p:txBody>
      </p:sp>
      <p:sp>
        <p:nvSpPr>
          <p:cNvPr id="16" name="Text 14"/>
          <p:cNvSpPr/>
          <p:nvPr/>
        </p:nvSpPr>
        <p:spPr>
          <a:xfrm>
            <a:off x="5440680" y="1828800"/>
            <a:ext cx="3108960" cy="320040"/>
          </a:xfrm>
          <a:prstGeom prst="rect">
            <a:avLst/>
          </a:prstGeom>
          <a:noFill/>
          <a:ln/>
        </p:spPr>
        <p:txBody>
          <a:bodyPr wrap="square" lIns="0" tIns="0" rIns="0" bIns="0" rtlCol="0" anchor="ctr"/>
          <a:lstStyle/>
          <a:p>
            <a:pPr marL="0" indent="0">
              <a:buNone/>
            </a:pPr>
            <a:r>
              <a:rPr lang="en-US" sz="1400" b="1">
                <a:solidFill>
                  <a:srgbClr val="FFFFFF"/>
                </a:solidFill>
                <a:latin typeface="Open Sans" pitchFamily="34" charset="0"/>
                <a:ea typeface="Open Sans" pitchFamily="34" charset="-122"/>
                <a:cs typeface="Open Sans" pitchFamily="34" charset="-120"/>
              </a:rPr>
              <a:t>Equipo híbrido Plain Concepts</a:t>
            </a:r>
            <a:endParaRPr lang="en-US" sz="1400"/>
          </a:p>
        </p:txBody>
      </p:sp>
      <p:sp>
        <p:nvSpPr>
          <p:cNvPr id="17" name="Text 15"/>
          <p:cNvSpPr/>
          <p:nvPr/>
        </p:nvSpPr>
        <p:spPr>
          <a:xfrm>
            <a:off x="5440680" y="2194560"/>
            <a:ext cx="3108960" cy="640080"/>
          </a:xfrm>
          <a:prstGeom prst="rect">
            <a:avLst/>
          </a:prstGeom>
          <a:noFill/>
          <a:ln/>
        </p:spPr>
        <p:txBody>
          <a:bodyPr wrap="square" lIns="0" tIns="0" rIns="0" bIns="0" rtlCol="0" anchor="t"/>
          <a:lstStyle/>
          <a:p>
            <a:pPr marL="0" indent="0">
              <a:buNone/>
            </a:pPr>
            <a:r>
              <a:rPr lang="en-US" sz="1000" i="1">
                <a:solidFill>
                  <a:srgbClr val="E5E7EB"/>
                </a:solidFill>
                <a:latin typeface="Open Sans" pitchFamily="34" charset="0"/>
                <a:ea typeface="Open Sans" pitchFamily="34" charset="-122"/>
                <a:cs typeface="Open Sans" pitchFamily="34" charset="-120"/>
              </a:rPr>
              <a:t>Equipo híbrido multidisciplinar organizado con los conocimientos necesarios, metodologías ágiles y buenas prácticas. Responsabilidad compartida del proyecto.</a:t>
            </a:r>
            <a:endParaRPr lang="en-US" sz="1000"/>
          </a:p>
        </p:txBody>
      </p:sp>
      <p:sp>
        <p:nvSpPr>
          <p:cNvPr id="18" name="Shape 16"/>
          <p:cNvSpPr/>
          <p:nvPr/>
        </p:nvSpPr>
        <p:spPr>
          <a:xfrm>
            <a:off x="5440680" y="2926080"/>
            <a:ext cx="3108960" cy="502920"/>
          </a:xfrm>
          <a:prstGeom prst="roundRect">
            <a:avLst>
              <a:gd name="adj" fmla="val 0"/>
            </a:avLst>
          </a:prstGeom>
          <a:solidFill>
            <a:srgbClr val="FFFFFF">
              <a:alpha val="12000"/>
            </a:srgbClr>
          </a:solidFill>
          <a:ln w="6350">
            <a:solidFill>
              <a:srgbClr val="E5E7EB"/>
            </a:solidFill>
            <a:prstDash val="solid"/>
          </a:ln>
        </p:spPr>
        <p:txBody>
          <a:bodyPr/>
          <a:lstStyle/>
          <a:p>
            <a:endParaRPr lang="en-ES"/>
          </a:p>
        </p:txBody>
      </p:sp>
      <p:sp>
        <p:nvSpPr>
          <p:cNvPr id="19" name="Text 17"/>
          <p:cNvSpPr/>
          <p:nvPr/>
        </p:nvSpPr>
        <p:spPr>
          <a:xfrm>
            <a:off x="5577840" y="2953512"/>
            <a:ext cx="2834640" cy="219456"/>
          </a:xfrm>
          <a:prstGeom prst="rect">
            <a:avLst/>
          </a:prstGeom>
          <a:noFill/>
          <a:ln/>
        </p:spPr>
        <p:txBody>
          <a:bodyPr wrap="square" lIns="0" tIns="0" rIns="0" bIns="0" rtlCol="0" anchor="ctr"/>
          <a:lstStyle/>
          <a:p>
            <a:pPr marL="0" indent="0">
              <a:buNone/>
            </a:pPr>
            <a:r>
              <a:rPr lang="en-US" sz="1000" b="1">
                <a:solidFill>
                  <a:srgbClr val="FFFFFF"/>
                </a:solidFill>
                <a:latin typeface="Open Sans" pitchFamily="34" charset="0"/>
                <a:ea typeface="Open Sans" pitchFamily="34" charset="-122"/>
                <a:cs typeface="Open Sans" pitchFamily="34" charset="-120"/>
              </a:rPr>
              <a:t>Delivery Manager</a:t>
            </a:r>
            <a:endParaRPr lang="en-US" sz="1000"/>
          </a:p>
        </p:txBody>
      </p:sp>
      <p:sp>
        <p:nvSpPr>
          <p:cNvPr id="20" name="Text 18"/>
          <p:cNvSpPr/>
          <p:nvPr/>
        </p:nvSpPr>
        <p:spPr>
          <a:xfrm>
            <a:off x="5577840" y="3172968"/>
            <a:ext cx="2834640" cy="219456"/>
          </a:xfrm>
          <a:prstGeom prst="rect">
            <a:avLst/>
          </a:prstGeom>
          <a:noFill/>
          <a:ln/>
        </p:spPr>
        <p:txBody>
          <a:bodyPr wrap="square" lIns="0" tIns="0" rIns="0" bIns="0" rtlCol="0" anchor="ctr"/>
          <a:lstStyle/>
          <a:p>
            <a:r>
              <a:rPr lang="en-US" sz="850" err="1">
                <a:solidFill>
                  <a:srgbClr val="E5E7EB"/>
                </a:solidFill>
                <a:latin typeface="Open Sans"/>
                <a:ea typeface="Open Sans"/>
                <a:cs typeface="Open Sans"/>
              </a:rPr>
              <a:t>Comunicación, punto escalado, aseguramiento de calidad, seguimiento del plan.</a:t>
            </a:r>
          </a:p>
        </p:txBody>
      </p:sp>
      <p:sp>
        <p:nvSpPr>
          <p:cNvPr id="21" name="Shape 19"/>
          <p:cNvSpPr/>
          <p:nvPr/>
        </p:nvSpPr>
        <p:spPr>
          <a:xfrm>
            <a:off x="5440680" y="3474720"/>
            <a:ext cx="3108960" cy="502920"/>
          </a:xfrm>
          <a:prstGeom prst="roundRect">
            <a:avLst>
              <a:gd name="adj" fmla="val 0"/>
            </a:avLst>
          </a:prstGeom>
          <a:solidFill>
            <a:srgbClr val="FFFFFF">
              <a:alpha val="12000"/>
            </a:srgbClr>
          </a:solidFill>
          <a:ln w="6350">
            <a:solidFill>
              <a:srgbClr val="E5E7EB"/>
            </a:solidFill>
            <a:prstDash val="solid"/>
          </a:ln>
        </p:spPr>
        <p:txBody>
          <a:bodyPr/>
          <a:lstStyle/>
          <a:p>
            <a:endParaRPr lang="en-ES"/>
          </a:p>
        </p:txBody>
      </p:sp>
      <p:sp>
        <p:nvSpPr>
          <p:cNvPr id="22" name="Text 20"/>
          <p:cNvSpPr/>
          <p:nvPr/>
        </p:nvSpPr>
        <p:spPr>
          <a:xfrm>
            <a:off x="5577840" y="3502152"/>
            <a:ext cx="2834640" cy="219456"/>
          </a:xfrm>
          <a:prstGeom prst="rect">
            <a:avLst/>
          </a:prstGeom>
          <a:noFill/>
          <a:ln/>
        </p:spPr>
        <p:txBody>
          <a:bodyPr wrap="square" lIns="0" tIns="0" rIns="0" bIns="0" rtlCol="0" anchor="ctr"/>
          <a:lstStyle/>
          <a:p>
            <a:pPr marL="0" indent="0">
              <a:buNone/>
            </a:pPr>
            <a:r>
              <a:rPr lang="en-US" sz="1000" b="1">
                <a:solidFill>
                  <a:srgbClr val="FFFFFF"/>
                </a:solidFill>
                <a:latin typeface="Open Sans" pitchFamily="34" charset="0"/>
                <a:ea typeface="Open Sans" pitchFamily="34" charset="-122"/>
                <a:cs typeface="Open Sans" pitchFamily="34" charset="-120"/>
              </a:rPr>
              <a:t>Sus técnicos · Nuestros técnicos</a:t>
            </a:r>
            <a:endParaRPr lang="en-US" sz="1000"/>
          </a:p>
        </p:txBody>
      </p:sp>
      <p:sp>
        <p:nvSpPr>
          <p:cNvPr id="23" name="Text 21"/>
          <p:cNvSpPr/>
          <p:nvPr/>
        </p:nvSpPr>
        <p:spPr>
          <a:xfrm>
            <a:off x="5577840" y="3721608"/>
            <a:ext cx="2834640" cy="219456"/>
          </a:xfrm>
          <a:prstGeom prst="rect">
            <a:avLst/>
          </a:prstGeom>
          <a:noFill/>
          <a:ln/>
        </p:spPr>
        <p:txBody>
          <a:bodyPr wrap="square" lIns="0" tIns="0" rIns="0" bIns="0" rtlCol="0" anchor="ctr"/>
          <a:lstStyle/>
          <a:p>
            <a:pPr marL="0" indent="0">
              <a:buNone/>
            </a:pPr>
            <a:r>
              <a:rPr lang="en-US" sz="850">
                <a:solidFill>
                  <a:srgbClr val="E5E7EB"/>
                </a:solidFill>
                <a:latin typeface="Open Sans" pitchFamily="34" charset="0"/>
                <a:ea typeface="Open Sans" pitchFamily="34" charset="-122"/>
                <a:cs typeface="Open Sans" pitchFamily="34" charset="-120"/>
              </a:rPr>
              <a:t>1 o más de su equipo + 2 o más miembros. Equipo único.</a:t>
            </a:r>
            <a:endParaRPr lang="en-US" sz="850"/>
          </a:p>
        </p:txBody>
      </p:sp>
      <p:sp>
        <p:nvSpPr>
          <p:cNvPr id="24" name="Shape 22"/>
          <p:cNvSpPr/>
          <p:nvPr/>
        </p:nvSpPr>
        <p:spPr>
          <a:xfrm>
            <a:off x="5440680" y="4023360"/>
            <a:ext cx="3108960" cy="502920"/>
          </a:xfrm>
          <a:prstGeom prst="roundRect">
            <a:avLst>
              <a:gd name="adj" fmla="val 0"/>
            </a:avLst>
          </a:prstGeom>
          <a:solidFill>
            <a:srgbClr val="FFFFFF">
              <a:alpha val="12000"/>
            </a:srgbClr>
          </a:solidFill>
          <a:ln w="6350">
            <a:solidFill>
              <a:srgbClr val="E5E7EB"/>
            </a:solidFill>
            <a:prstDash val="solid"/>
          </a:ln>
        </p:spPr>
        <p:txBody>
          <a:bodyPr/>
          <a:lstStyle/>
          <a:p>
            <a:endParaRPr lang="en-ES"/>
          </a:p>
        </p:txBody>
      </p:sp>
      <p:sp>
        <p:nvSpPr>
          <p:cNvPr id="25" name="Text 23"/>
          <p:cNvSpPr/>
          <p:nvPr/>
        </p:nvSpPr>
        <p:spPr>
          <a:xfrm>
            <a:off x="5577840" y="4050792"/>
            <a:ext cx="2834640" cy="219456"/>
          </a:xfrm>
          <a:prstGeom prst="rect">
            <a:avLst/>
          </a:prstGeom>
          <a:noFill/>
          <a:ln/>
        </p:spPr>
        <p:txBody>
          <a:bodyPr wrap="square" lIns="0" tIns="0" rIns="0" bIns="0" rtlCol="0" anchor="ctr"/>
          <a:lstStyle/>
          <a:p>
            <a:pPr marL="0" indent="0">
              <a:buNone/>
            </a:pPr>
            <a:r>
              <a:rPr lang="en-US" sz="1000" b="1">
                <a:solidFill>
                  <a:srgbClr val="FFFFFF"/>
                </a:solidFill>
                <a:latin typeface="Open Sans" pitchFamily="34" charset="0"/>
                <a:ea typeface="Open Sans" pitchFamily="34" charset="-122"/>
                <a:cs typeface="Open Sans" pitchFamily="34" charset="-120"/>
              </a:rPr>
              <a:t>Expertos multidisciplinares</a:t>
            </a:r>
            <a:endParaRPr lang="en-US" sz="1000"/>
          </a:p>
        </p:txBody>
      </p:sp>
      <p:sp>
        <p:nvSpPr>
          <p:cNvPr id="26" name="Text 24"/>
          <p:cNvSpPr/>
          <p:nvPr/>
        </p:nvSpPr>
        <p:spPr>
          <a:xfrm>
            <a:off x="5577840" y="4270248"/>
            <a:ext cx="2834640" cy="219456"/>
          </a:xfrm>
          <a:prstGeom prst="rect">
            <a:avLst/>
          </a:prstGeom>
          <a:noFill/>
          <a:ln/>
        </p:spPr>
        <p:txBody>
          <a:bodyPr wrap="square" lIns="0" tIns="0" rIns="0" bIns="0" rtlCol="0" anchor="ctr"/>
          <a:lstStyle/>
          <a:p>
            <a:pPr marL="0" indent="0">
              <a:buNone/>
            </a:pPr>
            <a:r>
              <a:rPr lang="en-US" sz="850">
                <a:solidFill>
                  <a:srgbClr val="E5E7EB"/>
                </a:solidFill>
                <a:latin typeface="Open Sans" pitchFamily="34" charset="0"/>
                <a:ea typeface="Open Sans" pitchFamily="34" charset="-122"/>
                <a:cs typeface="Open Sans" pitchFamily="34" charset="-120"/>
              </a:rPr>
              <a:t>Desarrolladores, datos e IA, gestor de entregas, diseño y control de calidad.</a:t>
            </a:r>
            <a:endParaRPr lang="en-US" sz="850"/>
          </a:p>
        </p:txBody>
      </p:sp>
      <p:grpSp>
        <p:nvGrpSpPr>
          <p:cNvPr id="31" name="Group 30">
            <a:extLst>
              <a:ext uri="{FF2B5EF4-FFF2-40B4-BE49-F238E27FC236}">
                <a16:creationId xmlns:a16="http://schemas.microsoft.com/office/drawing/2014/main" id="{64043937-F41F-A390-06A3-1F92BF6FE4FE}"/>
              </a:ext>
            </a:extLst>
          </p:cNvPr>
          <p:cNvGrpSpPr/>
          <p:nvPr/>
        </p:nvGrpSpPr>
        <p:grpSpPr>
          <a:xfrm>
            <a:off x="8039657" y="4755838"/>
            <a:ext cx="795753" cy="246857"/>
            <a:chOff x="7435419" y="4613467"/>
            <a:chExt cx="1708581" cy="530033"/>
          </a:xfrm>
        </p:grpSpPr>
        <p:pic>
          <p:nvPicPr>
            <p:cNvPr id="32" name="Picture 31" descr="A black background with white text  AI-generated content may be incorrect.">
              <a:extLst>
                <a:ext uri="{FF2B5EF4-FFF2-40B4-BE49-F238E27FC236}">
                  <a16:creationId xmlns:a16="http://schemas.microsoft.com/office/drawing/2014/main" id="{A6C3E25E-EB54-B253-2C9F-601443A7FCFB}"/>
                </a:ext>
              </a:extLst>
            </p:cNvPr>
            <p:cNvPicPr>
              <a:picLocks noChangeAspect="1"/>
            </p:cNvPicPr>
            <p:nvPr/>
          </p:nvPicPr>
          <p:blipFill>
            <a:blip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33" name="Rectangle 32">
              <a:extLst>
                <a:ext uri="{FF2B5EF4-FFF2-40B4-BE49-F238E27FC236}">
                  <a16:creationId xmlns:a16="http://schemas.microsoft.com/office/drawing/2014/main" id="{8E5F8297-71FB-7D17-E2C7-69CA315F1706}"/>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34" name="Marcador de número de diapositiva 1">
              <a:extLst>
                <a:ext uri="{FF2B5EF4-FFF2-40B4-BE49-F238E27FC236}">
                  <a16:creationId xmlns:a16="http://schemas.microsoft.com/office/drawing/2014/main" id="{31673C97-0367-6AF9-3721-53303A571A79}"/>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29</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Shape 1"/>
          <p:cNvSpPr/>
          <p:nvPr/>
        </p:nvSpPr>
        <p:spPr>
          <a:xfrm>
            <a:off x="457200" y="411480"/>
            <a:ext cx="320040" cy="36576"/>
          </a:xfrm>
          <a:prstGeom prst="rect">
            <a:avLst/>
          </a:prstGeom>
          <a:solidFill>
            <a:srgbClr val="3D5AFE"/>
          </a:solidFill>
          <a:ln w="12700">
            <a:solidFill>
              <a:srgbClr val="3D5AFE"/>
            </a:solidFill>
            <a:prstDash val="solid"/>
          </a:ln>
        </p:spPr>
        <p:txBody>
          <a:bodyPr/>
          <a:lstStyle/>
          <a:p>
            <a:endParaRPr lang="en-ES"/>
          </a:p>
        </p:txBody>
      </p:sp>
      <p:sp>
        <p:nvSpPr>
          <p:cNvPr id="4" name="Text 2"/>
          <p:cNvSpPr/>
          <p:nvPr/>
        </p:nvSpPr>
        <p:spPr>
          <a:xfrm>
            <a:off x="457200" y="502920"/>
            <a:ext cx="5486400" cy="256032"/>
          </a:xfrm>
          <a:prstGeom prst="rect">
            <a:avLst/>
          </a:prstGeom>
          <a:noFill/>
          <a:ln/>
        </p:spPr>
        <p:txBody>
          <a:bodyPr wrap="square" lIns="0" tIns="0" rIns="0" bIns="0" rtlCol="0" anchor="t"/>
          <a:lstStyle/>
          <a:p>
            <a:r>
              <a:rPr lang="en-US" sz="1000" b="1" kern="0" spc="400">
                <a:solidFill>
                  <a:srgbClr val="3D5AFE"/>
                </a:solidFill>
                <a:latin typeface="Open Sans"/>
                <a:ea typeface="Open Sans"/>
                <a:cs typeface="Open Sans"/>
              </a:rPr>
              <a:t>ROLES CLAVE DE AMBOS LADOS</a:t>
            </a:r>
            <a:endParaRPr lang="en-US" sz="1000"/>
          </a:p>
        </p:txBody>
      </p:sp>
      <p:sp>
        <p:nvSpPr>
          <p:cNvPr id="5" name="Text 3"/>
          <p:cNvSpPr/>
          <p:nvPr/>
        </p:nvSpPr>
        <p:spPr>
          <a:xfrm>
            <a:off x="457200" y="868680"/>
            <a:ext cx="8229600" cy="640080"/>
          </a:xfrm>
          <a:prstGeom prst="rect">
            <a:avLst/>
          </a:prstGeom>
          <a:noFill/>
          <a:ln/>
        </p:spPr>
        <p:txBody>
          <a:bodyPr wrap="square" lIns="0" tIns="0" rIns="0" bIns="0" rtlCol="0" anchor="t"/>
          <a:lstStyle/>
          <a:p>
            <a:r>
              <a:rPr lang="en-US" sz="2800" b="1" err="1">
                <a:solidFill>
                  <a:srgbClr val="1A1A2E"/>
                </a:solidFill>
                <a:latin typeface="Outfit"/>
                <a:ea typeface="Open Sans"/>
                <a:cs typeface="Open Sans"/>
              </a:rPr>
              <a:t>Cliente</a:t>
            </a:r>
            <a:r>
              <a:rPr lang="en-US" sz="2800" b="1">
                <a:solidFill>
                  <a:srgbClr val="1A1A2E"/>
                </a:solidFill>
                <a:latin typeface="Outfit"/>
                <a:ea typeface="Open Sans"/>
                <a:cs typeface="Open Sans"/>
              </a:rPr>
              <a:t> - Plain Concepts</a:t>
            </a:r>
            <a:endParaRPr lang="en-US" sz="2800">
              <a:latin typeface="Outfit"/>
              <a:ea typeface="Open Sans"/>
              <a:cs typeface="Open Sans"/>
            </a:endParaRPr>
          </a:p>
        </p:txBody>
      </p:sp>
      <p:sp>
        <p:nvSpPr>
          <p:cNvPr id="6" name="Text 4"/>
          <p:cNvSpPr/>
          <p:nvPr/>
        </p:nvSpPr>
        <p:spPr>
          <a:xfrm>
            <a:off x="457200" y="1554480"/>
            <a:ext cx="8229600" cy="411480"/>
          </a:xfrm>
          <a:prstGeom prst="rect">
            <a:avLst/>
          </a:prstGeom>
          <a:noFill/>
          <a:ln/>
        </p:spPr>
        <p:txBody>
          <a:bodyPr wrap="square" lIns="0" tIns="0" rIns="0" bIns="0" rtlCol="0" anchor="ctr"/>
          <a:lstStyle/>
          <a:p>
            <a:pPr marL="0" indent="0">
              <a:buNone/>
            </a:pPr>
            <a:r>
              <a:rPr lang="en-US" sz="1100" i="1">
                <a:solidFill>
                  <a:srgbClr val="6B7280"/>
                </a:solidFill>
                <a:latin typeface="Open Sans" pitchFamily="34" charset="0"/>
                <a:ea typeface="Open Sans" pitchFamily="34" charset="-122"/>
                <a:cs typeface="Open Sans" pitchFamily="34" charset="-120"/>
              </a:rPr>
              <a:t>Equipos de especialistas técnicos multidisciplinares y autoorganizados, apoyados por roles de gestión y liderazgo adaptados a cada contexto.</a:t>
            </a:r>
            <a:endParaRPr lang="en-US" sz="1100"/>
          </a:p>
        </p:txBody>
      </p:sp>
      <p:sp>
        <p:nvSpPr>
          <p:cNvPr id="7" name="Shape 5"/>
          <p:cNvSpPr/>
          <p:nvPr/>
        </p:nvSpPr>
        <p:spPr>
          <a:xfrm>
            <a:off x="457200" y="2057400"/>
            <a:ext cx="4023360" cy="2697480"/>
          </a:xfrm>
          <a:prstGeom prst="roundRect">
            <a:avLst>
              <a:gd name="adj" fmla="val 0"/>
            </a:avLst>
          </a:prstGeom>
          <a:solidFill>
            <a:srgbClr val="FFFFFF"/>
          </a:solidFill>
          <a:ln w="9525">
            <a:solidFill>
              <a:srgbClr val="F2F3F7"/>
            </a:solidFill>
            <a:prstDash val="solid"/>
          </a:ln>
          <a:effectLst>
            <a:outerShdw blurRad="127000" dist="25400" dir="5400000" algn="bl" rotWithShape="0">
              <a:srgbClr val="000000">
                <a:alpha val="8000"/>
              </a:srgbClr>
            </a:outerShdw>
          </a:effectLst>
        </p:spPr>
        <p:txBody>
          <a:bodyPr/>
          <a:lstStyle/>
          <a:p>
            <a:endParaRPr lang="en-ES"/>
          </a:p>
        </p:txBody>
      </p:sp>
      <p:sp>
        <p:nvSpPr>
          <p:cNvPr id="8" name="Shape 6"/>
          <p:cNvSpPr/>
          <p:nvPr/>
        </p:nvSpPr>
        <p:spPr>
          <a:xfrm>
            <a:off x="457200" y="2057400"/>
            <a:ext cx="73152" cy="2697480"/>
          </a:xfrm>
          <a:prstGeom prst="rect">
            <a:avLst/>
          </a:prstGeom>
          <a:solidFill>
            <a:srgbClr val="3D5AFE"/>
          </a:solidFill>
          <a:ln w="12700">
            <a:solidFill>
              <a:srgbClr val="3D5AFE"/>
            </a:solidFill>
            <a:prstDash val="solid"/>
          </a:ln>
        </p:spPr>
        <p:txBody>
          <a:bodyPr/>
          <a:lstStyle/>
          <a:p>
            <a:endParaRPr lang="en-ES"/>
          </a:p>
        </p:txBody>
      </p:sp>
      <p:pic>
        <p:nvPicPr>
          <p:cNvPr id="9" name="Image 0" descr="preencoded.png"/>
          <p:cNvPicPr>
            <a:picLocks noChangeAspect="1"/>
          </p:cNvPicPr>
          <p:nvPr/>
        </p:nvPicPr>
        <p:blipFill>
          <a:blip r:embed="rId3"/>
          <a:stretch>
            <a:fillRect/>
          </a:stretch>
        </p:blipFill>
        <p:spPr>
          <a:xfrm>
            <a:off x="685800" y="2194560"/>
            <a:ext cx="365760" cy="365760"/>
          </a:xfrm>
          <a:prstGeom prst="rect">
            <a:avLst/>
          </a:prstGeom>
        </p:spPr>
      </p:pic>
      <p:sp>
        <p:nvSpPr>
          <p:cNvPr id="10" name="Text 7"/>
          <p:cNvSpPr/>
          <p:nvPr/>
        </p:nvSpPr>
        <p:spPr>
          <a:xfrm>
            <a:off x="1143000" y="2176272"/>
            <a:ext cx="2743200" cy="320040"/>
          </a:xfrm>
          <a:prstGeom prst="rect">
            <a:avLst/>
          </a:prstGeom>
          <a:noFill/>
          <a:ln/>
        </p:spPr>
        <p:txBody>
          <a:bodyPr wrap="square" lIns="0" tIns="0" rIns="0" bIns="0" rtlCol="0" anchor="ctr"/>
          <a:lstStyle/>
          <a:p>
            <a:pPr marL="0" indent="0">
              <a:buNone/>
            </a:pPr>
            <a:r>
              <a:rPr lang="en-US" sz="1600" b="1">
                <a:solidFill>
                  <a:srgbClr val="1A1A2E"/>
                </a:solidFill>
                <a:latin typeface="Open Sans" pitchFamily="34" charset="0"/>
                <a:ea typeface="Open Sans" pitchFamily="34" charset="-122"/>
                <a:cs typeface="Open Sans" pitchFamily="34" charset="-120"/>
              </a:rPr>
              <a:t>Product Owner</a:t>
            </a:r>
            <a:endParaRPr lang="en-US" sz="1600"/>
          </a:p>
        </p:txBody>
      </p:sp>
      <p:sp>
        <p:nvSpPr>
          <p:cNvPr id="11" name="Text 8"/>
          <p:cNvSpPr/>
          <p:nvPr/>
        </p:nvSpPr>
        <p:spPr>
          <a:xfrm>
            <a:off x="1143000" y="2423160"/>
            <a:ext cx="2743200" cy="201168"/>
          </a:xfrm>
          <a:prstGeom prst="rect">
            <a:avLst/>
          </a:prstGeom>
          <a:noFill/>
          <a:ln/>
        </p:spPr>
        <p:txBody>
          <a:bodyPr wrap="square" lIns="0" tIns="0" rIns="0" bIns="0" rtlCol="0" anchor="ctr"/>
          <a:lstStyle/>
          <a:p>
            <a:pPr marL="0" indent="0">
              <a:buNone/>
            </a:pPr>
            <a:r>
              <a:rPr lang="en-US" sz="950" i="1">
                <a:solidFill>
                  <a:srgbClr val="6B7280"/>
                </a:solidFill>
                <a:latin typeface="Open Sans" pitchFamily="34" charset="0"/>
                <a:ea typeface="Open Sans" pitchFamily="34" charset="-122"/>
                <a:cs typeface="Open Sans" pitchFamily="34" charset="-120"/>
              </a:rPr>
              <a:t>(de vuestra empresa)</a:t>
            </a:r>
            <a:endParaRPr lang="en-US" sz="950"/>
          </a:p>
        </p:txBody>
      </p:sp>
      <p:sp>
        <p:nvSpPr>
          <p:cNvPr id="12" name="Text 9"/>
          <p:cNvSpPr/>
          <p:nvPr/>
        </p:nvSpPr>
        <p:spPr>
          <a:xfrm>
            <a:off x="685800" y="2743200"/>
            <a:ext cx="3749040" cy="1965960"/>
          </a:xfrm>
          <a:prstGeom prst="rect">
            <a:avLst/>
          </a:prstGeom>
          <a:noFill/>
          <a:ln/>
        </p:spPr>
        <p:txBody>
          <a:bodyPr wrap="square" lIns="0" tIns="0" rIns="0" bIns="0" rtlCol="0" anchor="t"/>
          <a:lstStyle/>
          <a:p>
            <a:pPr marL="342900" indent="-342900">
              <a:spcAft>
                <a:spcPts val="300"/>
              </a:spcAft>
              <a:buSzPct val="100000"/>
              <a:buChar char="■"/>
            </a:pPr>
            <a:r>
              <a:rPr lang="en-US" sz="1000">
                <a:solidFill>
                  <a:srgbClr val="1A1A2E"/>
                </a:solidFill>
                <a:latin typeface="Open Sans" pitchFamily="34" charset="0"/>
                <a:ea typeface="Open Sans" pitchFamily="34" charset="-122"/>
                <a:cs typeface="Open Sans" pitchFamily="34" charset="-120"/>
              </a:rPr>
              <a:t>Define la visión del producto</a:t>
            </a:r>
            <a:endParaRPr lang="en-US" sz="1000"/>
          </a:p>
          <a:p>
            <a:pPr marL="342900" indent="-342900">
              <a:spcAft>
                <a:spcPts val="300"/>
              </a:spcAft>
              <a:buSzPct val="100000"/>
              <a:buChar char="■"/>
            </a:pPr>
            <a:r>
              <a:rPr lang="en-US" sz="1000">
                <a:solidFill>
                  <a:srgbClr val="1A1A2E"/>
                </a:solidFill>
                <a:latin typeface="Open Sans" pitchFamily="34" charset="0"/>
                <a:ea typeface="Open Sans" pitchFamily="34" charset="-122"/>
                <a:cs typeface="Open Sans" pitchFamily="34" charset="-120"/>
              </a:rPr>
              <a:t>Establece y prioriza el backlog por valor</a:t>
            </a:r>
            <a:endParaRPr lang="en-US" sz="1000"/>
          </a:p>
          <a:p>
            <a:pPr marL="342900" indent="-342900">
              <a:spcAft>
                <a:spcPts val="300"/>
              </a:spcAft>
              <a:buSzPct val="100000"/>
              <a:buChar char="■"/>
            </a:pPr>
            <a:r>
              <a:rPr lang="en-US" sz="1000">
                <a:solidFill>
                  <a:srgbClr val="1A1A2E"/>
                </a:solidFill>
                <a:latin typeface="Open Sans" pitchFamily="34" charset="0"/>
                <a:ea typeface="Open Sans" pitchFamily="34" charset="-122"/>
                <a:cs typeface="Open Sans" pitchFamily="34" charset="-120"/>
              </a:rPr>
              <a:t>Articula objetivos del proyecto</a:t>
            </a:r>
            <a:endParaRPr lang="en-US" sz="1000"/>
          </a:p>
          <a:p>
            <a:pPr marL="342900" indent="-342900">
              <a:spcAft>
                <a:spcPts val="300"/>
              </a:spcAft>
              <a:buSzPct val="100000"/>
              <a:buChar char="■"/>
            </a:pPr>
            <a:r>
              <a:rPr lang="en-US" sz="1000">
                <a:solidFill>
                  <a:srgbClr val="1A1A2E"/>
                </a:solidFill>
                <a:latin typeface="Open Sans" pitchFamily="34" charset="0"/>
                <a:ea typeface="Open Sans" pitchFamily="34" charset="-122"/>
                <a:cs typeface="Open Sans" pitchFamily="34" charset="-120"/>
              </a:rPr>
              <a:t>Aclaraciones y resolución de conflictos</a:t>
            </a:r>
            <a:endParaRPr lang="en-US" sz="1000"/>
          </a:p>
          <a:p>
            <a:pPr marL="342900" indent="-342900">
              <a:spcAft>
                <a:spcPts val="300"/>
              </a:spcAft>
              <a:buSzPct val="100000"/>
              <a:buChar char="■"/>
            </a:pPr>
            <a:r>
              <a:rPr lang="en-US" sz="1000">
                <a:solidFill>
                  <a:srgbClr val="1A1A2E"/>
                </a:solidFill>
                <a:latin typeface="Open Sans" pitchFamily="34" charset="0"/>
                <a:ea typeface="Open Sans" pitchFamily="34" charset="-122"/>
                <a:cs typeface="Open Sans" pitchFamily="34" charset="-120"/>
              </a:rPr>
              <a:t>Revisa y aprueba criterios de aceptación</a:t>
            </a:r>
            <a:endParaRPr lang="en-US" sz="1000"/>
          </a:p>
          <a:p>
            <a:pPr marL="342900" indent="-342900">
              <a:spcAft>
                <a:spcPts val="300"/>
              </a:spcAft>
              <a:buSzPct val="100000"/>
              <a:buChar char="■"/>
            </a:pPr>
            <a:r>
              <a:rPr lang="en-US" sz="1000">
                <a:solidFill>
                  <a:srgbClr val="1A1A2E"/>
                </a:solidFill>
                <a:latin typeface="Open Sans" pitchFamily="34" charset="0"/>
                <a:ea typeface="Open Sans" pitchFamily="34" charset="-122"/>
                <a:cs typeface="Open Sans" pitchFamily="34" charset="-120"/>
              </a:rPr>
              <a:t>Identifica riesgos e incertidumbres</a:t>
            </a:r>
            <a:endParaRPr lang="en-US" sz="1000"/>
          </a:p>
        </p:txBody>
      </p:sp>
      <p:sp>
        <p:nvSpPr>
          <p:cNvPr id="13" name="Shape 10"/>
          <p:cNvSpPr/>
          <p:nvPr/>
        </p:nvSpPr>
        <p:spPr>
          <a:xfrm>
            <a:off x="4663440" y="2057400"/>
            <a:ext cx="4023360" cy="2697480"/>
          </a:xfrm>
          <a:prstGeom prst="roundRect">
            <a:avLst>
              <a:gd name="adj" fmla="val 0"/>
            </a:avLst>
          </a:prstGeom>
          <a:solidFill>
            <a:srgbClr val="FFFFFF"/>
          </a:solidFill>
          <a:ln w="9525">
            <a:solidFill>
              <a:srgbClr val="F2F3F7"/>
            </a:solidFill>
            <a:prstDash val="solid"/>
          </a:ln>
          <a:effectLst>
            <a:outerShdw blurRad="127000" dist="25400" dir="5400000" algn="bl" rotWithShape="0">
              <a:srgbClr val="000000">
                <a:alpha val="8000"/>
              </a:srgbClr>
            </a:outerShdw>
          </a:effectLst>
        </p:spPr>
        <p:txBody>
          <a:bodyPr/>
          <a:lstStyle/>
          <a:p>
            <a:endParaRPr lang="en-ES"/>
          </a:p>
        </p:txBody>
      </p:sp>
      <p:sp>
        <p:nvSpPr>
          <p:cNvPr id="14" name="Shape 11"/>
          <p:cNvSpPr/>
          <p:nvPr/>
        </p:nvSpPr>
        <p:spPr>
          <a:xfrm>
            <a:off x="4663440" y="2057400"/>
            <a:ext cx="73152" cy="2697480"/>
          </a:xfrm>
          <a:prstGeom prst="rect">
            <a:avLst/>
          </a:prstGeom>
          <a:solidFill>
            <a:srgbClr val="536DFE"/>
          </a:solidFill>
          <a:ln w="12700">
            <a:solidFill>
              <a:srgbClr val="536DFE"/>
            </a:solidFill>
            <a:prstDash val="solid"/>
          </a:ln>
        </p:spPr>
        <p:txBody>
          <a:bodyPr/>
          <a:lstStyle/>
          <a:p>
            <a:endParaRPr lang="en-ES"/>
          </a:p>
        </p:txBody>
      </p:sp>
      <p:pic>
        <p:nvPicPr>
          <p:cNvPr id="15" name="Image 1" descr="preencoded.png"/>
          <p:cNvPicPr>
            <a:picLocks noChangeAspect="1"/>
          </p:cNvPicPr>
          <p:nvPr/>
        </p:nvPicPr>
        <p:blipFill>
          <a:blip r:embed="rId4"/>
          <a:stretch>
            <a:fillRect/>
          </a:stretch>
        </p:blipFill>
        <p:spPr>
          <a:xfrm>
            <a:off x="4892040" y="2194560"/>
            <a:ext cx="365760" cy="365760"/>
          </a:xfrm>
          <a:prstGeom prst="rect">
            <a:avLst/>
          </a:prstGeom>
        </p:spPr>
      </p:pic>
      <p:sp>
        <p:nvSpPr>
          <p:cNvPr id="16" name="Text 12"/>
          <p:cNvSpPr/>
          <p:nvPr/>
        </p:nvSpPr>
        <p:spPr>
          <a:xfrm>
            <a:off x="5349240" y="2176272"/>
            <a:ext cx="3200400" cy="320040"/>
          </a:xfrm>
          <a:prstGeom prst="rect">
            <a:avLst/>
          </a:prstGeom>
          <a:noFill/>
          <a:ln/>
        </p:spPr>
        <p:txBody>
          <a:bodyPr wrap="square" lIns="0" tIns="0" rIns="0" bIns="0" rtlCol="0" anchor="ctr"/>
          <a:lstStyle/>
          <a:p>
            <a:pPr marL="0" indent="0">
              <a:buNone/>
            </a:pPr>
            <a:r>
              <a:rPr lang="en-US" sz="1600" b="1">
                <a:solidFill>
                  <a:srgbClr val="1A1A2E"/>
                </a:solidFill>
                <a:latin typeface="Open Sans" pitchFamily="34" charset="0"/>
                <a:ea typeface="Open Sans" pitchFamily="34" charset="-122"/>
                <a:cs typeface="Open Sans" pitchFamily="34" charset="-120"/>
              </a:rPr>
              <a:t>Engineering Manager</a:t>
            </a:r>
            <a:endParaRPr lang="en-US" sz="1600"/>
          </a:p>
        </p:txBody>
      </p:sp>
      <p:sp>
        <p:nvSpPr>
          <p:cNvPr id="17" name="Text 13"/>
          <p:cNvSpPr/>
          <p:nvPr/>
        </p:nvSpPr>
        <p:spPr>
          <a:xfrm>
            <a:off x="5349240" y="2423160"/>
            <a:ext cx="3200400" cy="201168"/>
          </a:xfrm>
          <a:prstGeom prst="rect">
            <a:avLst/>
          </a:prstGeom>
          <a:noFill/>
          <a:ln/>
        </p:spPr>
        <p:txBody>
          <a:bodyPr wrap="square" lIns="0" tIns="0" rIns="0" bIns="0" rtlCol="0" anchor="ctr"/>
          <a:lstStyle/>
          <a:p>
            <a:pPr marL="0" indent="0">
              <a:buNone/>
            </a:pPr>
            <a:r>
              <a:rPr lang="en-US" sz="950" i="1">
                <a:solidFill>
                  <a:srgbClr val="6B7280"/>
                </a:solidFill>
                <a:latin typeface="Open Sans" pitchFamily="34" charset="0"/>
                <a:ea typeface="Open Sans" pitchFamily="34" charset="-122"/>
                <a:cs typeface="Open Sans" pitchFamily="34" charset="-120"/>
              </a:rPr>
              <a:t>(de Plain Concepts)</a:t>
            </a:r>
            <a:endParaRPr lang="en-US" sz="950"/>
          </a:p>
        </p:txBody>
      </p:sp>
      <p:sp>
        <p:nvSpPr>
          <p:cNvPr id="18" name="Text 14"/>
          <p:cNvSpPr/>
          <p:nvPr/>
        </p:nvSpPr>
        <p:spPr>
          <a:xfrm>
            <a:off x="4892040" y="2743200"/>
            <a:ext cx="3749040" cy="1965960"/>
          </a:xfrm>
          <a:prstGeom prst="rect">
            <a:avLst/>
          </a:prstGeom>
          <a:noFill/>
          <a:ln/>
        </p:spPr>
        <p:txBody>
          <a:bodyPr wrap="square" lIns="0" tIns="0" rIns="0" bIns="0" rtlCol="0" anchor="t"/>
          <a:lstStyle/>
          <a:p>
            <a:pPr marL="342900" indent="-342900">
              <a:spcAft>
                <a:spcPts val="300"/>
              </a:spcAft>
              <a:buSzPct val="100000"/>
              <a:buChar char="■"/>
            </a:pPr>
            <a:r>
              <a:rPr lang="en-US" sz="1000">
                <a:solidFill>
                  <a:srgbClr val="1A1A2E"/>
                </a:solidFill>
                <a:latin typeface="Open Sans" pitchFamily="34" charset="0"/>
                <a:ea typeface="Open Sans" pitchFamily="34" charset="-122"/>
                <a:cs typeface="Open Sans" pitchFamily="34" charset="-120"/>
              </a:rPr>
              <a:t>Seguimiento del proyecto</a:t>
            </a:r>
            <a:endParaRPr lang="en-US" sz="1000"/>
          </a:p>
          <a:p>
            <a:pPr marL="342900" indent="-342900">
              <a:spcAft>
                <a:spcPts val="300"/>
              </a:spcAft>
              <a:buSzPct val="100000"/>
              <a:buChar char="■"/>
            </a:pPr>
            <a:r>
              <a:rPr lang="en-US" sz="1000">
                <a:solidFill>
                  <a:srgbClr val="1A1A2E"/>
                </a:solidFill>
                <a:latin typeface="Open Sans" pitchFamily="34" charset="0"/>
                <a:ea typeface="Open Sans" pitchFamily="34" charset="-122"/>
                <a:cs typeface="Open Sans" pitchFamily="34" charset="-120"/>
              </a:rPr>
              <a:t>Asegura la previsibilidad del delivery</a:t>
            </a:r>
            <a:endParaRPr lang="en-US" sz="1000"/>
          </a:p>
          <a:p>
            <a:pPr marL="342900" indent="-342900">
              <a:spcAft>
                <a:spcPts val="300"/>
              </a:spcAft>
              <a:buSzPct val="100000"/>
              <a:buChar char="■"/>
            </a:pPr>
            <a:r>
              <a:rPr lang="en-US" sz="1000">
                <a:solidFill>
                  <a:srgbClr val="1A1A2E"/>
                </a:solidFill>
                <a:latin typeface="Open Sans" pitchFamily="34" charset="0"/>
                <a:ea typeface="Open Sans" pitchFamily="34" charset="-122"/>
                <a:cs typeface="Open Sans" pitchFamily="34" charset="-120"/>
              </a:rPr>
              <a:t>Gestiona riesgos y bloqueos</a:t>
            </a:r>
            <a:endParaRPr lang="en-US" sz="1000"/>
          </a:p>
          <a:p>
            <a:pPr marL="342900" indent="-342900">
              <a:spcAft>
                <a:spcPts val="300"/>
              </a:spcAft>
              <a:buSzPct val="100000"/>
              <a:buChar char="■"/>
            </a:pPr>
            <a:r>
              <a:rPr lang="en-US" sz="1000">
                <a:solidFill>
                  <a:srgbClr val="1A1A2E"/>
                </a:solidFill>
                <a:latin typeface="Open Sans" pitchFamily="34" charset="0"/>
                <a:ea typeface="Open Sans" pitchFamily="34" charset="-122"/>
                <a:cs typeface="Open Sans" pitchFamily="34" charset="-120"/>
              </a:rPr>
              <a:t>Control de calidad de entrega</a:t>
            </a:r>
            <a:endParaRPr lang="en-US" sz="1000"/>
          </a:p>
          <a:p>
            <a:pPr marL="342900" indent="-342900">
              <a:spcAft>
                <a:spcPts val="300"/>
              </a:spcAft>
              <a:buSzPct val="100000"/>
              <a:buChar char="■"/>
            </a:pPr>
            <a:r>
              <a:rPr lang="en-US" sz="1000">
                <a:solidFill>
                  <a:srgbClr val="1A1A2E"/>
                </a:solidFill>
                <a:latin typeface="Open Sans" pitchFamily="34" charset="0"/>
                <a:ea typeface="Open Sans" pitchFamily="34" charset="-122"/>
                <a:cs typeface="Open Sans" pitchFamily="34" charset="-120"/>
              </a:rPr>
              <a:t>Gestiona asignaciones del equipo</a:t>
            </a:r>
            <a:endParaRPr lang="en-US" sz="1000"/>
          </a:p>
          <a:p>
            <a:pPr marL="342900" indent="-342900">
              <a:spcAft>
                <a:spcPts val="300"/>
              </a:spcAft>
              <a:buSzPct val="100000"/>
              <a:buChar char="■"/>
            </a:pPr>
            <a:r>
              <a:rPr lang="en-US" sz="1000">
                <a:solidFill>
                  <a:srgbClr val="1A1A2E"/>
                </a:solidFill>
                <a:latin typeface="Open Sans" pitchFamily="34" charset="0"/>
                <a:ea typeface="Open Sans" pitchFamily="34" charset="-122"/>
                <a:cs typeface="Open Sans" pitchFamily="34" charset="-120"/>
              </a:rPr>
              <a:t>Reporting ejecutivo semanal/mensual</a:t>
            </a:r>
            <a:endParaRPr lang="en-US" sz="1000"/>
          </a:p>
          <a:p>
            <a:pPr marL="342900" indent="-342900">
              <a:spcAft>
                <a:spcPts val="300"/>
              </a:spcAft>
              <a:buSzPct val="100000"/>
              <a:buChar char="■"/>
            </a:pPr>
            <a:r>
              <a:rPr lang="en-US" sz="1000">
                <a:solidFill>
                  <a:srgbClr val="1A1A2E"/>
                </a:solidFill>
                <a:latin typeface="Open Sans" pitchFamily="34" charset="0"/>
                <a:ea typeface="Open Sans" pitchFamily="34" charset="-122"/>
                <a:cs typeface="Open Sans" pitchFamily="34" charset="-120"/>
              </a:rPr>
              <a:t>Alineamiento con negocio y punto de escalado</a:t>
            </a:r>
            <a:endParaRPr lang="en-US" sz="1000"/>
          </a:p>
        </p:txBody>
      </p:sp>
      <p:grpSp>
        <p:nvGrpSpPr>
          <p:cNvPr id="23" name="Group 22">
            <a:extLst>
              <a:ext uri="{FF2B5EF4-FFF2-40B4-BE49-F238E27FC236}">
                <a16:creationId xmlns:a16="http://schemas.microsoft.com/office/drawing/2014/main" id="{DD549000-23E8-C93C-C49C-AE856EFEBD6D}"/>
              </a:ext>
            </a:extLst>
          </p:cNvPr>
          <p:cNvGrpSpPr/>
          <p:nvPr/>
        </p:nvGrpSpPr>
        <p:grpSpPr>
          <a:xfrm>
            <a:off x="8039657" y="4755838"/>
            <a:ext cx="795753" cy="246857"/>
            <a:chOff x="7435419" y="4613467"/>
            <a:chExt cx="1708581" cy="530033"/>
          </a:xfrm>
        </p:grpSpPr>
        <p:pic>
          <p:nvPicPr>
            <p:cNvPr id="24" name="Picture 23" descr="A black background with white text  AI-generated content may be incorrect.">
              <a:extLst>
                <a:ext uri="{FF2B5EF4-FFF2-40B4-BE49-F238E27FC236}">
                  <a16:creationId xmlns:a16="http://schemas.microsoft.com/office/drawing/2014/main" id="{F5AAA66B-B769-BF3A-F7CD-2303B9F97BBA}"/>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25" name="Rectangle 24">
              <a:extLst>
                <a:ext uri="{FF2B5EF4-FFF2-40B4-BE49-F238E27FC236}">
                  <a16:creationId xmlns:a16="http://schemas.microsoft.com/office/drawing/2014/main" id="{F47252CF-9489-F032-16F4-2F1009157665}"/>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26" name="Marcador de número de diapositiva 1">
              <a:extLst>
                <a:ext uri="{FF2B5EF4-FFF2-40B4-BE49-F238E27FC236}">
                  <a16:creationId xmlns:a16="http://schemas.microsoft.com/office/drawing/2014/main" id="{D093C0B6-2391-52A8-7BF9-E69B2C495723}"/>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30</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D74E0B5-70B1-6E79-76DD-44D94BED3E9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01F7447-2A8D-C65A-45D3-7B0AA5EE275E}"/>
              </a:ext>
            </a:extLst>
          </p:cNvPr>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Shape 1">
            <a:extLst>
              <a:ext uri="{FF2B5EF4-FFF2-40B4-BE49-F238E27FC236}">
                <a16:creationId xmlns:a16="http://schemas.microsoft.com/office/drawing/2014/main" id="{2C47E56A-4CB4-CC11-1A32-55A17315E724}"/>
              </a:ext>
            </a:extLst>
          </p:cNvPr>
          <p:cNvSpPr/>
          <p:nvPr/>
        </p:nvSpPr>
        <p:spPr>
          <a:xfrm>
            <a:off x="457200" y="411480"/>
            <a:ext cx="320040" cy="36576"/>
          </a:xfrm>
          <a:prstGeom prst="rect">
            <a:avLst/>
          </a:prstGeom>
          <a:solidFill>
            <a:srgbClr val="3D5AFE"/>
          </a:solidFill>
          <a:ln w="12700">
            <a:solidFill>
              <a:srgbClr val="3D5AFE"/>
            </a:solidFill>
            <a:prstDash val="solid"/>
          </a:ln>
        </p:spPr>
        <p:txBody>
          <a:bodyPr/>
          <a:lstStyle/>
          <a:p>
            <a:endParaRPr lang="en-ES"/>
          </a:p>
        </p:txBody>
      </p:sp>
      <p:sp>
        <p:nvSpPr>
          <p:cNvPr id="4" name="Text 2">
            <a:extLst>
              <a:ext uri="{FF2B5EF4-FFF2-40B4-BE49-F238E27FC236}">
                <a16:creationId xmlns:a16="http://schemas.microsoft.com/office/drawing/2014/main" id="{008D0551-97AF-C850-AF8E-C182AA05E8EC}"/>
              </a:ext>
            </a:extLst>
          </p:cNvPr>
          <p:cNvSpPr/>
          <p:nvPr/>
        </p:nvSpPr>
        <p:spPr>
          <a:xfrm>
            <a:off x="457200" y="502920"/>
            <a:ext cx="5486400" cy="256032"/>
          </a:xfrm>
          <a:prstGeom prst="rect">
            <a:avLst/>
          </a:prstGeom>
          <a:noFill/>
          <a:ln/>
        </p:spPr>
        <p:txBody>
          <a:bodyPr wrap="square" lIns="0" tIns="0" rIns="0" bIns="0" rtlCol="0" anchor="t"/>
          <a:lstStyle/>
          <a:p>
            <a:r>
              <a:rPr lang="en-US" sz="1000" b="1" kern="0" spc="400">
                <a:solidFill>
                  <a:srgbClr val="3D5AFE"/>
                </a:solidFill>
                <a:latin typeface="Open Sans"/>
                <a:ea typeface="Open Sans"/>
                <a:cs typeface="Open Sans"/>
              </a:rPr>
              <a:t>ROLES CLAVE DE AMBOS LADOS</a:t>
            </a:r>
            <a:endParaRPr lang="en-US" sz="1000"/>
          </a:p>
        </p:txBody>
      </p:sp>
      <p:sp>
        <p:nvSpPr>
          <p:cNvPr id="5" name="Text 3">
            <a:extLst>
              <a:ext uri="{FF2B5EF4-FFF2-40B4-BE49-F238E27FC236}">
                <a16:creationId xmlns:a16="http://schemas.microsoft.com/office/drawing/2014/main" id="{380006A2-9CCA-ACC8-D012-7D6232610473}"/>
              </a:ext>
            </a:extLst>
          </p:cNvPr>
          <p:cNvSpPr/>
          <p:nvPr/>
        </p:nvSpPr>
        <p:spPr>
          <a:xfrm>
            <a:off x="457200" y="868680"/>
            <a:ext cx="8229600" cy="640080"/>
          </a:xfrm>
          <a:prstGeom prst="rect">
            <a:avLst/>
          </a:prstGeom>
          <a:noFill/>
          <a:ln/>
        </p:spPr>
        <p:txBody>
          <a:bodyPr wrap="square" lIns="0" tIns="0" rIns="0" bIns="0" rtlCol="0" anchor="t"/>
          <a:lstStyle/>
          <a:p>
            <a:r>
              <a:rPr lang="en-US" sz="2800" b="1" err="1">
                <a:solidFill>
                  <a:srgbClr val="1A1A2E"/>
                </a:solidFill>
                <a:latin typeface="Outfit"/>
                <a:ea typeface="Open Sans"/>
                <a:cs typeface="Open Sans"/>
              </a:rPr>
              <a:t>Cliente</a:t>
            </a:r>
            <a:r>
              <a:rPr lang="en-US" sz="2800" b="1">
                <a:solidFill>
                  <a:srgbClr val="1A1A2E"/>
                </a:solidFill>
                <a:latin typeface="Outfit"/>
                <a:ea typeface="Open Sans"/>
                <a:cs typeface="Open Sans"/>
              </a:rPr>
              <a:t> - Plain Concepts</a:t>
            </a:r>
            <a:endParaRPr lang="en-US" sz="2800"/>
          </a:p>
        </p:txBody>
      </p:sp>
      <p:sp>
        <p:nvSpPr>
          <p:cNvPr id="6" name="Text 4">
            <a:extLst>
              <a:ext uri="{FF2B5EF4-FFF2-40B4-BE49-F238E27FC236}">
                <a16:creationId xmlns:a16="http://schemas.microsoft.com/office/drawing/2014/main" id="{15DCCE89-9DFA-E26A-A2A2-309B0FF64325}"/>
              </a:ext>
            </a:extLst>
          </p:cNvPr>
          <p:cNvSpPr/>
          <p:nvPr/>
        </p:nvSpPr>
        <p:spPr>
          <a:xfrm>
            <a:off x="457200" y="1554480"/>
            <a:ext cx="8229600" cy="411480"/>
          </a:xfrm>
          <a:prstGeom prst="rect">
            <a:avLst/>
          </a:prstGeom>
          <a:noFill/>
          <a:ln/>
        </p:spPr>
        <p:txBody>
          <a:bodyPr wrap="square" lIns="0" tIns="0" rIns="0" bIns="0" rtlCol="0" anchor="ctr"/>
          <a:lstStyle/>
          <a:p>
            <a:pPr marL="0" indent="0">
              <a:buNone/>
            </a:pPr>
            <a:r>
              <a:rPr lang="en-US" sz="1100" i="1">
                <a:solidFill>
                  <a:srgbClr val="6B7280"/>
                </a:solidFill>
                <a:latin typeface="Open Sans" pitchFamily="34" charset="0"/>
                <a:ea typeface="Open Sans" pitchFamily="34" charset="-122"/>
                <a:cs typeface="Open Sans" pitchFamily="34" charset="-120"/>
              </a:rPr>
              <a:t>Equipos de especialistas técnicos multidisciplinares y autoorganizados, apoyados por roles de gestión y liderazgo adaptados a cada contexto.</a:t>
            </a:r>
            <a:endParaRPr lang="en-US" sz="1100"/>
          </a:p>
        </p:txBody>
      </p:sp>
      <p:sp>
        <p:nvSpPr>
          <p:cNvPr id="7" name="Shape 5">
            <a:extLst>
              <a:ext uri="{FF2B5EF4-FFF2-40B4-BE49-F238E27FC236}">
                <a16:creationId xmlns:a16="http://schemas.microsoft.com/office/drawing/2014/main" id="{AB5DE78E-5AFD-01CA-0AB0-A97E9B916891}"/>
              </a:ext>
            </a:extLst>
          </p:cNvPr>
          <p:cNvSpPr/>
          <p:nvPr/>
        </p:nvSpPr>
        <p:spPr>
          <a:xfrm>
            <a:off x="457200" y="2057400"/>
            <a:ext cx="4023360" cy="2697480"/>
          </a:xfrm>
          <a:prstGeom prst="roundRect">
            <a:avLst>
              <a:gd name="adj" fmla="val 0"/>
            </a:avLst>
          </a:prstGeom>
          <a:solidFill>
            <a:srgbClr val="FFFFFF"/>
          </a:solidFill>
          <a:ln w="9525">
            <a:solidFill>
              <a:srgbClr val="F2F3F7"/>
            </a:solidFill>
            <a:prstDash val="solid"/>
          </a:ln>
          <a:effectLst>
            <a:outerShdw blurRad="127000" dist="25400" dir="5400000" algn="bl" rotWithShape="0">
              <a:srgbClr val="000000">
                <a:alpha val="8000"/>
              </a:srgbClr>
            </a:outerShdw>
          </a:effectLst>
        </p:spPr>
        <p:txBody>
          <a:bodyPr/>
          <a:lstStyle/>
          <a:p>
            <a:endParaRPr lang="en-ES"/>
          </a:p>
        </p:txBody>
      </p:sp>
      <p:sp>
        <p:nvSpPr>
          <p:cNvPr id="8" name="Shape 6">
            <a:extLst>
              <a:ext uri="{FF2B5EF4-FFF2-40B4-BE49-F238E27FC236}">
                <a16:creationId xmlns:a16="http://schemas.microsoft.com/office/drawing/2014/main" id="{9F4F0C8C-392D-B30D-F0BA-819F3CEB46FA}"/>
              </a:ext>
            </a:extLst>
          </p:cNvPr>
          <p:cNvSpPr/>
          <p:nvPr/>
        </p:nvSpPr>
        <p:spPr>
          <a:xfrm>
            <a:off x="457200" y="2057400"/>
            <a:ext cx="73152" cy="2697480"/>
          </a:xfrm>
          <a:prstGeom prst="rect">
            <a:avLst/>
          </a:prstGeom>
          <a:solidFill>
            <a:srgbClr val="3D5AFE"/>
          </a:solidFill>
          <a:ln w="12700">
            <a:solidFill>
              <a:srgbClr val="3D5AFE"/>
            </a:solidFill>
            <a:prstDash val="solid"/>
          </a:ln>
        </p:spPr>
        <p:txBody>
          <a:bodyPr/>
          <a:lstStyle/>
          <a:p>
            <a:endParaRPr lang="en-ES"/>
          </a:p>
        </p:txBody>
      </p:sp>
      <p:pic>
        <p:nvPicPr>
          <p:cNvPr id="9" name="Image 0" descr="preencoded.png">
            <a:extLst>
              <a:ext uri="{FF2B5EF4-FFF2-40B4-BE49-F238E27FC236}">
                <a16:creationId xmlns:a16="http://schemas.microsoft.com/office/drawing/2014/main" id="{54CA76AF-8047-3C85-61E5-57B33C92244A}"/>
              </a:ext>
            </a:extLst>
          </p:cNvPr>
          <p:cNvPicPr>
            <a:picLocks noChangeAspect="1"/>
          </p:cNvPicPr>
          <p:nvPr/>
        </p:nvPicPr>
        <p:blipFill>
          <a:blip r:embed="rId3"/>
          <a:stretch>
            <a:fillRect/>
          </a:stretch>
        </p:blipFill>
        <p:spPr>
          <a:xfrm>
            <a:off x="685800" y="2194560"/>
            <a:ext cx="365760" cy="365760"/>
          </a:xfrm>
          <a:prstGeom prst="rect">
            <a:avLst/>
          </a:prstGeom>
        </p:spPr>
      </p:pic>
      <p:sp>
        <p:nvSpPr>
          <p:cNvPr id="10" name="Text 7">
            <a:extLst>
              <a:ext uri="{FF2B5EF4-FFF2-40B4-BE49-F238E27FC236}">
                <a16:creationId xmlns:a16="http://schemas.microsoft.com/office/drawing/2014/main" id="{2C3ADF45-60E6-FC7F-263F-3F32FDAC469E}"/>
              </a:ext>
            </a:extLst>
          </p:cNvPr>
          <p:cNvSpPr/>
          <p:nvPr/>
        </p:nvSpPr>
        <p:spPr>
          <a:xfrm>
            <a:off x="1143000" y="2176272"/>
            <a:ext cx="2743200" cy="320040"/>
          </a:xfrm>
          <a:prstGeom prst="rect">
            <a:avLst/>
          </a:prstGeom>
          <a:noFill/>
          <a:ln/>
        </p:spPr>
        <p:txBody>
          <a:bodyPr wrap="square" lIns="0" tIns="0" rIns="0" bIns="0" rtlCol="0" anchor="ctr"/>
          <a:lstStyle/>
          <a:p>
            <a:pPr marL="0" indent="0">
              <a:buNone/>
            </a:pPr>
            <a:r>
              <a:rPr lang="en-US" sz="1600" b="1">
                <a:solidFill>
                  <a:srgbClr val="1A1A2E"/>
                </a:solidFill>
                <a:latin typeface="Open Sans" pitchFamily="34" charset="0"/>
                <a:ea typeface="Open Sans" pitchFamily="34" charset="-122"/>
                <a:cs typeface="Open Sans" pitchFamily="34" charset="-120"/>
              </a:rPr>
              <a:t>Product Owner</a:t>
            </a:r>
            <a:endParaRPr lang="en-US" sz="1600"/>
          </a:p>
        </p:txBody>
      </p:sp>
      <p:sp>
        <p:nvSpPr>
          <p:cNvPr id="11" name="Text 8">
            <a:extLst>
              <a:ext uri="{FF2B5EF4-FFF2-40B4-BE49-F238E27FC236}">
                <a16:creationId xmlns:a16="http://schemas.microsoft.com/office/drawing/2014/main" id="{B7C52639-0EFB-E002-3410-583AB7D9EBC2}"/>
              </a:ext>
            </a:extLst>
          </p:cNvPr>
          <p:cNvSpPr/>
          <p:nvPr/>
        </p:nvSpPr>
        <p:spPr>
          <a:xfrm>
            <a:off x="1143000" y="2423160"/>
            <a:ext cx="2743200" cy="201168"/>
          </a:xfrm>
          <a:prstGeom prst="rect">
            <a:avLst/>
          </a:prstGeom>
          <a:noFill/>
          <a:ln/>
        </p:spPr>
        <p:txBody>
          <a:bodyPr wrap="square" lIns="0" tIns="0" rIns="0" bIns="0" rtlCol="0" anchor="ctr"/>
          <a:lstStyle/>
          <a:p>
            <a:pPr marL="0" indent="0">
              <a:buNone/>
            </a:pPr>
            <a:r>
              <a:rPr lang="en-US" sz="950" i="1">
                <a:solidFill>
                  <a:srgbClr val="6B7280"/>
                </a:solidFill>
                <a:latin typeface="Open Sans" pitchFamily="34" charset="0"/>
                <a:ea typeface="Open Sans" pitchFamily="34" charset="-122"/>
                <a:cs typeface="Open Sans" pitchFamily="34" charset="-120"/>
              </a:rPr>
              <a:t>(de vuestra empresa)</a:t>
            </a:r>
            <a:endParaRPr lang="en-US" sz="950"/>
          </a:p>
        </p:txBody>
      </p:sp>
      <p:sp>
        <p:nvSpPr>
          <p:cNvPr id="12" name="Text 9">
            <a:extLst>
              <a:ext uri="{FF2B5EF4-FFF2-40B4-BE49-F238E27FC236}">
                <a16:creationId xmlns:a16="http://schemas.microsoft.com/office/drawing/2014/main" id="{9D9D9737-5659-7B7F-5558-E952EA1FECB3}"/>
              </a:ext>
            </a:extLst>
          </p:cNvPr>
          <p:cNvSpPr/>
          <p:nvPr/>
        </p:nvSpPr>
        <p:spPr>
          <a:xfrm>
            <a:off x="685800" y="2743200"/>
            <a:ext cx="3749040" cy="1965960"/>
          </a:xfrm>
          <a:prstGeom prst="rect">
            <a:avLst/>
          </a:prstGeom>
          <a:noFill/>
          <a:ln/>
        </p:spPr>
        <p:txBody>
          <a:bodyPr wrap="square" lIns="0" tIns="0" rIns="0" bIns="0" rtlCol="0" anchor="t"/>
          <a:lstStyle/>
          <a:p>
            <a:pPr marL="171450" indent="-171450">
              <a:spcAft>
                <a:spcPts val="300"/>
              </a:spcAft>
              <a:buSzPct val="100000"/>
              <a:buFont typeface="Outfit"/>
              <a:buChar char="•"/>
            </a:pPr>
            <a:r>
              <a:rPr lang="en-US" sz="1000">
                <a:solidFill>
                  <a:srgbClr val="1A1A2E"/>
                </a:solidFill>
                <a:latin typeface="Open Sans"/>
                <a:ea typeface="Open Sans"/>
                <a:cs typeface="Open Sans"/>
              </a:rPr>
              <a:t>Define la </a:t>
            </a:r>
            <a:r>
              <a:rPr lang="en-US" sz="1000" err="1">
                <a:solidFill>
                  <a:srgbClr val="1A1A2E"/>
                </a:solidFill>
                <a:latin typeface="Open Sans"/>
                <a:ea typeface="Open Sans"/>
                <a:cs typeface="Open Sans"/>
              </a:rPr>
              <a:t>visión</a:t>
            </a:r>
            <a:r>
              <a:rPr lang="en-US" sz="1000">
                <a:solidFill>
                  <a:srgbClr val="1A1A2E"/>
                </a:solidFill>
                <a:latin typeface="Open Sans"/>
                <a:ea typeface="Open Sans"/>
                <a:cs typeface="Open Sans"/>
              </a:rPr>
              <a:t> del </a:t>
            </a:r>
            <a:r>
              <a:rPr lang="en-US" sz="1000" err="1">
                <a:solidFill>
                  <a:srgbClr val="1A1A2E"/>
                </a:solidFill>
                <a:latin typeface="Open Sans"/>
                <a:ea typeface="Open Sans"/>
                <a:cs typeface="Open Sans"/>
              </a:rPr>
              <a:t>producto</a:t>
            </a:r>
            <a:endParaRPr lang="en-US" sz="1000" err="1">
              <a:latin typeface="Open Sans"/>
              <a:ea typeface="Open Sans"/>
              <a:cs typeface="Open Sans"/>
            </a:endParaRPr>
          </a:p>
          <a:p>
            <a:pPr marL="171450" indent="-171450">
              <a:spcAft>
                <a:spcPts val="300"/>
              </a:spcAft>
              <a:buSzPct val="100000"/>
              <a:buFont typeface="Outfit"/>
              <a:buChar char="•"/>
            </a:pPr>
            <a:r>
              <a:rPr lang="en-US" sz="1000" err="1">
                <a:solidFill>
                  <a:srgbClr val="1A1A2E"/>
                </a:solidFill>
                <a:latin typeface="Open Sans"/>
                <a:ea typeface="Open Sans"/>
                <a:cs typeface="Open Sans"/>
              </a:rPr>
              <a:t>Establece</a:t>
            </a:r>
            <a:r>
              <a:rPr lang="en-US" sz="1000">
                <a:solidFill>
                  <a:srgbClr val="1A1A2E"/>
                </a:solidFill>
                <a:latin typeface="Open Sans"/>
                <a:ea typeface="Open Sans"/>
                <a:cs typeface="Open Sans"/>
              </a:rPr>
              <a:t> y </a:t>
            </a:r>
            <a:r>
              <a:rPr lang="en-US" sz="1000" err="1">
                <a:solidFill>
                  <a:srgbClr val="1A1A2E"/>
                </a:solidFill>
                <a:latin typeface="Open Sans"/>
                <a:ea typeface="Open Sans"/>
                <a:cs typeface="Open Sans"/>
              </a:rPr>
              <a:t>prioriza</a:t>
            </a:r>
            <a:r>
              <a:rPr lang="en-US" sz="1000">
                <a:solidFill>
                  <a:srgbClr val="1A1A2E"/>
                </a:solidFill>
                <a:latin typeface="Open Sans"/>
                <a:ea typeface="Open Sans"/>
                <a:cs typeface="Open Sans"/>
              </a:rPr>
              <a:t> </a:t>
            </a:r>
            <a:r>
              <a:rPr lang="en-US" sz="1000" err="1">
                <a:solidFill>
                  <a:srgbClr val="1A1A2E"/>
                </a:solidFill>
                <a:latin typeface="Open Sans"/>
                <a:ea typeface="Open Sans"/>
                <a:cs typeface="Open Sans"/>
              </a:rPr>
              <a:t>el</a:t>
            </a:r>
            <a:r>
              <a:rPr lang="en-US" sz="1000">
                <a:solidFill>
                  <a:srgbClr val="1A1A2E"/>
                </a:solidFill>
                <a:latin typeface="Open Sans"/>
                <a:ea typeface="Open Sans"/>
                <a:cs typeface="Open Sans"/>
              </a:rPr>
              <a:t> backlog </a:t>
            </a:r>
            <a:r>
              <a:rPr lang="en-US" sz="1000" err="1">
                <a:solidFill>
                  <a:srgbClr val="1A1A2E"/>
                </a:solidFill>
                <a:latin typeface="Open Sans"/>
                <a:ea typeface="Open Sans"/>
                <a:cs typeface="Open Sans"/>
              </a:rPr>
              <a:t>por</a:t>
            </a:r>
            <a:r>
              <a:rPr lang="en-US" sz="1000">
                <a:solidFill>
                  <a:srgbClr val="1A1A2E"/>
                </a:solidFill>
                <a:latin typeface="Open Sans"/>
                <a:ea typeface="Open Sans"/>
                <a:cs typeface="Open Sans"/>
              </a:rPr>
              <a:t> valor</a:t>
            </a:r>
            <a:endParaRPr lang="en-US" sz="1000">
              <a:latin typeface="Open Sans"/>
              <a:ea typeface="Open Sans"/>
              <a:cs typeface="Open Sans"/>
            </a:endParaRPr>
          </a:p>
          <a:p>
            <a:pPr marL="171450" indent="-171450">
              <a:spcAft>
                <a:spcPts val="300"/>
              </a:spcAft>
              <a:buSzPct val="100000"/>
              <a:buFont typeface="Outfit"/>
              <a:buChar char="•"/>
            </a:pPr>
            <a:r>
              <a:rPr lang="en-US" sz="1000" err="1">
                <a:solidFill>
                  <a:srgbClr val="1A1A2E"/>
                </a:solidFill>
                <a:latin typeface="Open Sans"/>
                <a:ea typeface="Open Sans"/>
                <a:cs typeface="Open Sans"/>
              </a:rPr>
              <a:t>Articula</a:t>
            </a:r>
            <a:r>
              <a:rPr lang="en-US" sz="1000">
                <a:solidFill>
                  <a:srgbClr val="1A1A2E"/>
                </a:solidFill>
                <a:latin typeface="Open Sans"/>
                <a:ea typeface="Open Sans"/>
                <a:cs typeface="Open Sans"/>
              </a:rPr>
              <a:t> </a:t>
            </a:r>
            <a:r>
              <a:rPr lang="en-US" sz="1000" err="1">
                <a:solidFill>
                  <a:srgbClr val="1A1A2E"/>
                </a:solidFill>
                <a:latin typeface="Open Sans"/>
                <a:ea typeface="Open Sans"/>
                <a:cs typeface="Open Sans"/>
              </a:rPr>
              <a:t>objetivos</a:t>
            </a:r>
            <a:r>
              <a:rPr lang="en-US" sz="1000">
                <a:solidFill>
                  <a:srgbClr val="1A1A2E"/>
                </a:solidFill>
                <a:latin typeface="Open Sans"/>
                <a:ea typeface="Open Sans"/>
                <a:cs typeface="Open Sans"/>
              </a:rPr>
              <a:t> del </a:t>
            </a:r>
            <a:r>
              <a:rPr lang="en-US" sz="1000" err="1">
                <a:solidFill>
                  <a:srgbClr val="1A1A2E"/>
                </a:solidFill>
                <a:latin typeface="Open Sans"/>
                <a:ea typeface="Open Sans"/>
                <a:cs typeface="Open Sans"/>
              </a:rPr>
              <a:t>proyecto</a:t>
            </a:r>
            <a:endParaRPr lang="en-US" sz="1000" err="1">
              <a:latin typeface="Open Sans"/>
              <a:ea typeface="Open Sans"/>
              <a:cs typeface="Open Sans"/>
            </a:endParaRPr>
          </a:p>
          <a:p>
            <a:pPr marL="171450" indent="-171450">
              <a:spcAft>
                <a:spcPts val="300"/>
              </a:spcAft>
              <a:buSzPct val="100000"/>
              <a:buFont typeface="Outfit"/>
              <a:buChar char="•"/>
            </a:pPr>
            <a:r>
              <a:rPr lang="en-US" sz="1000" err="1">
                <a:solidFill>
                  <a:srgbClr val="1A1A2E"/>
                </a:solidFill>
                <a:latin typeface="Open Sans"/>
                <a:ea typeface="Open Sans"/>
                <a:cs typeface="Open Sans"/>
              </a:rPr>
              <a:t>Aclaraciones</a:t>
            </a:r>
            <a:r>
              <a:rPr lang="en-US" sz="1000">
                <a:solidFill>
                  <a:srgbClr val="1A1A2E"/>
                </a:solidFill>
                <a:latin typeface="Open Sans"/>
                <a:ea typeface="Open Sans"/>
                <a:cs typeface="Open Sans"/>
              </a:rPr>
              <a:t> y </a:t>
            </a:r>
            <a:r>
              <a:rPr lang="en-US" sz="1000" err="1">
                <a:solidFill>
                  <a:srgbClr val="1A1A2E"/>
                </a:solidFill>
                <a:latin typeface="Open Sans"/>
                <a:ea typeface="Open Sans"/>
                <a:cs typeface="Open Sans"/>
              </a:rPr>
              <a:t>resolución</a:t>
            </a:r>
            <a:r>
              <a:rPr lang="en-US" sz="1000">
                <a:solidFill>
                  <a:srgbClr val="1A1A2E"/>
                </a:solidFill>
                <a:latin typeface="Open Sans"/>
                <a:ea typeface="Open Sans"/>
                <a:cs typeface="Open Sans"/>
              </a:rPr>
              <a:t> de </a:t>
            </a:r>
            <a:r>
              <a:rPr lang="en-US" sz="1000" err="1">
                <a:solidFill>
                  <a:srgbClr val="1A1A2E"/>
                </a:solidFill>
                <a:latin typeface="Open Sans"/>
                <a:ea typeface="Open Sans"/>
                <a:cs typeface="Open Sans"/>
              </a:rPr>
              <a:t>conflictos</a:t>
            </a:r>
            <a:endParaRPr lang="en-US" sz="1000" err="1">
              <a:latin typeface="Open Sans"/>
              <a:ea typeface="Open Sans"/>
              <a:cs typeface="Open Sans"/>
            </a:endParaRPr>
          </a:p>
          <a:p>
            <a:pPr marL="171450" indent="-171450">
              <a:spcAft>
                <a:spcPts val="300"/>
              </a:spcAft>
              <a:buSzPct val="100000"/>
              <a:buFont typeface="Outfit"/>
              <a:buChar char="•"/>
            </a:pPr>
            <a:r>
              <a:rPr lang="en-US" sz="1000" err="1">
                <a:solidFill>
                  <a:srgbClr val="1A1A2E"/>
                </a:solidFill>
                <a:latin typeface="Open Sans"/>
                <a:ea typeface="Open Sans"/>
                <a:cs typeface="Open Sans"/>
              </a:rPr>
              <a:t>Revisa</a:t>
            </a:r>
            <a:r>
              <a:rPr lang="en-US" sz="1000">
                <a:solidFill>
                  <a:srgbClr val="1A1A2E"/>
                </a:solidFill>
                <a:latin typeface="Open Sans"/>
                <a:ea typeface="Open Sans"/>
                <a:cs typeface="Open Sans"/>
              </a:rPr>
              <a:t> y </a:t>
            </a:r>
            <a:r>
              <a:rPr lang="en-US" sz="1000" err="1">
                <a:solidFill>
                  <a:srgbClr val="1A1A2E"/>
                </a:solidFill>
                <a:latin typeface="Open Sans"/>
                <a:ea typeface="Open Sans"/>
                <a:cs typeface="Open Sans"/>
              </a:rPr>
              <a:t>aprueba</a:t>
            </a:r>
            <a:r>
              <a:rPr lang="en-US" sz="1000">
                <a:solidFill>
                  <a:srgbClr val="1A1A2E"/>
                </a:solidFill>
                <a:latin typeface="Open Sans"/>
                <a:ea typeface="Open Sans"/>
                <a:cs typeface="Open Sans"/>
              </a:rPr>
              <a:t> </a:t>
            </a:r>
            <a:r>
              <a:rPr lang="en-US" sz="1000" err="1">
                <a:solidFill>
                  <a:srgbClr val="1A1A2E"/>
                </a:solidFill>
                <a:latin typeface="Open Sans"/>
                <a:ea typeface="Open Sans"/>
                <a:cs typeface="Open Sans"/>
              </a:rPr>
              <a:t>criterios</a:t>
            </a:r>
            <a:r>
              <a:rPr lang="en-US" sz="1000">
                <a:solidFill>
                  <a:srgbClr val="1A1A2E"/>
                </a:solidFill>
                <a:latin typeface="Open Sans"/>
                <a:ea typeface="Open Sans"/>
                <a:cs typeface="Open Sans"/>
              </a:rPr>
              <a:t> de </a:t>
            </a:r>
            <a:r>
              <a:rPr lang="en-US" sz="1000" err="1">
                <a:solidFill>
                  <a:srgbClr val="1A1A2E"/>
                </a:solidFill>
                <a:latin typeface="Open Sans"/>
                <a:ea typeface="Open Sans"/>
                <a:cs typeface="Open Sans"/>
              </a:rPr>
              <a:t>aceptación</a:t>
            </a:r>
            <a:endParaRPr lang="en-US" sz="1000" err="1">
              <a:latin typeface="Open Sans"/>
              <a:ea typeface="Open Sans"/>
              <a:cs typeface="Open Sans"/>
            </a:endParaRPr>
          </a:p>
          <a:p>
            <a:pPr marL="171450" indent="-171450">
              <a:spcAft>
                <a:spcPts val="300"/>
              </a:spcAft>
              <a:buSzPct val="100000"/>
              <a:buFont typeface="Outfit"/>
              <a:buChar char="•"/>
            </a:pPr>
            <a:r>
              <a:rPr lang="en-US" sz="1000" err="1">
                <a:solidFill>
                  <a:srgbClr val="1A1A2E"/>
                </a:solidFill>
                <a:latin typeface="Open Sans"/>
                <a:ea typeface="Open Sans"/>
                <a:cs typeface="Open Sans"/>
              </a:rPr>
              <a:t>Identifica</a:t>
            </a:r>
            <a:r>
              <a:rPr lang="en-US" sz="1000">
                <a:solidFill>
                  <a:srgbClr val="1A1A2E"/>
                </a:solidFill>
                <a:latin typeface="Open Sans"/>
                <a:ea typeface="Open Sans"/>
                <a:cs typeface="Open Sans"/>
              </a:rPr>
              <a:t> </a:t>
            </a:r>
            <a:r>
              <a:rPr lang="en-US" sz="1000" err="1">
                <a:solidFill>
                  <a:srgbClr val="1A1A2E"/>
                </a:solidFill>
                <a:latin typeface="Open Sans"/>
                <a:ea typeface="Open Sans"/>
                <a:cs typeface="Open Sans"/>
              </a:rPr>
              <a:t>riesgos</a:t>
            </a:r>
            <a:r>
              <a:rPr lang="en-US" sz="1000">
                <a:solidFill>
                  <a:srgbClr val="1A1A2E"/>
                </a:solidFill>
                <a:latin typeface="Open Sans"/>
                <a:ea typeface="Open Sans"/>
                <a:cs typeface="Open Sans"/>
              </a:rPr>
              <a:t> e </a:t>
            </a:r>
            <a:r>
              <a:rPr lang="en-US" sz="1000" err="1">
                <a:solidFill>
                  <a:srgbClr val="1A1A2E"/>
                </a:solidFill>
                <a:latin typeface="Open Sans"/>
                <a:ea typeface="Open Sans"/>
                <a:cs typeface="Open Sans"/>
              </a:rPr>
              <a:t>incertidumbres</a:t>
            </a:r>
            <a:endParaRPr lang="en-US" sz="1000" err="1">
              <a:latin typeface="Open Sans"/>
              <a:ea typeface="Open Sans"/>
              <a:cs typeface="Open Sans"/>
            </a:endParaRPr>
          </a:p>
        </p:txBody>
      </p:sp>
      <p:sp>
        <p:nvSpPr>
          <p:cNvPr id="13" name="Shape 10">
            <a:extLst>
              <a:ext uri="{FF2B5EF4-FFF2-40B4-BE49-F238E27FC236}">
                <a16:creationId xmlns:a16="http://schemas.microsoft.com/office/drawing/2014/main" id="{73029435-5A32-ED57-A404-5698D0F7E5FC}"/>
              </a:ext>
            </a:extLst>
          </p:cNvPr>
          <p:cNvSpPr/>
          <p:nvPr/>
        </p:nvSpPr>
        <p:spPr>
          <a:xfrm>
            <a:off x="4663440" y="2057400"/>
            <a:ext cx="4023360" cy="2697480"/>
          </a:xfrm>
          <a:prstGeom prst="roundRect">
            <a:avLst>
              <a:gd name="adj" fmla="val 0"/>
            </a:avLst>
          </a:prstGeom>
          <a:solidFill>
            <a:srgbClr val="FFFFFF"/>
          </a:solidFill>
          <a:ln w="9525">
            <a:solidFill>
              <a:srgbClr val="F2F3F7"/>
            </a:solidFill>
            <a:prstDash val="solid"/>
          </a:ln>
          <a:effectLst>
            <a:outerShdw blurRad="127000" dist="25400" dir="5400000" algn="bl" rotWithShape="0">
              <a:srgbClr val="000000">
                <a:alpha val="8000"/>
              </a:srgbClr>
            </a:outerShdw>
          </a:effectLst>
        </p:spPr>
        <p:txBody>
          <a:bodyPr/>
          <a:lstStyle/>
          <a:p>
            <a:endParaRPr lang="en-ES"/>
          </a:p>
        </p:txBody>
      </p:sp>
      <p:sp>
        <p:nvSpPr>
          <p:cNvPr id="14" name="Shape 11">
            <a:extLst>
              <a:ext uri="{FF2B5EF4-FFF2-40B4-BE49-F238E27FC236}">
                <a16:creationId xmlns:a16="http://schemas.microsoft.com/office/drawing/2014/main" id="{3FDA9803-090E-F2B2-355C-E26A712A0001}"/>
              </a:ext>
            </a:extLst>
          </p:cNvPr>
          <p:cNvSpPr/>
          <p:nvPr/>
        </p:nvSpPr>
        <p:spPr>
          <a:xfrm>
            <a:off x="4663440" y="2057400"/>
            <a:ext cx="73152" cy="2697480"/>
          </a:xfrm>
          <a:prstGeom prst="rect">
            <a:avLst/>
          </a:prstGeom>
          <a:solidFill>
            <a:srgbClr val="536DFE"/>
          </a:solidFill>
          <a:ln w="12700">
            <a:solidFill>
              <a:srgbClr val="536DFE"/>
            </a:solidFill>
            <a:prstDash val="solid"/>
          </a:ln>
        </p:spPr>
        <p:txBody>
          <a:bodyPr/>
          <a:lstStyle/>
          <a:p>
            <a:endParaRPr lang="en-ES"/>
          </a:p>
        </p:txBody>
      </p:sp>
      <p:pic>
        <p:nvPicPr>
          <p:cNvPr id="15" name="Image 1" descr="preencoded.png">
            <a:extLst>
              <a:ext uri="{FF2B5EF4-FFF2-40B4-BE49-F238E27FC236}">
                <a16:creationId xmlns:a16="http://schemas.microsoft.com/office/drawing/2014/main" id="{D21273D1-39B5-0CE8-AF71-7CB590CD59D4}"/>
              </a:ext>
            </a:extLst>
          </p:cNvPr>
          <p:cNvPicPr>
            <a:picLocks noChangeAspect="1"/>
          </p:cNvPicPr>
          <p:nvPr/>
        </p:nvPicPr>
        <p:blipFill>
          <a:blip r:embed="rId4"/>
          <a:stretch>
            <a:fillRect/>
          </a:stretch>
        </p:blipFill>
        <p:spPr>
          <a:xfrm>
            <a:off x="4892040" y="2194560"/>
            <a:ext cx="365760" cy="365760"/>
          </a:xfrm>
          <a:prstGeom prst="rect">
            <a:avLst/>
          </a:prstGeom>
        </p:spPr>
      </p:pic>
      <p:sp>
        <p:nvSpPr>
          <p:cNvPr id="16" name="Text 12">
            <a:extLst>
              <a:ext uri="{FF2B5EF4-FFF2-40B4-BE49-F238E27FC236}">
                <a16:creationId xmlns:a16="http://schemas.microsoft.com/office/drawing/2014/main" id="{A7846761-6E23-2810-2F56-509391694DC7}"/>
              </a:ext>
            </a:extLst>
          </p:cNvPr>
          <p:cNvSpPr/>
          <p:nvPr/>
        </p:nvSpPr>
        <p:spPr>
          <a:xfrm>
            <a:off x="5349240" y="2176272"/>
            <a:ext cx="3200400" cy="320040"/>
          </a:xfrm>
          <a:prstGeom prst="rect">
            <a:avLst/>
          </a:prstGeom>
          <a:noFill/>
          <a:ln/>
        </p:spPr>
        <p:txBody>
          <a:bodyPr wrap="square" lIns="0" tIns="0" rIns="0" bIns="0" rtlCol="0" anchor="ctr"/>
          <a:lstStyle/>
          <a:p>
            <a:r>
              <a:rPr lang="en-US" sz="1600" b="1">
                <a:solidFill>
                  <a:srgbClr val="1A1A2E"/>
                </a:solidFill>
                <a:latin typeface="Open Sans"/>
                <a:ea typeface="Open Sans"/>
                <a:cs typeface="Open Sans"/>
              </a:rPr>
              <a:t>Tech Lead Manager</a:t>
            </a:r>
            <a:endParaRPr lang="en-US" sz="1600"/>
          </a:p>
        </p:txBody>
      </p:sp>
      <p:sp>
        <p:nvSpPr>
          <p:cNvPr id="17" name="Text 13">
            <a:extLst>
              <a:ext uri="{FF2B5EF4-FFF2-40B4-BE49-F238E27FC236}">
                <a16:creationId xmlns:a16="http://schemas.microsoft.com/office/drawing/2014/main" id="{48365A9E-FCD7-C36C-4210-A68FD8BF00D6}"/>
              </a:ext>
            </a:extLst>
          </p:cNvPr>
          <p:cNvSpPr/>
          <p:nvPr/>
        </p:nvSpPr>
        <p:spPr>
          <a:xfrm>
            <a:off x="5349240" y="2423160"/>
            <a:ext cx="3200400" cy="201168"/>
          </a:xfrm>
          <a:prstGeom prst="rect">
            <a:avLst/>
          </a:prstGeom>
          <a:noFill/>
          <a:ln/>
        </p:spPr>
        <p:txBody>
          <a:bodyPr wrap="square" lIns="0" tIns="0" rIns="0" bIns="0" rtlCol="0" anchor="ctr"/>
          <a:lstStyle/>
          <a:p>
            <a:pPr marL="0" indent="0">
              <a:buNone/>
            </a:pPr>
            <a:r>
              <a:rPr lang="en-US" sz="950" i="1">
                <a:solidFill>
                  <a:srgbClr val="6B7280"/>
                </a:solidFill>
                <a:latin typeface="Open Sans" pitchFamily="34" charset="0"/>
                <a:ea typeface="Open Sans" pitchFamily="34" charset="-122"/>
                <a:cs typeface="Open Sans" pitchFamily="34" charset="-120"/>
              </a:rPr>
              <a:t>(de Plain Concepts)</a:t>
            </a:r>
            <a:endParaRPr lang="en-US" sz="950"/>
          </a:p>
        </p:txBody>
      </p:sp>
      <p:sp>
        <p:nvSpPr>
          <p:cNvPr id="18" name="Text 14">
            <a:extLst>
              <a:ext uri="{FF2B5EF4-FFF2-40B4-BE49-F238E27FC236}">
                <a16:creationId xmlns:a16="http://schemas.microsoft.com/office/drawing/2014/main" id="{B14369FC-0D4C-A840-6651-DD4C6B0291D9}"/>
              </a:ext>
            </a:extLst>
          </p:cNvPr>
          <p:cNvSpPr/>
          <p:nvPr/>
        </p:nvSpPr>
        <p:spPr>
          <a:xfrm>
            <a:off x="4892040" y="2743200"/>
            <a:ext cx="3749040" cy="1965960"/>
          </a:xfrm>
          <a:prstGeom prst="rect">
            <a:avLst/>
          </a:prstGeom>
          <a:noFill/>
          <a:ln/>
        </p:spPr>
        <p:txBody>
          <a:bodyPr wrap="square" lIns="0" tIns="0" rIns="0" bIns="0" rtlCol="0" anchor="t"/>
          <a:lstStyle/>
          <a:p>
            <a:pPr marL="171450" indent="-171450">
              <a:spcBef>
                <a:spcPts val="600"/>
              </a:spcBef>
              <a:buSzPct val="100000"/>
              <a:buFont typeface="Outfit"/>
              <a:buChar char="•"/>
            </a:pPr>
            <a:r>
              <a:rPr lang="en-US" sz="1000">
                <a:solidFill>
                  <a:srgbClr val="1A1A2E"/>
                </a:solidFill>
                <a:latin typeface="Open Sans"/>
                <a:ea typeface="Open Sans"/>
                <a:cs typeface="Open Sans"/>
              </a:rPr>
              <a:t>Interlocutor </a:t>
            </a:r>
            <a:r>
              <a:rPr lang="en-US" sz="1000" err="1">
                <a:solidFill>
                  <a:srgbClr val="1A1A2E"/>
                </a:solidFill>
                <a:latin typeface="Open Sans"/>
                <a:ea typeface="Open Sans"/>
                <a:cs typeface="Open Sans"/>
              </a:rPr>
              <a:t>técnico</a:t>
            </a:r>
            <a:r>
              <a:rPr lang="en-US" sz="1000">
                <a:solidFill>
                  <a:srgbClr val="1A1A2E"/>
                </a:solidFill>
                <a:latin typeface="Open Sans"/>
                <a:ea typeface="Open Sans"/>
                <a:cs typeface="Open Sans"/>
              </a:rPr>
              <a:t> del día a día</a:t>
            </a:r>
            <a:endParaRPr lang="en-US">
              <a:solidFill>
                <a:srgbClr val="000000"/>
              </a:solidFill>
              <a:latin typeface="Open Sans"/>
              <a:ea typeface="Open Sans"/>
              <a:cs typeface="Open Sans"/>
            </a:endParaRPr>
          </a:p>
          <a:p>
            <a:pPr marL="171450" indent="-171450">
              <a:spcBef>
                <a:spcPts val="600"/>
              </a:spcBef>
              <a:buFont typeface="Outfit"/>
              <a:buChar char="•"/>
            </a:pPr>
            <a:r>
              <a:rPr lang="en-US" sz="1000">
                <a:solidFill>
                  <a:srgbClr val="1A1A2E"/>
                </a:solidFill>
                <a:latin typeface="Open Sans"/>
                <a:ea typeface="Open Sans"/>
                <a:cs typeface="Open Sans"/>
              </a:rPr>
              <a:t>Visión global del delivery </a:t>
            </a:r>
            <a:r>
              <a:rPr lang="en-US" sz="1000" err="1">
                <a:solidFill>
                  <a:srgbClr val="1A1A2E"/>
                </a:solidFill>
                <a:latin typeface="Open Sans"/>
                <a:ea typeface="Open Sans"/>
                <a:cs typeface="Open Sans"/>
              </a:rPr>
              <a:t>técnico</a:t>
            </a:r>
            <a:endParaRPr lang="en-US" sz="1000">
              <a:solidFill>
                <a:srgbClr val="1A1A2E"/>
              </a:solidFill>
              <a:latin typeface="Open Sans"/>
              <a:ea typeface="Open Sans"/>
              <a:cs typeface="Open Sans"/>
            </a:endParaRPr>
          </a:p>
          <a:p>
            <a:pPr marL="171450" indent="-171450">
              <a:spcBef>
                <a:spcPts val="600"/>
              </a:spcBef>
              <a:buFont typeface="Outfit"/>
              <a:buChar char="•"/>
            </a:pPr>
            <a:r>
              <a:rPr lang="en-US" sz="1000">
                <a:solidFill>
                  <a:srgbClr val="1A1A2E"/>
                </a:solidFill>
                <a:latin typeface="Open Sans"/>
                <a:ea typeface="Open Sans"/>
                <a:cs typeface="Open Sans"/>
              </a:rPr>
              <a:t>Rol hands‑on delivery, </a:t>
            </a:r>
            <a:r>
              <a:rPr lang="en-US" sz="1000" err="1">
                <a:solidFill>
                  <a:srgbClr val="1A1A2E"/>
                </a:solidFill>
                <a:latin typeface="Open Sans"/>
                <a:ea typeface="Open Sans"/>
                <a:cs typeface="Open Sans"/>
              </a:rPr>
              <a:t>contribuye</a:t>
            </a:r>
            <a:endParaRPr lang="en-US" sz="1000">
              <a:solidFill>
                <a:srgbClr val="1A1A2E"/>
              </a:solidFill>
              <a:latin typeface="Open Sans"/>
              <a:ea typeface="Open Sans"/>
              <a:cs typeface="Open Sans"/>
            </a:endParaRPr>
          </a:p>
          <a:p>
            <a:pPr marL="171450" indent="-171450">
              <a:spcBef>
                <a:spcPts val="600"/>
              </a:spcBef>
              <a:buFont typeface="Outfit"/>
              <a:buChar char="•"/>
            </a:pPr>
            <a:r>
              <a:rPr lang="en-US" sz="1000" err="1">
                <a:solidFill>
                  <a:srgbClr val="1A1A2E"/>
                </a:solidFill>
                <a:latin typeface="Open Sans"/>
                <a:ea typeface="Open Sans"/>
                <a:cs typeface="Open Sans"/>
              </a:rPr>
              <a:t>Supervisión</a:t>
            </a:r>
            <a:r>
              <a:rPr lang="en-US" sz="1000">
                <a:solidFill>
                  <a:srgbClr val="1A1A2E"/>
                </a:solidFill>
                <a:latin typeface="Open Sans"/>
                <a:ea typeface="Open Sans"/>
                <a:cs typeface="Open Sans"/>
              </a:rPr>
              <a:t> del </a:t>
            </a:r>
            <a:r>
              <a:rPr lang="en-US" sz="1000" err="1">
                <a:solidFill>
                  <a:srgbClr val="1A1A2E"/>
                </a:solidFill>
                <a:latin typeface="Open Sans"/>
                <a:ea typeface="Open Sans"/>
                <a:cs typeface="Open Sans"/>
              </a:rPr>
              <a:t>funcionamiento</a:t>
            </a:r>
            <a:r>
              <a:rPr lang="en-US" sz="1000">
                <a:solidFill>
                  <a:srgbClr val="1A1A2E"/>
                </a:solidFill>
                <a:latin typeface="Open Sans"/>
                <a:ea typeface="Open Sans"/>
                <a:cs typeface="Open Sans"/>
              </a:rPr>
              <a:t> del </a:t>
            </a:r>
            <a:r>
              <a:rPr lang="en-US" sz="1000" err="1">
                <a:solidFill>
                  <a:srgbClr val="1A1A2E"/>
                </a:solidFill>
                <a:latin typeface="Open Sans"/>
                <a:ea typeface="Open Sans"/>
                <a:cs typeface="Open Sans"/>
              </a:rPr>
              <a:t>equipo</a:t>
            </a:r>
            <a:endParaRPr lang="en-US" sz="1000">
              <a:solidFill>
                <a:srgbClr val="1A1A2E"/>
              </a:solidFill>
              <a:latin typeface="Open Sans"/>
              <a:ea typeface="Open Sans"/>
              <a:cs typeface="Open Sans"/>
            </a:endParaRPr>
          </a:p>
          <a:p>
            <a:pPr marL="171450" indent="-171450">
              <a:spcBef>
                <a:spcPts val="600"/>
              </a:spcBef>
              <a:buFont typeface="Outfit"/>
              <a:buChar char="•"/>
            </a:pPr>
            <a:r>
              <a:rPr lang="en-US" sz="1000" err="1">
                <a:solidFill>
                  <a:srgbClr val="1A1A2E"/>
                </a:solidFill>
                <a:latin typeface="Open Sans"/>
                <a:ea typeface="Open Sans"/>
                <a:cs typeface="Open Sans"/>
              </a:rPr>
              <a:t>Asegura</a:t>
            </a:r>
            <a:r>
              <a:rPr lang="en-US" sz="1000">
                <a:solidFill>
                  <a:srgbClr val="1A1A2E"/>
                </a:solidFill>
                <a:latin typeface="Open Sans"/>
                <a:ea typeface="Open Sans"/>
                <a:cs typeface="Open Sans"/>
              </a:rPr>
              <a:t> la </a:t>
            </a:r>
            <a:r>
              <a:rPr lang="en-US" sz="1000" err="1">
                <a:solidFill>
                  <a:srgbClr val="1A1A2E"/>
                </a:solidFill>
                <a:latin typeface="Open Sans"/>
                <a:ea typeface="Open Sans"/>
                <a:cs typeface="Open Sans"/>
              </a:rPr>
              <a:t>calidad</a:t>
            </a:r>
            <a:r>
              <a:rPr lang="en-US" sz="1000">
                <a:solidFill>
                  <a:srgbClr val="1A1A2E"/>
                </a:solidFill>
                <a:latin typeface="Open Sans"/>
                <a:ea typeface="Open Sans"/>
                <a:cs typeface="Open Sans"/>
              </a:rPr>
              <a:t> del delivery</a:t>
            </a:r>
          </a:p>
          <a:p>
            <a:pPr marL="171450" indent="-171450">
              <a:spcBef>
                <a:spcPts val="600"/>
              </a:spcBef>
              <a:buFont typeface="Outfit"/>
              <a:buChar char="•"/>
            </a:pPr>
            <a:r>
              <a:rPr lang="en-US" sz="1000" err="1">
                <a:solidFill>
                  <a:srgbClr val="1A1A2E"/>
                </a:solidFill>
                <a:latin typeface="Open Sans"/>
                <a:ea typeface="Open Sans"/>
                <a:cs typeface="Open Sans"/>
              </a:rPr>
              <a:t>Liderazgo</a:t>
            </a:r>
            <a:r>
              <a:rPr lang="en-US" sz="1000">
                <a:solidFill>
                  <a:srgbClr val="1A1A2E"/>
                </a:solidFill>
                <a:latin typeface="Open Sans"/>
                <a:ea typeface="Open Sans"/>
                <a:cs typeface="Open Sans"/>
              </a:rPr>
              <a:t> </a:t>
            </a:r>
            <a:r>
              <a:rPr lang="en-US" sz="1000" err="1">
                <a:solidFill>
                  <a:srgbClr val="1A1A2E"/>
                </a:solidFill>
                <a:latin typeface="Open Sans"/>
                <a:ea typeface="Open Sans"/>
                <a:cs typeface="Open Sans"/>
              </a:rPr>
              <a:t>técnico</a:t>
            </a:r>
            <a:r>
              <a:rPr lang="en-US" sz="1000">
                <a:solidFill>
                  <a:srgbClr val="1A1A2E"/>
                </a:solidFill>
                <a:latin typeface="Open Sans"/>
                <a:ea typeface="Open Sans"/>
                <a:cs typeface="Open Sans"/>
              </a:rPr>
              <a:t> </a:t>
            </a:r>
            <a:r>
              <a:rPr lang="en-US" sz="1000" err="1">
                <a:solidFill>
                  <a:srgbClr val="1A1A2E"/>
                </a:solidFill>
                <a:latin typeface="Open Sans"/>
                <a:ea typeface="Open Sans"/>
                <a:cs typeface="Open Sans"/>
              </a:rPr>
              <a:t>cotidiano</a:t>
            </a:r>
            <a:endParaRPr lang="en-US" sz="1000">
              <a:solidFill>
                <a:srgbClr val="1A1A2E"/>
              </a:solidFill>
              <a:latin typeface="Open Sans"/>
              <a:ea typeface="Open Sans"/>
              <a:cs typeface="Open Sans"/>
            </a:endParaRPr>
          </a:p>
          <a:p>
            <a:pPr marL="171450" indent="-171450">
              <a:spcBef>
                <a:spcPts val="600"/>
              </a:spcBef>
              <a:buFont typeface="Outfit"/>
              <a:buChar char="•"/>
            </a:pPr>
            <a:r>
              <a:rPr lang="en-US" sz="1000" err="1">
                <a:solidFill>
                  <a:srgbClr val="1A1A2E"/>
                </a:solidFill>
                <a:latin typeface="Open Sans"/>
                <a:ea typeface="Open Sans"/>
                <a:cs typeface="Open Sans"/>
              </a:rPr>
              <a:t>Revisiones</a:t>
            </a:r>
            <a:r>
              <a:rPr lang="en-US" sz="1000">
                <a:solidFill>
                  <a:srgbClr val="1A1A2E"/>
                </a:solidFill>
                <a:latin typeface="Open Sans"/>
                <a:ea typeface="Open Sans"/>
                <a:cs typeface="Open Sans"/>
              </a:rPr>
              <a:t> y </a:t>
            </a:r>
            <a:r>
              <a:rPr lang="en-US" sz="1000" err="1">
                <a:solidFill>
                  <a:srgbClr val="1A1A2E"/>
                </a:solidFill>
                <a:latin typeface="Open Sans"/>
                <a:ea typeface="Open Sans"/>
                <a:cs typeface="Open Sans"/>
              </a:rPr>
              <a:t>decisiones</a:t>
            </a:r>
            <a:r>
              <a:rPr lang="en-US" sz="1000">
                <a:solidFill>
                  <a:srgbClr val="1A1A2E"/>
                </a:solidFill>
                <a:latin typeface="Open Sans"/>
                <a:ea typeface="Open Sans"/>
                <a:cs typeface="Open Sans"/>
              </a:rPr>
              <a:t> </a:t>
            </a:r>
            <a:r>
              <a:rPr lang="en-US" sz="1000" err="1">
                <a:solidFill>
                  <a:srgbClr val="1A1A2E"/>
                </a:solidFill>
                <a:latin typeface="Open Sans"/>
                <a:ea typeface="Open Sans"/>
                <a:cs typeface="Open Sans"/>
              </a:rPr>
              <a:t>técnicas</a:t>
            </a:r>
            <a:endParaRPr lang="en-US" sz="1000">
              <a:solidFill>
                <a:srgbClr val="1A1A2E"/>
              </a:solidFill>
              <a:latin typeface="Open Sans"/>
              <a:ea typeface="Open Sans"/>
              <a:cs typeface="Open Sans"/>
            </a:endParaRPr>
          </a:p>
          <a:p>
            <a:pPr marL="171450" indent="-171450">
              <a:spcBef>
                <a:spcPts val="600"/>
              </a:spcBef>
              <a:buFont typeface="Outfit"/>
              <a:buChar char="•"/>
            </a:pPr>
            <a:r>
              <a:rPr lang="en-US" sz="1000">
                <a:solidFill>
                  <a:srgbClr val="1A1A2E"/>
                </a:solidFill>
                <a:latin typeface="Open Sans"/>
                <a:ea typeface="Open Sans"/>
                <a:cs typeface="Open Sans"/>
              </a:rPr>
              <a:t>Punto de </a:t>
            </a:r>
            <a:r>
              <a:rPr lang="en-US" sz="1000" err="1">
                <a:solidFill>
                  <a:srgbClr val="1A1A2E"/>
                </a:solidFill>
                <a:latin typeface="Open Sans"/>
                <a:ea typeface="Open Sans"/>
                <a:cs typeface="Open Sans"/>
              </a:rPr>
              <a:t>escalado</a:t>
            </a:r>
            <a:endParaRPr lang="en-US" sz="1000">
              <a:solidFill>
                <a:srgbClr val="1A1A2E"/>
              </a:solidFill>
              <a:latin typeface="Open Sans"/>
              <a:ea typeface="Open Sans"/>
              <a:cs typeface="Open Sans"/>
            </a:endParaRPr>
          </a:p>
        </p:txBody>
      </p:sp>
      <p:grpSp>
        <p:nvGrpSpPr>
          <p:cNvPr id="23" name="Group 22">
            <a:extLst>
              <a:ext uri="{FF2B5EF4-FFF2-40B4-BE49-F238E27FC236}">
                <a16:creationId xmlns:a16="http://schemas.microsoft.com/office/drawing/2014/main" id="{7F321D11-82C8-7105-CB4E-B394C393FC10}"/>
              </a:ext>
            </a:extLst>
          </p:cNvPr>
          <p:cNvGrpSpPr/>
          <p:nvPr/>
        </p:nvGrpSpPr>
        <p:grpSpPr>
          <a:xfrm>
            <a:off x="8039657" y="4755838"/>
            <a:ext cx="795753" cy="246857"/>
            <a:chOff x="7435419" y="4613467"/>
            <a:chExt cx="1708581" cy="530033"/>
          </a:xfrm>
        </p:grpSpPr>
        <p:pic>
          <p:nvPicPr>
            <p:cNvPr id="24" name="Picture 23" descr="A black background with white text  AI-generated content may be incorrect.">
              <a:extLst>
                <a:ext uri="{FF2B5EF4-FFF2-40B4-BE49-F238E27FC236}">
                  <a16:creationId xmlns:a16="http://schemas.microsoft.com/office/drawing/2014/main" id="{586F13D0-1DE7-6736-5A87-8A653E06C98C}"/>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25" name="Rectangle 24">
              <a:extLst>
                <a:ext uri="{FF2B5EF4-FFF2-40B4-BE49-F238E27FC236}">
                  <a16:creationId xmlns:a16="http://schemas.microsoft.com/office/drawing/2014/main" id="{0BC81426-AEC8-32E2-B7A1-A8FA8AADC7AD}"/>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26" name="Marcador de número de diapositiva 1">
              <a:extLst>
                <a:ext uri="{FF2B5EF4-FFF2-40B4-BE49-F238E27FC236}">
                  <a16:creationId xmlns:a16="http://schemas.microsoft.com/office/drawing/2014/main" id="{85E38BC4-5788-C1C1-8E22-42EFF580D0E9}"/>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31</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extLst>
      <p:ext uri="{BB962C8B-B14F-4D97-AF65-F5344CB8AC3E}">
        <p14:creationId xmlns:p14="http://schemas.microsoft.com/office/powerpoint/2010/main" val="7885614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3A2C71-8305-976B-5EAE-7AB55A9DF91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4DCCEDE-A854-2879-8798-374524D21774}"/>
              </a:ext>
            </a:extLst>
          </p:cNvPr>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Shape 1">
            <a:extLst>
              <a:ext uri="{FF2B5EF4-FFF2-40B4-BE49-F238E27FC236}">
                <a16:creationId xmlns:a16="http://schemas.microsoft.com/office/drawing/2014/main" id="{7C89E17D-E3AA-1251-228A-BAE08754B456}"/>
              </a:ext>
            </a:extLst>
          </p:cNvPr>
          <p:cNvSpPr/>
          <p:nvPr/>
        </p:nvSpPr>
        <p:spPr>
          <a:xfrm>
            <a:off x="457200" y="411480"/>
            <a:ext cx="320040" cy="36576"/>
          </a:xfrm>
          <a:prstGeom prst="rect">
            <a:avLst/>
          </a:prstGeom>
          <a:solidFill>
            <a:srgbClr val="3D5AFE"/>
          </a:solidFill>
          <a:ln w="12700">
            <a:solidFill>
              <a:srgbClr val="3D5AFE"/>
            </a:solidFill>
            <a:prstDash val="solid"/>
          </a:ln>
        </p:spPr>
        <p:txBody>
          <a:bodyPr/>
          <a:lstStyle/>
          <a:p>
            <a:endParaRPr lang="en-ES"/>
          </a:p>
        </p:txBody>
      </p:sp>
      <p:sp>
        <p:nvSpPr>
          <p:cNvPr id="4" name="Text 2">
            <a:extLst>
              <a:ext uri="{FF2B5EF4-FFF2-40B4-BE49-F238E27FC236}">
                <a16:creationId xmlns:a16="http://schemas.microsoft.com/office/drawing/2014/main" id="{4B0A4018-EA40-DCB0-D5D6-227EE918BB6F}"/>
              </a:ext>
            </a:extLst>
          </p:cNvPr>
          <p:cNvSpPr/>
          <p:nvPr/>
        </p:nvSpPr>
        <p:spPr>
          <a:xfrm>
            <a:off x="457200" y="502920"/>
            <a:ext cx="5486400" cy="256032"/>
          </a:xfrm>
          <a:prstGeom prst="rect">
            <a:avLst/>
          </a:prstGeom>
          <a:noFill/>
          <a:ln/>
        </p:spPr>
        <p:txBody>
          <a:bodyPr wrap="square" lIns="0" tIns="0" rIns="0" bIns="0" rtlCol="0" anchor="t"/>
          <a:lstStyle/>
          <a:p>
            <a:r>
              <a:rPr lang="en-US" sz="1000" b="1" kern="0" spc="400">
                <a:solidFill>
                  <a:srgbClr val="3D5AFE"/>
                </a:solidFill>
                <a:latin typeface="Open Sans"/>
                <a:ea typeface="Open Sans"/>
                <a:cs typeface="Open Sans"/>
              </a:rPr>
              <a:t>ROLES CLAVE DE AMBOS LADOS (ELEGIR 1)</a:t>
            </a:r>
            <a:endParaRPr lang="en-US" sz="1000"/>
          </a:p>
        </p:txBody>
      </p:sp>
      <p:sp>
        <p:nvSpPr>
          <p:cNvPr id="5" name="Text 3">
            <a:extLst>
              <a:ext uri="{FF2B5EF4-FFF2-40B4-BE49-F238E27FC236}">
                <a16:creationId xmlns:a16="http://schemas.microsoft.com/office/drawing/2014/main" id="{CBE00AF9-6108-BD30-70D4-24C2944FF6CB}"/>
              </a:ext>
            </a:extLst>
          </p:cNvPr>
          <p:cNvSpPr/>
          <p:nvPr/>
        </p:nvSpPr>
        <p:spPr>
          <a:xfrm>
            <a:off x="457200" y="868680"/>
            <a:ext cx="8229600" cy="640080"/>
          </a:xfrm>
          <a:prstGeom prst="rect">
            <a:avLst/>
          </a:prstGeom>
          <a:noFill/>
          <a:ln/>
        </p:spPr>
        <p:txBody>
          <a:bodyPr wrap="square" lIns="0" tIns="0" rIns="0" bIns="0" rtlCol="0" anchor="t"/>
          <a:lstStyle/>
          <a:p>
            <a:r>
              <a:rPr lang="en-US" sz="2800" b="1" err="1">
                <a:solidFill>
                  <a:srgbClr val="1A1A2E"/>
                </a:solidFill>
                <a:latin typeface="Outfit"/>
                <a:ea typeface="Open Sans"/>
                <a:cs typeface="Open Sans"/>
              </a:rPr>
              <a:t>Cliente</a:t>
            </a:r>
            <a:r>
              <a:rPr lang="en-US" sz="2800" b="1">
                <a:solidFill>
                  <a:srgbClr val="1A1A2E"/>
                </a:solidFill>
                <a:latin typeface="Outfit"/>
                <a:ea typeface="Open Sans"/>
                <a:cs typeface="Open Sans"/>
              </a:rPr>
              <a:t> – Plain Concepts</a:t>
            </a:r>
            <a:endParaRPr lang="en-US" sz="2800"/>
          </a:p>
        </p:txBody>
      </p:sp>
      <p:sp>
        <p:nvSpPr>
          <p:cNvPr id="6" name="Text 4">
            <a:extLst>
              <a:ext uri="{FF2B5EF4-FFF2-40B4-BE49-F238E27FC236}">
                <a16:creationId xmlns:a16="http://schemas.microsoft.com/office/drawing/2014/main" id="{FD136118-DD1A-54AA-E62B-73E4CE8767A3}"/>
              </a:ext>
            </a:extLst>
          </p:cNvPr>
          <p:cNvSpPr/>
          <p:nvPr/>
        </p:nvSpPr>
        <p:spPr>
          <a:xfrm>
            <a:off x="457200" y="1554480"/>
            <a:ext cx="8229600" cy="411480"/>
          </a:xfrm>
          <a:prstGeom prst="rect">
            <a:avLst/>
          </a:prstGeom>
          <a:noFill/>
          <a:ln/>
        </p:spPr>
        <p:txBody>
          <a:bodyPr wrap="square" lIns="0" tIns="0" rIns="0" bIns="0" rtlCol="0" anchor="ctr"/>
          <a:lstStyle/>
          <a:p>
            <a:pPr marL="0" indent="0">
              <a:buNone/>
            </a:pPr>
            <a:r>
              <a:rPr lang="en-US" sz="1100" i="1">
                <a:solidFill>
                  <a:srgbClr val="6B7280"/>
                </a:solidFill>
                <a:latin typeface="Open Sans" pitchFamily="34" charset="0"/>
                <a:ea typeface="Open Sans" pitchFamily="34" charset="-122"/>
                <a:cs typeface="Open Sans" pitchFamily="34" charset="-120"/>
              </a:rPr>
              <a:t>Equipos de especialistas técnicos multidisciplinares y autoorganizados, apoyados por roles de gestión y liderazgo adaptados a cada contexto.</a:t>
            </a:r>
            <a:endParaRPr lang="en-US" sz="1100"/>
          </a:p>
        </p:txBody>
      </p:sp>
      <p:sp>
        <p:nvSpPr>
          <p:cNvPr id="7" name="Shape 5">
            <a:extLst>
              <a:ext uri="{FF2B5EF4-FFF2-40B4-BE49-F238E27FC236}">
                <a16:creationId xmlns:a16="http://schemas.microsoft.com/office/drawing/2014/main" id="{13501412-335F-1F71-CB95-4D98B2C57330}"/>
              </a:ext>
            </a:extLst>
          </p:cNvPr>
          <p:cNvSpPr/>
          <p:nvPr/>
        </p:nvSpPr>
        <p:spPr>
          <a:xfrm>
            <a:off x="457200" y="2057400"/>
            <a:ext cx="4023360" cy="2697480"/>
          </a:xfrm>
          <a:prstGeom prst="roundRect">
            <a:avLst>
              <a:gd name="adj" fmla="val 0"/>
            </a:avLst>
          </a:prstGeom>
          <a:solidFill>
            <a:srgbClr val="FFFFFF"/>
          </a:solidFill>
          <a:ln w="9525">
            <a:solidFill>
              <a:srgbClr val="F2F3F7"/>
            </a:solidFill>
            <a:prstDash val="solid"/>
          </a:ln>
          <a:effectLst>
            <a:outerShdw blurRad="127000" dist="25400" dir="5400000" algn="bl" rotWithShape="0">
              <a:srgbClr val="000000">
                <a:alpha val="8000"/>
              </a:srgbClr>
            </a:outerShdw>
          </a:effectLst>
        </p:spPr>
        <p:txBody>
          <a:bodyPr/>
          <a:lstStyle/>
          <a:p>
            <a:endParaRPr lang="en-ES"/>
          </a:p>
        </p:txBody>
      </p:sp>
      <p:sp>
        <p:nvSpPr>
          <p:cNvPr id="8" name="Shape 6">
            <a:extLst>
              <a:ext uri="{FF2B5EF4-FFF2-40B4-BE49-F238E27FC236}">
                <a16:creationId xmlns:a16="http://schemas.microsoft.com/office/drawing/2014/main" id="{B69E2F44-A92D-E60E-403E-0DC885C0D99E}"/>
              </a:ext>
            </a:extLst>
          </p:cNvPr>
          <p:cNvSpPr/>
          <p:nvPr/>
        </p:nvSpPr>
        <p:spPr>
          <a:xfrm>
            <a:off x="457200" y="2057400"/>
            <a:ext cx="73152" cy="2697480"/>
          </a:xfrm>
          <a:prstGeom prst="rect">
            <a:avLst/>
          </a:prstGeom>
          <a:solidFill>
            <a:srgbClr val="3D5AFE"/>
          </a:solidFill>
          <a:ln w="12700">
            <a:solidFill>
              <a:srgbClr val="3D5AFE"/>
            </a:solidFill>
            <a:prstDash val="solid"/>
          </a:ln>
        </p:spPr>
        <p:txBody>
          <a:bodyPr/>
          <a:lstStyle/>
          <a:p>
            <a:endParaRPr lang="en-ES"/>
          </a:p>
        </p:txBody>
      </p:sp>
      <p:pic>
        <p:nvPicPr>
          <p:cNvPr id="9" name="Image 0" descr="preencoded.png">
            <a:extLst>
              <a:ext uri="{FF2B5EF4-FFF2-40B4-BE49-F238E27FC236}">
                <a16:creationId xmlns:a16="http://schemas.microsoft.com/office/drawing/2014/main" id="{49E5D9DD-0750-5062-9119-3DD85E82EEA9}"/>
              </a:ext>
            </a:extLst>
          </p:cNvPr>
          <p:cNvPicPr>
            <a:picLocks noChangeAspect="1"/>
          </p:cNvPicPr>
          <p:nvPr/>
        </p:nvPicPr>
        <p:blipFill>
          <a:blip r:embed="rId3"/>
          <a:stretch>
            <a:fillRect/>
          </a:stretch>
        </p:blipFill>
        <p:spPr>
          <a:xfrm>
            <a:off x="685800" y="2194560"/>
            <a:ext cx="365760" cy="365760"/>
          </a:xfrm>
          <a:prstGeom prst="rect">
            <a:avLst/>
          </a:prstGeom>
        </p:spPr>
      </p:pic>
      <p:sp>
        <p:nvSpPr>
          <p:cNvPr id="10" name="Text 7">
            <a:extLst>
              <a:ext uri="{FF2B5EF4-FFF2-40B4-BE49-F238E27FC236}">
                <a16:creationId xmlns:a16="http://schemas.microsoft.com/office/drawing/2014/main" id="{DE00E080-1BC1-FE3F-BF6D-DFE986C407F6}"/>
              </a:ext>
            </a:extLst>
          </p:cNvPr>
          <p:cNvSpPr/>
          <p:nvPr/>
        </p:nvSpPr>
        <p:spPr>
          <a:xfrm>
            <a:off x="1143000" y="2176272"/>
            <a:ext cx="2743200" cy="320040"/>
          </a:xfrm>
          <a:prstGeom prst="rect">
            <a:avLst/>
          </a:prstGeom>
          <a:noFill/>
          <a:ln/>
        </p:spPr>
        <p:txBody>
          <a:bodyPr wrap="square" lIns="0" tIns="0" rIns="0" bIns="0" rtlCol="0" anchor="ctr"/>
          <a:lstStyle/>
          <a:p>
            <a:pPr marL="0" indent="0">
              <a:buNone/>
            </a:pPr>
            <a:r>
              <a:rPr lang="en-US" sz="1600" b="1">
                <a:solidFill>
                  <a:srgbClr val="1A1A2E"/>
                </a:solidFill>
                <a:latin typeface="Open Sans" pitchFamily="34" charset="0"/>
                <a:ea typeface="Open Sans" pitchFamily="34" charset="-122"/>
                <a:cs typeface="Open Sans" pitchFamily="34" charset="-120"/>
              </a:rPr>
              <a:t>Product Owner</a:t>
            </a:r>
            <a:endParaRPr lang="en-US" sz="1600"/>
          </a:p>
        </p:txBody>
      </p:sp>
      <p:sp>
        <p:nvSpPr>
          <p:cNvPr id="11" name="Text 8">
            <a:extLst>
              <a:ext uri="{FF2B5EF4-FFF2-40B4-BE49-F238E27FC236}">
                <a16:creationId xmlns:a16="http://schemas.microsoft.com/office/drawing/2014/main" id="{D2F99BB2-704B-7E79-E930-7D50BB6CA2F9}"/>
              </a:ext>
            </a:extLst>
          </p:cNvPr>
          <p:cNvSpPr/>
          <p:nvPr/>
        </p:nvSpPr>
        <p:spPr>
          <a:xfrm>
            <a:off x="1143000" y="2423160"/>
            <a:ext cx="2743200" cy="201168"/>
          </a:xfrm>
          <a:prstGeom prst="rect">
            <a:avLst/>
          </a:prstGeom>
          <a:noFill/>
          <a:ln/>
        </p:spPr>
        <p:txBody>
          <a:bodyPr wrap="square" lIns="0" tIns="0" rIns="0" bIns="0" rtlCol="0" anchor="ctr"/>
          <a:lstStyle/>
          <a:p>
            <a:pPr marL="0" indent="0">
              <a:buNone/>
            </a:pPr>
            <a:r>
              <a:rPr lang="en-US" sz="950" i="1">
                <a:solidFill>
                  <a:srgbClr val="6B7280"/>
                </a:solidFill>
                <a:latin typeface="Open Sans" pitchFamily="34" charset="0"/>
                <a:ea typeface="Open Sans" pitchFamily="34" charset="-122"/>
                <a:cs typeface="Open Sans" pitchFamily="34" charset="-120"/>
              </a:rPr>
              <a:t>(de vuestra empresa)</a:t>
            </a:r>
            <a:endParaRPr lang="en-US" sz="950"/>
          </a:p>
        </p:txBody>
      </p:sp>
      <p:sp>
        <p:nvSpPr>
          <p:cNvPr id="12" name="Text 9">
            <a:extLst>
              <a:ext uri="{FF2B5EF4-FFF2-40B4-BE49-F238E27FC236}">
                <a16:creationId xmlns:a16="http://schemas.microsoft.com/office/drawing/2014/main" id="{20BF23FC-AA81-D68E-552F-3B505AB9BB52}"/>
              </a:ext>
            </a:extLst>
          </p:cNvPr>
          <p:cNvSpPr/>
          <p:nvPr/>
        </p:nvSpPr>
        <p:spPr>
          <a:xfrm>
            <a:off x="685800" y="2743200"/>
            <a:ext cx="3749040" cy="1965960"/>
          </a:xfrm>
          <a:prstGeom prst="rect">
            <a:avLst/>
          </a:prstGeom>
          <a:noFill/>
          <a:ln/>
        </p:spPr>
        <p:txBody>
          <a:bodyPr wrap="square" lIns="0" tIns="0" rIns="0" bIns="0" rtlCol="0" anchor="t"/>
          <a:lstStyle/>
          <a:p>
            <a:pPr marL="171450" indent="-171450">
              <a:spcAft>
                <a:spcPts val="300"/>
              </a:spcAft>
              <a:buSzPct val="100000"/>
              <a:buFont typeface="Outfit"/>
              <a:buChar char="•"/>
            </a:pPr>
            <a:r>
              <a:rPr lang="en-US" sz="1000">
                <a:solidFill>
                  <a:srgbClr val="1A1A2E"/>
                </a:solidFill>
                <a:latin typeface="Open Sans"/>
                <a:ea typeface="Open Sans"/>
                <a:cs typeface="Open Sans"/>
              </a:rPr>
              <a:t>Define la </a:t>
            </a:r>
            <a:r>
              <a:rPr lang="en-US" sz="1000" err="1">
                <a:solidFill>
                  <a:srgbClr val="1A1A2E"/>
                </a:solidFill>
                <a:latin typeface="Open Sans"/>
                <a:ea typeface="Open Sans"/>
                <a:cs typeface="Open Sans"/>
              </a:rPr>
              <a:t>visión</a:t>
            </a:r>
            <a:r>
              <a:rPr lang="en-US" sz="1000">
                <a:solidFill>
                  <a:srgbClr val="1A1A2E"/>
                </a:solidFill>
                <a:latin typeface="Open Sans"/>
                <a:ea typeface="Open Sans"/>
                <a:cs typeface="Open Sans"/>
              </a:rPr>
              <a:t> del </a:t>
            </a:r>
            <a:r>
              <a:rPr lang="en-US" sz="1000" err="1">
                <a:solidFill>
                  <a:srgbClr val="1A1A2E"/>
                </a:solidFill>
                <a:latin typeface="Open Sans"/>
                <a:ea typeface="Open Sans"/>
                <a:cs typeface="Open Sans"/>
              </a:rPr>
              <a:t>producto</a:t>
            </a:r>
            <a:endParaRPr lang="en-US" sz="1000" err="1">
              <a:latin typeface="Open Sans"/>
              <a:ea typeface="Open Sans"/>
              <a:cs typeface="Open Sans"/>
            </a:endParaRPr>
          </a:p>
          <a:p>
            <a:pPr marL="171450" indent="-171450">
              <a:spcAft>
                <a:spcPts val="300"/>
              </a:spcAft>
              <a:buSzPct val="100000"/>
              <a:buFont typeface="Outfit"/>
              <a:buChar char="•"/>
            </a:pPr>
            <a:r>
              <a:rPr lang="en-US" sz="1000" err="1">
                <a:solidFill>
                  <a:srgbClr val="1A1A2E"/>
                </a:solidFill>
                <a:latin typeface="Open Sans"/>
                <a:ea typeface="Open Sans"/>
                <a:cs typeface="Open Sans"/>
              </a:rPr>
              <a:t>Establece</a:t>
            </a:r>
            <a:r>
              <a:rPr lang="en-US" sz="1000">
                <a:solidFill>
                  <a:srgbClr val="1A1A2E"/>
                </a:solidFill>
                <a:latin typeface="Open Sans"/>
                <a:ea typeface="Open Sans"/>
                <a:cs typeface="Open Sans"/>
              </a:rPr>
              <a:t> y </a:t>
            </a:r>
            <a:r>
              <a:rPr lang="en-US" sz="1000" err="1">
                <a:solidFill>
                  <a:srgbClr val="1A1A2E"/>
                </a:solidFill>
                <a:latin typeface="Open Sans"/>
                <a:ea typeface="Open Sans"/>
                <a:cs typeface="Open Sans"/>
              </a:rPr>
              <a:t>prioriza</a:t>
            </a:r>
            <a:r>
              <a:rPr lang="en-US" sz="1000">
                <a:solidFill>
                  <a:srgbClr val="1A1A2E"/>
                </a:solidFill>
                <a:latin typeface="Open Sans"/>
                <a:ea typeface="Open Sans"/>
                <a:cs typeface="Open Sans"/>
              </a:rPr>
              <a:t> </a:t>
            </a:r>
            <a:r>
              <a:rPr lang="en-US" sz="1000" err="1">
                <a:solidFill>
                  <a:srgbClr val="1A1A2E"/>
                </a:solidFill>
                <a:latin typeface="Open Sans"/>
                <a:ea typeface="Open Sans"/>
                <a:cs typeface="Open Sans"/>
              </a:rPr>
              <a:t>el</a:t>
            </a:r>
            <a:r>
              <a:rPr lang="en-US" sz="1000">
                <a:solidFill>
                  <a:srgbClr val="1A1A2E"/>
                </a:solidFill>
                <a:latin typeface="Open Sans"/>
                <a:ea typeface="Open Sans"/>
                <a:cs typeface="Open Sans"/>
              </a:rPr>
              <a:t> backlog </a:t>
            </a:r>
            <a:r>
              <a:rPr lang="en-US" sz="1000" err="1">
                <a:solidFill>
                  <a:srgbClr val="1A1A2E"/>
                </a:solidFill>
                <a:latin typeface="Open Sans"/>
                <a:ea typeface="Open Sans"/>
                <a:cs typeface="Open Sans"/>
              </a:rPr>
              <a:t>por</a:t>
            </a:r>
            <a:r>
              <a:rPr lang="en-US" sz="1000">
                <a:solidFill>
                  <a:srgbClr val="1A1A2E"/>
                </a:solidFill>
                <a:latin typeface="Open Sans"/>
                <a:ea typeface="Open Sans"/>
                <a:cs typeface="Open Sans"/>
              </a:rPr>
              <a:t> valor</a:t>
            </a:r>
            <a:endParaRPr lang="en-US" sz="1000">
              <a:latin typeface="Open Sans"/>
              <a:ea typeface="Open Sans"/>
              <a:cs typeface="Open Sans"/>
            </a:endParaRPr>
          </a:p>
          <a:p>
            <a:pPr marL="171450" indent="-171450">
              <a:spcAft>
                <a:spcPts val="300"/>
              </a:spcAft>
              <a:buSzPct val="100000"/>
              <a:buFont typeface="Outfit"/>
              <a:buChar char="•"/>
            </a:pPr>
            <a:r>
              <a:rPr lang="en-US" sz="1000" err="1">
                <a:solidFill>
                  <a:srgbClr val="1A1A2E"/>
                </a:solidFill>
                <a:latin typeface="Open Sans"/>
                <a:ea typeface="Open Sans"/>
                <a:cs typeface="Open Sans"/>
              </a:rPr>
              <a:t>Articula</a:t>
            </a:r>
            <a:r>
              <a:rPr lang="en-US" sz="1000">
                <a:solidFill>
                  <a:srgbClr val="1A1A2E"/>
                </a:solidFill>
                <a:latin typeface="Open Sans"/>
                <a:ea typeface="Open Sans"/>
                <a:cs typeface="Open Sans"/>
              </a:rPr>
              <a:t> </a:t>
            </a:r>
            <a:r>
              <a:rPr lang="en-US" sz="1000" err="1">
                <a:solidFill>
                  <a:srgbClr val="1A1A2E"/>
                </a:solidFill>
                <a:latin typeface="Open Sans"/>
                <a:ea typeface="Open Sans"/>
                <a:cs typeface="Open Sans"/>
              </a:rPr>
              <a:t>objetivos</a:t>
            </a:r>
            <a:r>
              <a:rPr lang="en-US" sz="1000">
                <a:solidFill>
                  <a:srgbClr val="1A1A2E"/>
                </a:solidFill>
                <a:latin typeface="Open Sans"/>
                <a:ea typeface="Open Sans"/>
                <a:cs typeface="Open Sans"/>
              </a:rPr>
              <a:t> del </a:t>
            </a:r>
            <a:r>
              <a:rPr lang="en-US" sz="1000" err="1">
                <a:solidFill>
                  <a:srgbClr val="1A1A2E"/>
                </a:solidFill>
                <a:latin typeface="Open Sans"/>
                <a:ea typeface="Open Sans"/>
                <a:cs typeface="Open Sans"/>
              </a:rPr>
              <a:t>proyecto</a:t>
            </a:r>
            <a:endParaRPr lang="en-US" sz="1000" err="1">
              <a:latin typeface="Open Sans"/>
              <a:ea typeface="Open Sans"/>
              <a:cs typeface="Open Sans"/>
            </a:endParaRPr>
          </a:p>
          <a:p>
            <a:pPr marL="171450" indent="-171450">
              <a:spcAft>
                <a:spcPts val="300"/>
              </a:spcAft>
              <a:buSzPct val="100000"/>
              <a:buFont typeface="Outfit"/>
              <a:buChar char="•"/>
            </a:pPr>
            <a:r>
              <a:rPr lang="en-US" sz="1000" err="1">
                <a:solidFill>
                  <a:srgbClr val="1A1A2E"/>
                </a:solidFill>
                <a:latin typeface="Open Sans"/>
                <a:ea typeface="Open Sans"/>
                <a:cs typeface="Open Sans"/>
              </a:rPr>
              <a:t>Aclaraciones</a:t>
            </a:r>
            <a:r>
              <a:rPr lang="en-US" sz="1000">
                <a:solidFill>
                  <a:srgbClr val="1A1A2E"/>
                </a:solidFill>
                <a:latin typeface="Open Sans"/>
                <a:ea typeface="Open Sans"/>
                <a:cs typeface="Open Sans"/>
              </a:rPr>
              <a:t> y </a:t>
            </a:r>
            <a:r>
              <a:rPr lang="en-US" sz="1000" err="1">
                <a:solidFill>
                  <a:srgbClr val="1A1A2E"/>
                </a:solidFill>
                <a:latin typeface="Open Sans"/>
                <a:ea typeface="Open Sans"/>
                <a:cs typeface="Open Sans"/>
              </a:rPr>
              <a:t>resolución</a:t>
            </a:r>
            <a:r>
              <a:rPr lang="en-US" sz="1000">
                <a:solidFill>
                  <a:srgbClr val="1A1A2E"/>
                </a:solidFill>
                <a:latin typeface="Open Sans"/>
                <a:ea typeface="Open Sans"/>
                <a:cs typeface="Open Sans"/>
              </a:rPr>
              <a:t> de </a:t>
            </a:r>
            <a:r>
              <a:rPr lang="en-US" sz="1000" err="1">
                <a:solidFill>
                  <a:srgbClr val="1A1A2E"/>
                </a:solidFill>
                <a:latin typeface="Open Sans"/>
                <a:ea typeface="Open Sans"/>
                <a:cs typeface="Open Sans"/>
              </a:rPr>
              <a:t>conflictos</a:t>
            </a:r>
            <a:endParaRPr lang="en-US" sz="1000" err="1">
              <a:latin typeface="Open Sans"/>
              <a:ea typeface="Open Sans"/>
              <a:cs typeface="Open Sans"/>
            </a:endParaRPr>
          </a:p>
          <a:p>
            <a:pPr marL="171450" indent="-171450">
              <a:spcAft>
                <a:spcPts val="300"/>
              </a:spcAft>
              <a:buSzPct val="100000"/>
              <a:buFont typeface="Outfit"/>
              <a:buChar char="•"/>
            </a:pPr>
            <a:r>
              <a:rPr lang="en-US" sz="1000" err="1">
                <a:solidFill>
                  <a:srgbClr val="1A1A2E"/>
                </a:solidFill>
                <a:latin typeface="Open Sans"/>
                <a:ea typeface="Open Sans"/>
                <a:cs typeface="Open Sans"/>
              </a:rPr>
              <a:t>Revisa</a:t>
            </a:r>
            <a:r>
              <a:rPr lang="en-US" sz="1000">
                <a:solidFill>
                  <a:srgbClr val="1A1A2E"/>
                </a:solidFill>
                <a:latin typeface="Open Sans"/>
                <a:ea typeface="Open Sans"/>
                <a:cs typeface="Open Sans"/>
              </a:rPr>
              <a:t> y </a:t>
            </a:r>
            <a:r>
              <a:rPr lang="en-US" sz="1000" err="1">
                <a:solidFill>
                  <a:srgbClr val="1A1A2E"/>
                </a:solidFill>
                <a:latin typeface="Open Sans"/>
                <a:ea typeface="Open Sans"/>
                <a:cs typeface="Open Sans"/>
              </a:rPr>
              <a:t>aprueba</a:t>
            </a:r>
            <a:r>
              <a:rPr lang="en-US" sz="1000">
                <a:solidFill>
                  <a:srgbClr val="1A1A2E"/>
                </a:solidFill>
                <a:latin typeface="Open Sans"/>
                <a:ea typeface="Open Sans"/>
                <a:cs typeface="Open Sans"/>
              </a:rPr>
              <a:t> </a:t>
            </a:r>
            <a:r>
              <a:rPr lang="en-US" sz="1000" err="1">
                <a:solidFill>
                  <a:srgbClr val="1A1A2E"/>
                </a:solidFill>
                <a:latin typeface="Open Sans"/>
                <a:ea typeface="Open Sans"/>
                <a:cs typeface="Open Sans"/>
              </a:rPr>
              <a:t>criterios</a:t>
            </a:r>
            <a:r>
              <a:rPr lang="en-US" sz="1000">
                <a:solidFill>
                  <a:srgbClr val="1A1A2E"/>
                </a:solidFill>
                <a:latin typeface="Open Sans"/>
                <a:ea typeface="Open Sans"/>
                <a:cs typeface="Open Sans"/>
              </a:rPr>
              <a:t> de </a:t>
            </a:r>
            <a:r>
              <a:rPr lang="en-US" sz="1000" err="1">
                <a:solidFill>
                  <a:srgbClr val="1A1A2E"/>
                </a:solidFill>
                <a:latin typeface="Open Sans"/>
                <a:ea typeface="Open Sans"/>
                <a:cs typeface="Open Sans"/>
              </a:rPr>
              <a:t>aceptación</a:t>
            </a:r>
            <a:endParaRPr lang="en-US" sz="1000" err="1">
              <a:latin typeface="Open Sans"/>
              <a:ea typeface="Open Sans"/>
              <a:cs typeface="Open Sans"/>
            </a:endParaRPr>
          </a:p>
          <a:p>
            <a:pPr marL="171450" indent="-171450">
              <a:spcAft>
                <a:spcPts val="300"/>
              </a:spcAft>
              <a:buSzPct val="100000"/>
              <a:buFont typeface="Outfit"/>
              <a:buChar char="•"/>
            </a:pPr>
            <a:r>
              <a:rPr lang="en-US" sz="1000" err="1">
                <a:solidFill>
                  <a:srgbClr val="1A1A2E"/>
                </a:solidFill>
                <a:latin typeface="Open Sans"/>
                <a:ea typeface="Open Sans"/>
                <a:cs typeface="Open Sans"/>
              </a:rPr>
              <a:t>Identifica</a:t>
            </a:r>
            <a:r>
              <a:rPr lang="en-US" sz="1000">
                <a:solidFill>
                  <a:srgbClr val="1A1A2E"/>
                </a:solidFill>
                <a:latin typeface="Open Sans"/>
                <a:ea typeface="Open Sans"/>
                <a:cs typeface="Open Sans"/>
              </a:rPr>
              <a:t> </a:t>
            </a:r>
            <a:r>
              <a:rPr lang="en-US" sz="1000" err="1">
                <a:solidFill>
                  <a:srgbClr val="1A1A2E"/>
                </a:solidFill>
                <a:latin typeface="Open Sans"/>
                <a:ea typeface="Open Sans"/>
                <a:cs typeface="Open Sans"/>
              </a:rPr>
              <a:t>riesgos</a:t>
            </a:r>
            <a:r>
              <a:rPr lang="en-US" sz="1000">
                <a:solidFill>
                  <a:srgbClr val="1A1A2E"/>
                </a:solidFill>
                <a:latin typeface="Open Sans"/>
                <a:ea typeface="Open Sans"/>
                <a:cs typeface="Open Sans"/>
              </a:rPr>
              <a:t> e </a:t>
            </a:r>
            <a:r>
              <a:rPr lang="en-US" sz="1000" err="1">
                <a:solidFill>
                  <a:srgbClr val="1A1A2E"/>
                </a:solidFill>
                <a:latin typeface="Open Sans"/>
                <a:ea typeface="Open Sans"/>
                <a:cs typeface="Open Sans"/>
              </a:rPr>
              <a:t>incertidumbres</a:t>
            </a:r>
            <a:endParaRPr lang="en-US" sz="1000" err="1">
              <a:latin typeface="Open Sans"/>
              <a:ea typeface="Open Sans"/>
              <a:cs typeface="Open Sans"/>
            </a:endParaRPr>
          </a:p>
        </p:txBody>
      </p:sp>
      <p:sp>
        <p:nvSpPr>
          <p:cNvPr id="13" name="Shape 10">
            <a:extLst>
              <a:ext uri="{FF2B5EF4-FFF2-40B4-BE49-F238E27FC236}">
                <a16:creationId xmlns:a16="http://schemas.microsoft.com/office/drawing/2014/main" id="{3E1E933E-C83B-F74E-B2C0-5CB2C3B861DA}"/>
              </a:ext>
            </a:extLst>
          </p:cNvPr>
          <p:cNvSpPr/>
          <p:nvPr/>
        </p:nvSpPr>
        <p:spPr>
          <a:xfrm>
            <a:off x="4663440" y="2057400"/>
            <a:ext cx="4023360" cy="2697480"/>
          </a:xfrm>
          <a:prstGeom prst="roundRect">
            <a:avLst>
              <a:gd name="adj" fmla="val 0"/>
            </a:avLst>
          </a:prstGeom>
          <a:solidFill>
            <a:srgbClr val="FFFFFF"/>
          </a:solidFill>
          <a:ln w="9525">
            <a:solidFill>
              <a:srgbClr val="F2F3F7"/>
            </a:solidFill>
            <a:prstDash val="solid"/>
          </a:ln>
          <a:effectLst>
            <a:outerShdw blurRad="127000" dist="25400" dir="5400000" algn="bl" rotWithShape="0">
              <a:srgbClr val="000000">
                <a:alpha val="8000"/>
              </a:srgbClr>
            </a:outerShdw>
          </a:effectLst>
        </p:spPr>
        <p:txBody>
          <a:bodyPr/>
          <a:lstStyle/>
          <a:p>
            <a:endParaRPr lang="en-ES"/>
          </a:p>
        </p:txBody>
      </p:sp>
      <p:sp>
        <p:nvSpPr>
          <p:cNvPr id="14" name="Shape 11">
            <a:extLst>
              <a:ext uri="{FF2B5EF4-FFF2-40B4-BE49-F238E27FC236}">
                <a16:creationId xmlns:a16="http://schemas.microsoft.com/office/drawing/2014/main" id="{A58CB700-7C5B-3519-0928-DA22BC1A1696}"/>
              </a:ext>
            </a:extLst>
          </p:cNvPr>
          <p:cNvSpPr/>
          <p:nvPr/>
        </p:nvSpPr>
        <p:spPr>
          <a:xfrm>
            <a:off x="4663440" y="2057400"/>
            <a:ext cx="73152" cy="2697480"/>
          </a:xfrm>
          <a:prstGeom prst="rect">
            <a:avLst/>
          </a:prstGeom>
          <a:solidFill>
            <a:srgbClr val="536DFE"/>
          </a:solidFill>
          <a:ln w="12700">
            <a:solidFill>
              <a:srgbClr val="536DFE"/>
            </a:solidFill>
            <a:prstDash val="solid"/>
          </a:ln>
        </p:spPr>
        <p:txBody>
          <a:bodyPr/>
          <a:lstStyle/>
          <a:p>
            <a:endParaRPr lang="en-ES"/>
          </a:p>
        </p:txBody>
      </p:sp>
      <p:pic>
        <p:nvPicPr>
          <p:cNvPr id="15" name="Image 1" descr="preencoded.png">
            <a:extLst>
              <a:ext uri="{FF2B5EF4-FFF2-40B4-BE49-F238E27FC236}">
                <a16:creationId xmlns:a16="http://schemas.microsoft.com/office/drawing/2014/main" id="{20F8DEE7-9873-FA2F-431D-25E8A1D2A400}"/>
              </a:ext>
            </a:extLst>
          </p:cNvPr>
          <p:cNvPicPr>
            <a:picLocks noChangeAspect="1"/>
          </p:cNvPicPr>
          <p:nvPr/>
        </p:nvPicPr>
        <p:blipFill>
          <a:blip r:embed="rId4"/>
          <a:stretch>
            <a:fillRect/>
          </a:stretch>
        </p:blipFill>
        <p:spPr>
          <a:xfrm>
            <a:off x="4892040" y="2194560"/>
            <a:ext cx="365760" cy="365760"/>
          </a:xfrm>
          <a:prstGeom prst="rect">
            <a:avLst/>
          </a:prstGeom>
        </p:spPr>
      </p:pic>
      <p:sp>
        <p:nvSpPr>
          <p:cNvPr id="16" name="Text 12">
            <a:extLst>
              <a:ext uri="{FF2B5EF4-FFF2-40B4-BE49-F238E27FC236}">
                <a16:creationId xmlns:a16="http://schemas.microsoft.com/office/drawing/2014/main" id="{91CE2B37-542D-0DCD-1525-1DA6C4846D8D}"/>
              </a:ext>
            </a:extLst>
          </p:cNvPr>
          <p:cNvSpPr/>
          <p:nvPr/>
        </p:nvSpPr>
        <p:spPr>
          <a:xfrm>
            <a:off x="5349240" y="2176272"/>
            <a:ext cx="3200400" cy="320040"/>
          </a:xfrm>
          <a:prstGeom prst="rect">
            <a:avLst/>
          </a:prstGeom>
          <a:noFill/>
          <a:ln/>
        </p:spPr>
        <p:txBody>
          <a:bodyPr wrap="square" lIns="0" tIns="0" rIns="0" bIns="0" rtlCol="0" anchor="ctr"/>
          <a:lstStyle/>
          <a:p>
            <a:r>
              <a:rPr lang="en-US" sz="1600" b="1">
                <a:solidFill>
                  <a:srgbClr val="1A1A2E"/>
                </a:solidFill>
                <a:latin typeface="Open Sans"/>
                <a:ea typeface="Open Sans"/>
                <a:cs typeface="Open Sans"/>
              </a:rPr>
              <a:t>Service Manager</a:t>
            </a:r>
            <a:endParaRPr lang="en-US" sz="1600"/>
          </a:p>
        </p:txBody>
      </p:sp>
      <p:sp>
        <p:nvSpPr>
          <p:cNvPr id="17" name="Text 13">
            <a:extLst>
              <a:ext uri="{FF2B5EF4-FFF2-40B4-BE49-F238E27FC236}">
                <a16:creationId xmlns:a16="http://schemas.microsoft.com/office/drawing/2014/main" id="{AF256CA1-3BBF-6B66-6AF8-0C67AD132EBE}"/>
              </a:ext>
            </a:extLst>
          </p:cNvPr>
          <p:cNvSpPr/>
          <p:nvPr/>
        </p:nvSpPr>
        <p:spPr>
          <a:xfrm>
            <a:off x="5349240" y="2423160"/>
            <a:ext cx="3200400" cy="201168"/>
          </a:xfrm>
          <a:prstGeom prst="rect">
            <a:avLst/>
          </a:prstGeom>
          <a:noFill/>
          <a:ln/>
        </p:spPr>
        <p:txBody>
          <a:bodyPr wrap="square" lIns="0" tIns="0" rIns="0" bIns="0" rtlCol="0" anchor="ctr"/>
          <a:lstStyle/>
          <a:p>
            <a:pPr marL="0" indent="0">
              <a:buNone/>
            </a:pPr>
            <a:r>
              <a:rPr lang="en-US" sz="950" i="1">
                <a:solidFill>
                  <a:srgbClr val="6B7280"/>
                </a:solidFill>
                <a:latin typeface="Open Sans" pitchFamily="34" charset="0"/>
                <a:ea typeface="Open Sans" pitchFamily="34" charset="-122"/>
                <a:cs typeface="Open Sans" pitchFamily="34" charset="-120"/>
              </a:rPr>
              <a:t>(de Plain Concepts)</a:t>
            </a:r>
            <a:endParaRPr lang="en-US" sz="950"/>
          </a:p>
        </p:txBody>
      </p:sp>
      <p:sp>
        <p:nvSpPr>
          <p:cNvPr id="18" name="Text 14">
            <a:extLst>
              <a:ext uri="{FF2B5EF4-FFF2-40B4-BE49-F238E27FC236}">
                <a16:creationId xmlns:a16="http://schemas.microsoft.com/office/drawing/2014/main" id="{4AF76664-D981-A25E-241F-076461D06F41}"/>
              </a:ext>
            </a:extLst>
          </p:cNvPr>
          <p:cNvSpPr/>
          <p:nvPr/>
        </p:nvSpPr>
        <p:spPr>
          <a:xfrm>
            <a:off x="4892040" y="2743200"/>
            <a:ext cx="3749040" cy="1965960"/>
          </a:xfrm>
          <a:prstGeom prst="rect">
            <a:avLst/>
          </a:prstGeom>
          <a:noFill/>
          <a:ln/>
        </p:spPr>
        <p:txBody>
          <a:bodyPr wrap="square" lIns="0" tIns="0" rIns="0" bIns="0" rtlCol="0" anchor="t"/>
          <a:lstStyle/>
          <a:p>
            <a:pPr marL="171450" indent="-171450">
              <a:spcBef>
                <a:spcPts val="600"/>
              </a:spcBef>
              <a:buSzPct val="100000"/>
              <a:buFont typeface="Outfit"/>
              <a:buChar char="•"/>
            </a:pPr>
            <a:r>
              <a:rPr lang="en-US" sz="1000" err="1">
                <a:solidFill>
                  <a:srgbClr val="1A1A2E"/>
                </a:solidFill>
                <a:latin typeface="Open Sans"/>
                <a:ea typeface="Open Sans"/>
                <a:cs typeface="Open Sans"/>
              </a:rPr>
              <a:t>Seguimiento</a:t>
            </a:r>
            <a:r>
              <a:rPr lang="en-US" sz="1000">
                <a:solidFill>
                  <a:srgbClr val="1A1A2E"/>
                </a:solidFill>
                <a:latin typeface="Open Sans"/>
                <a:ea typeface="Open Sans"/>
                <a:cs typeface="Open Sans"/>
              </a:rPr>
              <a:t> </a:t>
            </a:r>
            <a:r>
              <a:rPr lang="en-US" sz="1000" err="1">
                <a:solidFill>
                  <a:srgbClr val="1A1A2E"/>
                </a:solidFill>
                <a:latin typeface="Open Sans"/>
                <a:ea typeface="Open Sans"/>
                <a:cs typeface="Open Sans"/>
              </a:rPr>
              <a:t>ejecutivo</a:t>
            </a:r>
            <a:r>
              <a:rPr lang="en-US" sz="1000">
                <a:solidFill>
                  <a:srgbClr val="1A1A2E"/>
                </a:solidFill>
                <a:latin typeface="Open Sans"/>
                <a:ea typeface="Open Sans"/>
                <a:cs typeface="Open Sans"/>
              </a:rPr>
              <a:t> de la </a:t>
            </a:r>
            <a:r>
              <a:rPr lang="en-US" sz="1000" err="1">
                <a:solidFill>
                  <a:srgbClr val="1A1A2E"/>
                </a:solidFill>
                <a:latin typeface="Open Sans"/>
                <a:ea typeface="Open Sans"/>
                <a:cs typeface="Open Sans"/>
              </a:rPr>
              <a:t>calidad</a:t>
            </a:r>
            <a:r>
              <a:rPr lang="en-US" sz="1000">
                <a:solidFill>
                  <a:srgbClr val="1A1A2E"/>
                </a:solidFill>
                <a:latin typeface="Open Sans"/>
                <a:ea typeface="Open Sans"/>
                <a:cs typeface="Open Sans"/>
              </a:rPr>
              <a:t> del </a:t>
            </a:r>
            <a:r>
              <a:rPr lang="en-US" sz="1000" err="1">
                <a:solidFill>
                  <a:srgbClr val="1A1A2E"/>
                </a:solidFill>
                <a:latin typeface="Open Sans"/>
                <a:ea typeface="Open Sans"/>
                <a:cs typeface="Open Sans"/>
              </a:rPr>
              <a:t>servicio</a:t>
            </a:r>
            <a:endParaRPr lang="en-US" err="1">
              <a:ea typeface="Calibri" panose="020F0502020204030204"/>
              <a:cs typeface="Calibri" panose="020F0502020204030204"/>
            </a:endParaRPr>
          </a:p>
          <a:p>
            <a:pPr marL="171450" indent="-171450">
              <a:spcBef>
                <a:spcPts val="600"/>
              </a:spcBef>
              <a:buFont typeface="Outfit"/>
              <a:buChar char="•"/>
            </a:pPr>
            <a:r>
              <a:rPr lang="en-US" sz="1000">
                <a:solidFill>
                  <a:srgbClr val="1A1A2E"/>
                </a:solidFill>
                <a:latin typeface="Open Sans"/>
                <a:ea typeface="Open Sans"/>
                <a:cs typeface="Open Sans"/>
              </a:rPr>
              <a:t>Punto de </a:t>
            </a:r>
            <a:r>
              <a:rPr lang="en-US" sz="1000" err="1">
                <a:solidFill>
                  <a:srgbClr val="1A1A2E"/>
                </a:solidFill>
                <a:latin typeface="Open Sans"/>
                <a:ea typeface="Open Sans"/>
                <a:cs typeface="Open Sans"/>
              </a:rPr>
              <a:t>contacto</a:t>
            </a:r>
            <a:r>
              <a:rPr lang="en-US" sz="1000">
                <a:solidFill>
                  <a:srgbClr val="1A1A2E"/>
                </a:solidFill>
                <a:latin typeface="Open Sans"/>
                <a:ea typeface="Open Sans"/>
                <a:cs typeface="Open Sans"/>
              </a:rPr>
              <a:t> para </a:t>
            </a:r>
            <a:r>
              <a:rPr lang="en-US" sz="1000" err="1">
                <a:solidFill>
                  <a:srgbClr val="1A1A2E"/>
                </a:solidFill>
                <a:latin typeface="Open Sans"/>
                <a:ea typeface="Open Sans"/>
                <a:cs typeface="Open Sans"/>
              </a:rPr>
              <a:t>el</a:t>
            </a:r>
            <a:r>
              <a:rPr lang="en-US" sz="1000">
                <a:solidFill>
                  <a:srgbClr val="1A1A2E"/>
                </a:solidFill>
                <a:latin typeface="Open Sans"/>
                <a:ea typeface="Open Sans"/>
                <a:cs typeface="Open Sans"/>
              </a:rPr>
              <a:t> </a:t>
            </a:r>
            <a:r>
              <a:rPr lang="en-US" sz="1000" err="1">
                <a:solidFill>
                  <a:srgbClr val="1A1A2E"/>
                </a:solidFill>
                <a:latin typeface="Open Sans"/>
                <a:ea typeface="Open Sans"/>
                <a:cs typeface="Open Sans"/>
              </a:rPr>
              <a:t>cliente</a:t>
            </a:r>
            <a:r>
              <a:rPr lang="en-US" sz="1000">
                <a:solidFill>
                  <a:srgbClr val="1A1A2E"/>
                </a:solidFill>
                <a:latin typeface="Open Sans"/>
                <a:ea typeface="Open Sans"/>
                <a:cs typeface="Open Sans"/>
              </a:rPr>
              <a:t>: </a:t>
            </a:r>
            <a:r>
              <a:rPr lang="en-US" sz="1000" err="1">
                <a:solidFill>
                  <a:srgbClr val="1A1A2E"/>
                </a:solidFill>
                <a:latin typeface="Open Sans"/>
                <a:ea typeface="Open Sans"/>
                <a:cs typeface="Open Sans"/>
              </a:rPr>
              <a:t>coordina</a:t>
            </a:r>
            <a:r>
              <a:rPr lang="en-US" sz="1000">
                <a:solidFill>
                  <a:srgbClr val="1A1A2E"/>
                </a:solidFill>
                <a:latin typeface="Open Sans"/>
                <a:ea typeface="Open Sans"/>
                <a:cs typeface="Open Sans"/>
              </a:rPr>
              <a:t> </a:t>
            </a:r>
            <a:r>
              <a:rPr lang="en-US" sz="1000" err="1">
                <a:solidFill>
                  <a:srgbClr val="1A1A2E"/>
                </a:solidFill>
                <a:latin typeface="Open Sans"/>
                <a:ea typeface="Open Sans"/>
                <a:cs typeface="Open Sans"/>
              </a:rPr>
              <a:t>interlocución</a:t>
            </a:r>
            <a:r>
              <a:rPr lang="en-US" sz="1000">
                <a:solidFill>
                  <a:srgbClr val="1A1A2E"/>
                </a:solidFill>
                <a:latin typeface="Open Sans"/>
                <a:ea typeface="Open Sans"/>
                <a:cs typeface="Open Sans"/>
              </a:rPr>
              <a:t> y </a:t>
            </a:r>
            <a:r>
              <a:rPr lang="en-US" sz="1000" err="1">
                <a:solidFill>
                  <a:srgbClr val="1A1A2E"/>
                </a:solidFill>
                <a:latin typeface="Open Sans"/>
                <a:ea typeface="Open Sans"/>
                <a:cs typeface="Open Sans"/>
              </a:rPr>
              <a:t>alinea</a:t>
            </a:r>
            <a:r>
              <a:rPr lang="en-US" sz="1000">
                <a:solidFill>
                  <a:srgbClr val="1A1A2E"/>
                </a:solidFill>
                <a:latin typeface="Open Sans"/>
                <a:ea typeface="Open Sans"/>
                <a:cs typeface="Open Sans"/>
              </a:rPr>
              <a:t> </a:t>
            </a:r>
            <a:r>
              <a:rPr lang="en-US" sz="1000" err="1">
                <a:solidFill>
                  <a:srgbClr val="1A1A2E"/>
                </a:solidFill>
                <a:latin typeface="Open Sans"/>
                <a:ea typeface="Open Sans"/>
                <a:cs typeface="Open Sans"/>
              </a:rPr>
              <a:t>expectativas</a:t>
            </a:r>
          </a:p>
          <a:p>
            <a:pPr marL="171450" indent="-171450">
              <a:spcBef>
                <a:spcPts val="600"/>
              </a:spcBef>
              <a:buFont typeface="Outfit"/>
              <a:buChar char="•"/>
            </a:pPr>
            <a:r>
              <a:rPr lang="en-US" sz="1000">
                <a:solidFill>
                  <a:srgbClr val="1A1A2E"/>
                </a:solidFill>
                <a:latin typeface="Open Sans"/>
                <a:ea typeface="Open Sans"/>
                <a:cs typeface="Open Sans"/>
              </a:rPr>
              <a:t>Reporting </a:t>
            </a:r>
            <a:r>
              <a:rPr lang="en-US" sz="1000" err="1">
                <a:solidFill>
                  <a:srgbClr val="1A1A2E"/>
                </a:solidFill>
                <a:latin typeface="Open Sans"/>
                <a:ea typeface="Open Sans"/>
                <a:cs typeface="Open Sans"/>
              </a:rPr>
              <a:t>ejecutivo</a:t>
            </a:r>
            <a:r>
              <a:rPr lang="en-US" sz="1000">
                <a:solidFill>
                  <a:srgbClr val="1A1A2E"/>
                </a:solidFill>
                <a:latin typeface="Open Sans"/>
                <a:ea typeface="Open Sans"/>
                <a:cs typeface="Open Sans"/>
              </a:rPr>
              <a:t>: </a:t>
            </a:r>
            <a:r>
              <a:rPr lang="en-US" sz="1000" err="1">
                <a:solidFill>
                  <a:srgbClr val="1A1A2E"/>
                </a:solidFill>
                <a:latin typeface="Open Sans"/>
                <a:ea typeface="Open Sans"/>
                <a:cs typeface="Open Sans"/>
              </a:rPr>
              <a:t>mensual</a:t>
            </a:r>
            <a:r>
              <a:rPr lang="en-US" sz="1000">
                <a:solidFill>
                  <a:srgbClr val="1A1A2E"/>
                </a:solidFill>
                <a:latin typeface="Open Sans"/>
                <a:ea typeface="Open Sans"/>
                <a:cs typeface="Open Sans"/>
              </a:rPr>
              <a:t> y trimestral</a:t>
            </a:r>
          </a:p>
          <a:p>
            <a:pPr marL="171450" indent="-171450">
              <a:spcBef>
                <a:spcPts val="600"/>
              </a:spcBef>
              <a:buFont typeface="Outfit"/>
              <a:buChar char="•"/>
            </a:pPr>
            <a:r>
              <a:rPr lang="en-US" sz="1000">
                <a:solidFill>
                  <a:srgbClr val="1A1A2E"/>
                </a:solidFill>
                <a:latin typeface="Open Sans"/>
                <a:ea typeface="Open Sans"/>
                <a:cs typeface="Open Sans"/>
              </a:rPr>
              <a:t>Punto de </a:t>
            </a:r>
            <a:r>
              <a:rPr lang="en-US" sz="1000" err="1">
                <a:solidFill>
                  <a:srgbClr val="1A1A2E"/>
                </a:solidFill>
                <a:latin typeface="Open Sans"/>
                <a:ea typeface="Open Sans"/>
                <a:cs typeface="Open Sans"/>
              </a:rPr>
              <a:t>escalado</a:t>
            </a:r>
            <a:r>
              <a:rPr lang="en-US" sz="1000">
                <a:solidFill>
                  <a:srgbClr val="1A1A2E"/>
                </a:solidFill>
                <a:latin typeface="Open Sans"/>
                <a:ea typeface="Open Sans"/>
                <a:cs typeface="Open Sans"/>
              </a:rPr>
              <a:t> y </a:t>
            </a:r>
            <a:r>
              <a:rPr lang="en-US" sz="1000" err="1">
                <a:solidFill>
                  <a:srgbClr val="1A1A2E"/>
                </a:solidFill>
                <a:latin typeface="Open Sans"/>
                <a:ea typeface="Open Sans"/>
                <a:cs typeface="Open Sans"/>
              </a:rPr>
              <a:t>resolución</a:t>
            </a:r>
            <a:r>
              <a:rPr lang="en-US" sz="1000">
                <a:solidFill>
                  <a:srgbClr val="1A1A2E"/>
                </a:solidFill>
                <a:latin typeface="Open Sans"/>
                <a:ea typeface="Open Sans"/>
                <a:cs typeface="Open Sans"/>
              </a:rPr>
              <a:t> de </a:t>
            </a:r>
            <a:r>
              <a:rPr lang="en-US" sz="1000" err="1">
                <a:solidFill>
                  <a:srgbClr val="1A1A2E"/>
                </a:solidFill>
                <a:latin typeface="Open Sans"/>
                <a:ea typeface="Open Sans"/>
                <a:cs typeface="Open Sans"/>
              </a:rPr>
              <a:t>conflictos</a:t>
            </a:r>
          </a:p>
          <a:p>
            <a:pPr marL="171450" indent="-171450">
              <a:spcBef>
                <a:spcPts val="600"/>
              </a:spcBef>
              <a:buFont typeface="Outfit"/>
              <a:buChar char="•"/>
            </a:pPr>
            <a:r>
              <a:rPr lang="en-US" sz="1000" err="1">
                <a:solidFill>
                  <a:srgbClr val="1A1A2E"/>
                </a:solidFill>
                <a:latin typeface="Open Sans"/>
                <a:ea typeface="Open Sans"/>
                <a:cs typeface="Open Sans"/>
              </a:rPr>
              <a:t>Gestión</a:t>
            </a:r>
            <a:r>
              <a:rPr lang="en-US" sz="1000">
                <a:solidFill>
                  <a:srgbClr val="1A1A2E"/>
                </a:solidFill>
                <a:latin typeface="Open Sans"/>
                <a:ea typeface="Open Sans"/>
                <a:cs typeface="Open Sans"/>
              </a:rPr>
              <a:t> de </a:t>
            </a:r>
            <a:r>
              <a:rPr lang="en-US" sz="1000" err="1">
                <a:solidFill>
                  <a:srgbClr val="1A1A2E"/>
                </a:solidFill>
                <a:latin typeface="Open Sans"/>
                <a:ea typeface="Open Sans"/>
                <a:cs typeface="Open Sans"/>
              </a:rPr>
              <a:t>asignaciones</a:t>
            </a:r>
            <a:r>
              <a:rPr lang="en-US" sz="1000">
                <a:solidFill>
                  <a:srgbClr val="1A1A2E"/>
                </a:solidFill>
                <a:latin typeface="Open Sans"/>
                <a:ea typeface="Open Sans"/>
                <a:cs typeface="Open Sans"/>
              </a:rPr>
              <a:t> </a:t>
            </a:r>
            <a:r>
              <a:rPr lang="en-US" sz="1000" err="1">
                <a:solidFill>
                  <a:srgbClr val="1A1A2E"/>
                </a:solidFill>
                <a:latin typeface="Open Sans"/>
                <a:ea typeface="Open Sans"/>
                <a:cs typeface="Open Sans"/>
              </a:rPr>
              <a:t>según</a:t>
            </a:r>
            <a:r>
              <a:rPr lang="en-US" sz="1000">
                <a:solidFill>
                  <a:srgbClr val="1A1A2E"/>
                </a:solidFill>
                <a:latin typeface="Open Sans"/>
                <a:ea typeface="Open Sans"/>
                <a:cs typeface="Open Sans"/>
              </a:rPr>
              <a:t> las </a:t>
            </a:r>
            <a:r>
              <a:rPr lang="en-US" sz="1000" err="1">
                <a:solidFill>
                  <a:srgbClr val="1A1A2E"/>
                </a:solidFill>
                <a:latin typeface="Open Sans"/>
                <a:ea typeface="Open Sans"/>
                <a:cs typeface="Open Sans"/>
              </a:rPr>
              <a:t>necesidades</a:t>
            </a:r>
          </a:p>
          <a:p>
            <a:pPr marL="171450" indent="-171450">
              <a:spcBef>
                <a:spcPts val="600"/>
              </a:spcBef>
              <a:buFont typeface="Outfit"/>
              <a:buChar char="•"/>
            </a:pPr>
            <a:r>
              <a:rPr lang="en-US" sz="1000">
                <a:solidFill>
                  <a:srgbClr val="1A1A2E"/>
                </a:solidFill>
                <a:latin typeface="Open Sans"/>
                <a:ea typeface="Open Sans"/>
                <a:cs typeface="Open Sans"/>
              </a:rPr>
              <a:t>Interlocutor del día a día con </a:t>
            </a:r>
            <a:r>
              <a:rPr lang="en-US" sz="1000" err="1">
                <a:solidFill>
                  <a:srgbClr val="1A1A2E"/>
                </a:solidFill>
                <a:latin typeface="Open Sans"/>
                <a:ea typeface="Open Sans"/>
                <a:cs typeface="Open Sans"/>
              </a:rPr>
              <a:t>el</a:t>
            </a:r>
            <a:r>
              <a:rPr lang="en-US" sz="1000">
                <a:solidFill>
                  <a:srgbClr val="1A1A2E"/>
                </a:solidFill>
                <a:latin typeface="Open Sans"/>
                <a:ea typeface="Open Sans"/>
                <a:cs typeface="Open Sans"/>
              </a:rPr>
              <a:t> </a:t>
            </a:r>
            <a:r>
              <a:rPr lang="en-US" sz="1000" err="1">
                <a:solidFill>
                  <a:srgbClr val="1A1A2E"/>
                </a:solidFill>
                <a:latin typeface="Open Sans"/>
                <a:ea typeface="Open Sans"/>
                <a:cs typeface="Open Sans"/>
              </a:rPr>
              <a:t>cliente</a:t>
            </a:r>
          </a:p>
        </p:txBody>
      </p:sp>
      <p:grpSp>
        <p:nvGrpSpPr>
          <p:cNvPr id="23" name="Group 22">
            <a:extLst>
              <a:ext uri="{FF2B5EF4-FFF2-40B4-BE49-F238E27FC236}">
                <a16:creationId xmlns:a16="http://schemas.microsoft.com/office/drawing/2014/main" id="{86D2F1CF-887D-05AE-08F0-700072E99721}"/>
              </a:ext>
            </a:extLst>
          </p:cNvPr>
          <p:cNvGrpSpPr/>
          <p:nvPr/>
        </p:nvGrpSpPr>
        <p:grpSpPr>
          <a:xfrm>
            <a:off x="8039657" y="4755838"/>
            <a:ext cx="795753" cy="246857"/>
            <a:chOff x="7435419" y="4613467"/>
            <a:chExt cx="1708581" cy="530033"/>
          </a:xfrm>
        </p:grpSpPr>
        <p:pic>
          <p:nvPicPr>
            <p:cNvPr id="24" name="Picture 23" descr="A black background with white text  AI-generated content may be incorrect.">
              <a:extLst>
                <a:ext uri="{FF2B5EF4-FFF2-40B4-BE49-F238E27FC236}">
                  <a16:creationId xmlns:a16="http://schemas.microsoft.com/office/drawing/2014/main" id="{EDED3B1A-F8D5-9825-17AA-0ECA43930450}"/>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25" name="Rectangle 24">
              <a:extLst>
                <a:ext uri="{FF2B5EF4-FFF2-40B4-BE49-F238E27FC236}">
                  <a16:creationId xmlns:a16="http://schemas.microsoft.com/office/drawing/2014/main" id="{87432A71-EDA2-F5A4-5540-21539080EE3F}"/>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26" name="Marcador de número de diapositiva 1">
              <a:extLst>
                <a:ext uri="{FF2B5EF4-FFF2-40B4-BE49-F238E27FC236}">
                  <a16:creationId xmlns:a16="http://schemas.microsoft.com/office/drawing/2014/main" id="{93865BE9-62F5-1300-2763-C05595A99A68}"/>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32</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extLst>
      <p:ext uri="{BB962C8B-B14F-4D97-AF65-F5344CB8AC3E}">
        <p14:creationId xmlns:p14="http://schemas.microsoft.com/office/powerpoint/2010/main" val="2565386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Shape 1"/>
          <p:cNvSpPr/>
          <p:nvPr/>
        </p:nvSpPr>
        <p:spPr>
          <a:xfrm>
            <a:off x="457200" y="411480"/>
            <a:ext cx="320040" cy="36576"/>
          </a:xfrm>
          <a:prstGeom prst="rect">
            <a:avLst/>
          </a:prstGeom>
          <a:solidFill>
            <a:srgbClr val="3D5AFE"/>
          </a:solidFill>
          <a:ln w="12700">
            <a:solidFill>
              <a:srgbClr val="3D5AFE"/>
            </a:solidFill>
            <a:prstDash val="solid"/>
          </a:ln>
        </p:spPr>
        <p:txBody>
          <a:bodyPr/>
          <a:lstStyle/>
          <a:p>
            <a:endParaRPr lang="en-ES"/>
          </a:p>
        </p:txBody>
      </p:sp>
      <p:sp>
        <p:nvSpPr>
          <p:cNvPr id="4" name="Text 2"/>
          <p:cNvSpPr/>
          <p:nvPr/>
        </p:nvSpPr>
        <p:spPr>
          <a:xfrm>
            <a:off x="457200" y="502920"/>
            <a:ext cx="5486400" cy="256032"/>
          </a:xfrm>
          <a:prstGeom prst="rect">
            <a:avLst/>
          </a:prstGeom>
          <a:noFill/>
          <a:ln/>
        </p:spPr>
        <p:txBody>
          <a:bodyPr wrap="square" lIns="0" tIns="0" rIns="0" bIns="0" rtlCol="0" anchor="t"/>
          <a:lstStyle/>
          <a:p>
            <a:pPr marL="0" indent="0">
              <a:buNone/>
            </a:pPr>
            <a:r>
              <a:rPr lang="en-US" sz="1000" b="1" kern="0" spc="400">
                <a:solidFill>
                  <a:srgbClr val="3D5AFE"/>
                </a:solidFill>
                <a:latin typeface="Open Sans" pitchFamily="34" charset="0"/>
                <a:ea typeface="Open Sans" pitchFamily="34" charset="-122"/>
                <a:cs typeface="Open Sans" pitchFamily="34" charset="-120"/>
              </a:rPr>
              <a:t>NIVELES DE DIÁLOGO</a:t>
            </a:r>
            <a:endParaRPr lang="en-US" sz="1000"/>
          </a:p>
        </p:txBody>
      </p:sp>
      <p:sp>
        <p:nvSpPr>
          <p:cNvPr id="5" name="Text 3"/>
          <p:cNvSpPr/>
          <p:nvPr/>
        </p:nvSpPr>
        <p:spPr>
          <a:xfrm>
            <a:off x="457200" y="868680"/>
            <a:ext cx="8229600" cy="640080"/>
          </a:xfrm>
          <a:prstGeom prst="rect">
            <a:avLst/>
          </a:prstGeom>
          <a:noFill/>
          <a:ln/>
        </p:spPr>
        <p:txBody>
          <a:bodyPr wrap="square" lIns="0" tIns="0" rIns="0" bIns="0" rtlCol="0" anchor="t"/>
          <a:lstStyle/>
          <a:p>
            <a:pPr marL="0" indent="0">
              <a:buNone/>
            </a:pPr>
            <a:r>
              <a:rPr lang="en-US" sz="2800" b="1">
                <a:solidFill>
                  <a:srgbClr val="1A1A2E"/>
                </a:solidFill>
                <a:latin typeface="Outfit" pitchFamily="34" charset="0"/>
                <a:ea typeface="Open Sans" pitchFamily="34" charset="-122"/>
                <a:cs typeface="Open Sans" pitchFamily="34" charset="-120"/>
              </a:rPr>
              <a:t>Comunicación fluida en el largo plazo</a:t>
            </a:r>
            <a:endParaRPr lang="en-US" sz="2800"/>
          </a:p>
        </p:txBody>
      </p:sp>
      <p:sp>
        <p:nvSpPr>
          <p:cNvPr id="6" name="Shape 4"/>
          <p:cNvSpPr/>
          <p:nvPr/>
        </p:nvSpPr>
        <p:spPr>
          <a:xfrm>
            <a:off x="457200" y="1783080"/>
            <a:ext cx="502920" cy="502920"/>
          </a:xfrm>
          <a:prstGeom prst="roundRect">
            <a:avLst>
              <a:gd name="adj" fmla="val 0"/>
            </a:avLst>
          </a:prstGeom>
          <a:solidFill>
            <a:srgbClr val="3D5AFE"/>
          </a:solidFill>
          <a:ln w="12700">
            <a:solidFill>
              <a:srgbClr val="3D5AFE"/>
            </a:solidFill>
            <a:prstDash val="solid"/>
          </a:ln>
        </p:spPr>
        <p:txBody>
          <a:bodyPr/>
          <a:lstStyle/>
          <a:p>
            <a:endParaRPr lang="en-ES"/>
          </a:p>
        </p:txBody>
      </p:sp>
      <p:sp>
        <p:nvSpPr>
          <p:cNvPr id="7" name="Text 5"/>
          <p:cNvSpPr/>
          <p:nvPr/>
        </p:nvSpPr>
        <p:spPr>
          <a:xfrm>
            <a:off x="457200" y="1783080"/>
            <a:ext cx="502920" cy="502920"/>
          </a:xfrm>
          <a:prstGeom prst="rect">
            <a:avLst/>
          </a:prstGeom>
          <a:noFill/>
          <a:ln/>
        </p:spPr>
        <p:txBody>
          <a:bodyPr wrap="square" lIns="0" tIns="0" rIns="0" bIns="0" rtlCol="0" anchor="ctr"/>
          <a:lstStyle/>
          <a:p>
            <a:pPr marL="0" indent="0" algn="ctr">
              <a:buNone/>
            </a:pPr>
            <a:r>
              <a:rPr lang="en-US" sz="2000" b="1">
                <a:solidFill>
                  <a:srgbClr val="FFFFFF"/>
                </a:solidFill>
                <a:latin typeface="Outfit" pitchFamily="34" charset="0"/>
                <a:ea typeface="Open Sans" pitchFamily="34" charset="-122"/>
                <a:cs typeface="Open Sans" pitchFamily="34" charset="-120"/>
              </a:rPr>
              <a:t>1</a:t>
            </a:r>
            <a:endParaRPr lang="en-US" sz="2000"/>
          </a:p>
        </p:txBody>
      </p:sp>
      <p:sp>
        <p:nvSpPr>
          <p:cNvPr id="8" name="Text 6"/>
          <p:cNvSpPr/>
          <p:nvPr/>
        </p:nvSpPr>
        <p:spPr>
          <a:xfrm>
            <a:off x="1143000" y="1783080"/>
            <a:ext cx="3200400" cy="274320"/>
          </a:xfrm>
          <a:prstGeom prst="rect">
            <a:avLst/>
          </a:prstGeom>
          <a:noFill/>
          <a:ln/>
        </p:spPr>
        <p:txBody>
          <a:bodyPr wrap="square" lIns="0" tIns="0" rIns="0" bIns="0" rtlCol="0" anchor="ctr"/>
          <a:lstStyle/>
          <a:p>
            <a:pPr marL="0" indent="0">
              <a:buNone/>
            </a:pPr>
            <a:r>
              <a:rPr lang="en-US" sz="1400" b="1">
                <a:solidFill>
                  <a:srgbClr val="1A1A2E"/>
                </a:solidFill>
                <a:latin typeface="Open Sans" pitchFamily="34" charset="0"/>
                <a:ea typeface="Open Sans" pitchFamily="34" charset="-122"/>
                <a:cs typeface="Open Sans" pitchFamily="34" charset="-120"/>
              </a:rPr>
              <a:t>Nivel de proyecto</a:t>
            </a:r>
            <a:endParaRPr lang="en-US" sz="1400"/>
          </a:p>
        </p:txBody>
      </p:sp>
      <p:sp>
        <p:nvSpPr>
          <p:cNvPr id="9" name="Shape 7"/>
          <p:cNvSpPr/>
          <p:nvPr/>
        </p:nvSpPr>
        <p:spPr>
          <a:xfrm>
            <a:off x="4206240" y="1801368"/>
            <a:ext cx="1143000" cy="256032"/>
          </a:xfrm>
          <a:prstGeom prst="roundRect">
            <a:avLst>
              <a:gd name="adj" fmla="val 0"/>
            </a:avLst>
          </a:prstGeom>
          <a:solidFill>
            <a:srgbClr val="E5E7EB"/>
          </a:solidFill>
          <a:ln w="12700">
            <a:solidFill>
              <a:srgbClr val="E5E7EB"/>
            </a:solidFill>
            <a:prstDash val="solid"/>
          </a:ln>
        </p:spPr>
        <p:txBody>
          <a:bodyPr/>
          <a:lstStyle/>
          <a:p>
            <a:endParaRPr lang="en-ES"/>
          </a:p>
        </p:txBody>
      </p:sp>
      <p:sp>
        <p:nvSpPr>
          <p:cNvPr id="10" name="Text 8"/>
          <p:cNvSpPr/>
          <p:nvPr/>
        </p:nvSpPr>
        <p:spPr>
          <a:xfrm>
            <a:off x="4206240" y="1801368"/>
            <a:ext cx="1143000" cy="256032"/>
          </a:xfrm>
          <a:prstGeom prst="rect">
            <a:avLst/>
          </a:prstGeom>
          <a:noFill/>
          <a:ln/>
        </p:spPr>
        <p:txBody>
          <a:bodyPr wrap="square" lIns="0" tIns="0" rIns="0" bIns="0" rtlCol="0" anchor="ctr"/>
          <a:lstStyle/>
          <a:p>
            <a:pPr marL="0" indent="0" algn="ctr">
              <a:buNone/>
            </a:pPr>
            <a:r>
              <a:rPr lang="en-US" sz="900" b="1">
                <a:solidFill>
                  <a:srgbClr val="3D5AFE"/>
                </a:solidFill>
                <a:latin typeface="Open Sans" pitchFamily="34" charset="0"/>
                <a:ea typeface="Open Sans" pitchFamily="34" charset="-122"/>
                <a:cs typeface="Open Sans" pitchFamily="34" charset="-120"/>
              </a:rPr>
              <a:t>Semanal</a:t>
            </a:r>
            <a:endParaRPr lang="en-US" sz="900"/>
          </a:p>
        </p:txBody>
      </p:sp>
      <p:sp>
        <p:nvSpPr>
          <p:cNvPr id="11" name="Text 9"/>
          <p:cNvSpPr/>
          <p:nvPr/>
        </p:nvSpPr>
        <p:spPr>
          <a:xfrm>
            <a:off x="1143000" y="2130552"/>
            <a:ext cx="7498080" cy="548640"/>
          </a:xfrm>
          <a:prstGeom prst="rect">
            <a:avLst/>
          </a:prstGeom>
          <a:noFill/>
          <a:ln/>
        </p:spPr>
        <p:txBody>
          <a:bodyPr wrap="square" lIns="0" tIns="0" rIns="0" bIns="0" rtlCol="0" anchor="t"/>
          <a:lstStyle/>
          <a:p>
            <a:pPr marL="0" indent="0">
              <a:buNone/>
            </a:pPr>
            <a:r>
              <a:rPr lang="en-US" sz="1050">
                <a:solidFill>
                  <a:srgbClr val="6B7280"/>
                </a:solidFill>
                <a:latin typeface="Open Sans" pitchFamily="34" charset="0"/>
                <a:ea typeface="Open Sans" pitchFamily="34" charset="-122"/>
                <a:cs typeface="Open Sans" pitchFamily="34" charset="-120"/>
              </a:rPr>
              <a:t>Seguimiento por parte del equipo asignado, comunicando progreso y obstáculos con el Product Owner.</a:t>
            </a:r>
            <a:endParaRPr lang="en-US" sz="1050"/>
          </a:p>
        </p:txBody>
      </p:sp>
      <p:sp>
        <p:nvSpPr>
          <p:cNvPr id="12" name="Shape 10"/>
          <p:cNvSpPr/>
          <p:nvPr/>
        </p:nvSpPr>
        <p:spPr>
          <a:xfrm>
            <a:off x="457200" y="2743200"/>
            <a:ext cx="502920" cy="502920"/>
          </a:xfrm>
          <a:prstGeom prst="roundRect">
            <a:avLst>
              <a:gd name="adj" fmla="val 0"/>
            </a:avLst>
          </a:prstGeom>
          <a:solidFill>
            <a:srgbClr val="3D5AFE"/>
          </a:solidFill>
          <a:ln w="12700">
            <a:solidFill>
              <a:srgbClr val="3D5AFE"/>
            </a:solidFill>
            <a:prstDash val="solid"/>
          </a:ln>
        </p:spPr>
        <p:txBody>
          <a:bodyPr/>
          <a:lstStyle/>
          <a:p>
            <a:endParaRPr lang="en-ES"/>
          </a:p>
        </p:txBody>
      </p:sp>
      <p:sp>
        <p:nvSpPr>
          <p:cNvPr id="13" name="Text 11"/>
          <p:cNvSpPr/>
          <p:nvPr/>
        </p:nvSpPr>
        <p:spPr>
          <a:xfrm>
            <a:off x="457200" y="2743200"/>
            <a:ext cx="502920" cy="502920"/>
          </a:xfrm>
          <a:prstGeom prst="rect">
            <a:avLst/>
          </a:prstGeom>
          <a:noFill/>
          <a:ln/>
        </p:spPr>
        <p:txBody>
          <a:bodyPr wrap="square" lIns="0" tIns="0" rIns="0" bIns="0" rtlCol="0" anchor="ctr"/>
          <a:lstStyle/>
          <a:p>
            <a:pPr marL="0" indent="0" algn="ctr">
              <a:buNone/>
            </a:pPr>
            <a:r>
              <a:rPr lang="en-US" sz="2000" b="1">
                <a:solidFill>
                  <a:srgbClr val="FFFFFF"/>
                </a:solidFill>
                <a:latin typeface="Outfit" pitchFamily="34" charset="0"/>
                <a:ea typeface="Open Sans" pitchFamily="34" charset="-122"/>
                <a:cs typeface="Open Sans" pitchFamily="34" charset="-120"/>
              </a:rPr>
              <a:t>2</a:t>
            </a:r>
            <a:endParaRPr lang="en-US" sz="2000"/>
          </a:p>
        </p:txBody>
      </p:sp>
      <p:sp>
        <p:nvSpPr>
          <p:cNvPr id="14" name="Text 12"/>
          <p:cNvSpPr/>
          <p:nvPr/>
        </p:nvSpPr>
        <p:spPr>
          <a:xfrm>
            <a:off x="1143000" y="2743200"/>
            <a:ext cx="3200400" cy="274320"/>
          </a:xfrm>
          <a:prstGeom prst="rect">
            <a:avLst/>
          </a:prstGeom>
          <a:noFill/>
          <a:ln/>
        </p:spPr>
        <p:txBody>
          <a:bodyPr wrap="square" lIns="0" tIns="0" rIns="0" bIns="0" rtlCol="0" anchor="ctr"/>
          <a:lstStyle/>
          <a:p>
            <a:pPr marL="0" indent="0">
              <a:buNone/>
            </a:pPr>
            <a:r>
              <a:rPr lang="en-US" sz="1400" b="1">
                <a:solidFill>
                  <a:srgbClr val="1A1A2E"/>
                </a:solidFill>
                <a:latin typeface="Open Sans" pitchFamily="34" charset="0"/>
                <a:ea typeface="Open Sans" pitchFamily="34" charset="-122"/>
                <a:cs typeface="Open Sans" pitchFamily="34" charset="-120"/>
              </a:rPr>
              <a:t>Nivel táctico</a:t>
            </a:r>
            <a:endParaRPr lang="en-US" sz="1400"/>
          </a:p>
        </p:txBody>
      </p:sp>
      <p:sp>
        <p:nvSpPr>
          <p:cNvPr id="15" name="Shape 13"/>
          <p:cNvSpPr/>
          <p:nvPr/>
        </p:nvSpPr>
        <p:spPr>
          <a:xfrm>
            <a:off x="4206240" y="2761488"/>
            <a:ext cx="1143000" cy="256032"/>
          </a:xfrm>
          <a:prstGeom prst="roundRect">
            <a:avLst>
              <a:gd name="adj" fmla="val 0"/>
            </a:avLst>
          </a:prstGeom>
          <a:solidFill>
            <a:srgbClr val="E5E7EB"/>
          </a:solidFill>
          <a:ln w="12700">
            <a:solidFill>
              <a:srgbClr val="E5E7EB"/>
            </a:solidFill>
            <a:prstDash val="solid"/>
          </a:ln>
        </p:spPr>
        <p:txBody>
          <a:bodyPr/>
          <a:lstStyle/>
          <a:p>
            <a:endParaRPr lang="en-ES"/>
          </a:p>
        </p:txBody>
      </p:sp>
      <p:sp>
        <p:nvSpPr>
          <p:cNvPr id="16" name="Text 14"/>
          <p:cNvSpPr/>
          <p:nvPr/>
        </p:nvSpPr>
        <p:spPr>
          <a:xfrm>
            <a:off x="4206240" y="2761488"/>
            <a:ext cx="1143000" cy="256032"/>
          </a:xfrm>
          <a:prstGeom prst="rect">
            <a:avLst/>
          </a:prstGeom>
          <a:noFill/>
          <a:ln/>
        </p:spPr>
        <p:txBody>
          <a:bodyPr wrap="square" lIns="0" tIns="0" rIns="0" bIns="0" rtlCol="0" anchor="ctr"/>
          <a:lstStyle/>
          <a:p>
            <a:pPr marL="0" indent="0" algn="ctr">
              <a:buNone/>
            </a:pPr>
            <a:r>
              <a:rPr lang="en-US" sz="900" b="1">
                <a:solidFill>
                  <a:srgbClr val="3D5AFE"/>
                </a:solidFill>
                <a:latin typeface="Open Sans" pitchFamily="34" charset="0"/>
                <a:ea typeface="Open Sans" pitchFamily="34" charset="-122"/>
                <a:cs typeface="Open Sans" pitchFamily="34" charset="-120"/>
              </a:rPr>
              <a:t>Mensual</a:t>
            </a:r>
            <a:endParaRPr lang="en-US" sz="900"/>
          </a:p>
        </p:txBody>
      </p:sp>
      <p:sp>
        <p:nvSpPr>
          <p:cNvPr id="17" name="Text 15"/>
          <p:cNvSpPr/>
          <p:nvPr/>
        </p:nvSpPr>
        <p:spPr>
          <a:xfrm>
            <a:off x="1143000" y="3090672"/>
            <a:ext cx="7498080" cy="548640"/>
          </a:xfrm>
          <a:prstGeom prst="rect">
            <a:avLst/>
          </a:prstGeom>
          <a:noFill/>
          <a:ln/>
        </p:spPr>
        <p:txBody>
          <a:bodyPr wrap="square" lIns="0" tIns="0" rIns="0" bIns="0" rtlCol="0" anchor="t"/>
          <a:lstStyle/>
          <a:p>
            <a:r>
              <a:rPr lang="en-US" sz="1050">
                <a:solidFill>
                  <a:srgbClr val="6B7280"/>
                </a:solidFill>
                <a:latin typeface="Open Sans"/>
                <a:ea typeface="Open Sans"/>
                <a:cs typeface="Open Sans"/>
              </a:rPr>
              <a:t>Engineering Manager y Account Managers </a:t>
            </a:r>
            <a:r>
              <a:rPr lang="en-US" sz="1050" err="1">
                <a:solidFill>
                  <a:srgbClr val="6B7280"/>
                </a:solidFill>
                <a:latin typeface="Open Sans"/>
                <a:ea typeface="Open Sans"/>
                <a:cs typeface="Open Sans"/>
              </a:rPr>
              <a:t>coordinan</a:t>
            </a:r>
            <a:r>
              <a:rPr lang="en-US" sz="1050">
                <a:solidFill>
                  <a:srgbClr val="6B7280"/>
                </a:solidFill>
                <a:latin typeface="Open Sans"/>
                <a:ea typeface="Open Sans"/>
                <a:cs typeface="Open Sans"/>
              </a:rPr>
              <a:t> con Product Owner y </a:t>
            </a:r>
            <a:r>
              <a:rPr lang="en-US" sz="1050" err="1">
                <a:solidFill>
                  <a:srgbClr val="6B7280"/>
                </a:solidFill>
                <a:latin typeface="Open Sans"/>
                <a:ea typeface="Open Sans"/>
                <a:cs typeface="Open Sans"/>
              </a:rPr>
              <a:t>patrocinadores</a:t>
            </a:r>
            <a:r>
              <a:rPr lang="en-US" sz="1050">
                <a:solidFill>
                  <a:srgbClr val="6B7280"/>
                </a:solidFill>
                <a:latin typeface="Open Sans"/>
                <a:ea typeface="Open Sans"/>
                <a:cs typeface="Open Sans"/>
              </a:rPr>
              <a:t>: </a:t>
            </a:r>
            <a:r>
              <a:rPr lang="en-US" sz="1050" err="1">
                <a:solidFill>
                  <a:srgbClr val="6B7280"/>
                </a:solidFill>
                <a:latin typeface="Open Sans"/>
                <a:ea typeface="Open Sans"/>
                <a:cs typeface="Open Sans"/>
              </a:rPr>
              <a:t>procesos</a:t>
            </a:r>
            <a:r>
              <a:rPr lang="en-US" sz="1050">
                <a:solidFill>
                  <a:srgbClr val="6B7280"/>
                </a:solidFill>
                <a:latin typeface="Open Sans"/>
                <a:ea typeface="Open Sans"/>
                <a:cs typeface="Open Sans"/>
              </a:rPr>
              <a:t>, </a:t>
            </a:r>
            <a:r>
              <a:rPr lang="en-US" sz="1050" err="1">
                <a:solidFill>
                  <a:srgbClr val="6B7280"/>
                </a:solidFill>
                <a:latin typeface="Open Sans"/>
                <a:ea typeface="Open Sans"/>
                <a:cs typeface="Open Sans"/>
              </a:rPr>
              <a:t>recursos</a:t>
            </a:r>
            <a:r>
              <a:rPr lang="en-US" sz="1050">
                <a:solidFill>
                  <a:srgbClr val="6B7280"/>
                </a:solidFill>
                <a:latin typeface="Open Sans"/>
                <a:ea typeface="Open Sans"/>
                <a:cs typeface="Open Sans"/>
              </a:rPr>
              <a:t>, </a:t>
            </a:r>
            <a:r>
              <a:rPr lang="en-US" sz="1050" err="1">
                <a:solidFill>
                  <a:srgbClr val="6B7280"/>
                </a:solidFill>
                <a:latin typeface="Open Sans"/>
                <a:ea typeface="Open Sans"/>
                <a:cs typeface="Open Sans"/>
              </a:rPr>
              <a:t>costes</a:t>
            </a:r>
            <a:r>
              <a:rPr lang="en-US" sz="1050">
                <a:solidFill>
                  <a:srgbClr val="6B7280"/>
                </a:solidFill>
                <a:latin typeface="Open Sans"/>
                <a:ea typeface="Open Sans"/>
                <a:cs typeface="Open Sans"/>
              </a:rPr>
              <a:t>.</a:t>
            </a:r>
            <a:endParaRPr lang="en-US" sz="1050">
              <a:latin typeface="Calibri"/>
              <a:ea typeface="Calibri"/>
              <a:cs typeface="Calibri"/>
            </a:endParaRPr>
          </a:p>
        </p:txBody>
      </p:sp>
      <p:sp>
        <p:nvSpPr>
          <p:cNvPr id="18" name="Shape 16"/>
          <p:cNvSpPr/>
          <p:nvPr/>
        </p:nvSpPr>
        <p:spPr>
          <a:xfrm>
            <a:off x="457200" y="3703320"/>
            <a:ext cx="502920" cy="502920"/>
          </a:xfrm>
          <a:prstGeom prst="roundRect">
            <a:avLst>
              <a:gd name="adj" fmla="val 0"/>
            </a:avLst>
          </a:prstGeom>
          <a:solidFill>
            <a:srgbClr val="3D5AFE"/>
          </a:solidFill>
          <a:ln w="12700">
            <a:solidFill>
              <a:srgbClr val="3D5AFE"/>
            </a:solidFill>
            <a:prstDash val="solid"/>
          </a:ln>
        </p:spPr>
        <p:txBody>
          <a:bodyPr/>
          <a:lstStyle/>
          <a:p>
            <a:endParaRPr lang="en-ES"/>
          </a:p>
        </p:txBody>
      </p:sp>
      <p:sp>
        <p:nvSpPr>
          <p:cNvPr id="19" name="Text 17"/>
          <p:cNvSpPr/>
          <p:nvPr/>
        </p:nvSpPr>
        <p:spPr>
          <a:xfrm>
            <a:off x="457200" y="3703320"/>
            <a:ext cx="502920" cy="502920"/>
          </a:xfrm>
          <a:prstGeom prst="rect">
            <a:avLst/>
          </a:prstGeom>
          <a:noFill/>
          <a:ln/>
        </p:spPr>
        <p:txBody>
          <a:bodyPr wrap="square" lIns="0" tIns="0" rIns="0" bIns="0" rtlCol="0" anchor="ctr"/>
          <a:lstStyle/>
          <a:p>
            <a:pPr marL="0" indent="0" algn="ctr">
              <a:buNone/>
            </a:pPr>
            <a:r>
              <a:rPr lang="en-US" sz="2000" b="1">
                <a:solidFill>
                  <a:srgbClr val="FFFFFF"/>
                </a:solidFill>
                <a:latin typeface="Outfit" pitchFamily="34" charset="0"/>
                <a:ea typeface="Open Sans" pitchFamily="34" charset="-122"/>
                <a:cs typeface="Open Sans" pitchFamily="34" charset="-120"/>
              </a:rPr>
              <a:t>3</a:t>
            </a:r>
            <a:endParaRPr lang="en-US" sz="2000"/>
          </a:p>
        </p:txBody>
      </p:sp>
      <p:sp>
        <p:nvSpPr>
          <p:cNvPr id="20" name="Text 18"/>
          <p:cNvSpPr/>
          <p:nvPr/>
        </p:nvSpPr>
        <p:spPr>
          <a:xfrm>
            <a:off x="1143000" y="3703320"/>
            <a:ext cx="3200400" cy="274320"/>
          </a:xfrm>
          <a:prstGeom prst="rect">
            <a:avLst/>
          </a:prstGeom>
          <a:noFill/>
          <a:ln/>
        </p:spPr>
        <p:txBody>
          <a:bodyPr wrap="square" lIns="0" tIns="0" rIns="0" bIns="0" rtlCol="0" anchor="ctr"/>
          <a:lstStyle/>
          <a:p>
            <a:pPr marL="0" indent="0">
              <a:buNone/>
            </a:pPr>
            <a:r>
              <a:rPr lang="en-US" sz="1400" b="1">
                <a:solidFill>
                  <a:srgbClr val="1A1A2E"/>
                </a:solidFill>
                <a:latin typeface="Open Sans" pitchFamily="34" charset="0"/>
                <a:ea typeface="Open Sans" pitchFamily="34" charset="-122"/>
                <a:cs typeface="Open Sans" pitchFamily="34" charset="-120"/>
              </a:rPr>
              <a:t>Nivel ejecutivo</a:t>
            </a:r>
            <a:endParaRPr lang="en-US" sz="1400"/>
          </a:p>
        </p:txBody>
      </p:sp>
      <p:sp>
        <p:nvSpPr>
          <p:cNvPr id="21" name="Shape 19"/>
          <p:cNvSpPr/>
          <p:nvPr/>
        </p:nvSpPr>
        <p:spPr>
          <a:xfrm>
            <a:off x="4206240" y="3721608"/>
            <a:ext cx="1143000" cy="256032"/>
          </a:xfrm>
          <a:prstGeom prst="roundRect">
            <a:avLst>
              <a:gd name="adj" fmla="val 0"/>
            </a:avLst>
          </a:prstGeom>
          <a:solidFill>
            <a:srgbClr val="E5E7EB"/>
          </a:solidFill>
          <a:ln w="12700">
            <a:solidFill>
              <a:srgbClr val="E5E7EB"/>
            </a:solidFill>
            <a:prstDash val="solid"/>
          </a:ln>
        </p:spPr>
        <p:txBody>
          <a:bodyPr/>
          <a:lstStyle/>
          <a:p>
            <a:endParaRPr lang="en-ES"/>
          </a:p>
        </p:txBody>
      </p:sp>
      <p:sp>
        <p:nvSpPr>
          <p:cNvPr id="22" name="Text 20"/>
          <p:cNvSpPr/>
          <p:nvPr/>
        </p:nvSpPr>
        <p:spPr>
          <a:xfrm>
            <a:off x="4206240" y="3721608"/>
            <a:ext cx="1143000" cy="256032"/>
          </a:xfrm>
          <a:prstGeom prst="rect">
            <a:avLst/>
          </a:prstGeom>
          <a:noFill/>
          <a:ln/>
        </p:spPr>
        <p:txBody>
          <a:bodyPr wrap="square" lIns="0" tIns="0" rIns="0" bIns="0" rtlCol="0" anchor="ctr"/>
          <a:lstStyle/>
          <a:p>
            <a:pPr marL="0" indent="0" algn="ctr">
              <a:buNone/>
            </a:pPr>
            <a:r>
              <a:rPr lang="en-US" sz="900" b="1">
                <a:solidFill>
                  <a:srgbClr val="3D5AFE"/>
                </a:solidFill>
                <a:latin typeface="Open Sans" pitchFamily="34" charset="0"/>
                <a:ea typeface="Open Sans" pitchFamily="34" charset="-122"/>
                <a:cs typeface="Open Sans" pitchFamily="34" charset="-120"/>
              </a:rPr>
              <a:t>Trimestral</a:t>
            </a:r>
            <a:endParaRPr lang="en-US" sz="900"/>
          </a:p>
        </p:txBody>
      </p:sp>
      <p:sp>
        <p:nvSpPr>
          <p:cNvPr id="23" name="Text 21"/>
          <p:cNvSpPr/>
          <p:nvPr/>
        </p:nvSpPr>
        <p:spPr>
          <a:xfrm>
            <a:off x="1143000" y="4050792"/>
            <a:ext cx="7498080" cy="548640"/>
          </a:xfrm>
          <a:prstGeom prst="rect">
            <a:avLst/>
          </a:prstGeom>
          <a:noFill/>
          <a:ln/>
        </p:spPr>
        <p:txBody>
          <a:bodyPr wrap="square" lIns="0" tIns="0" rIns="0" bIns="0" rtlCol="0" anchor="t"/>
          <a:lstStyle/>
          <a:p>
            <a:pPr marL="0" indent="0">
              <a:buNone/>
            </a:pPr>
            <a:r>
              <a:rPr lang="en-US" sz="1050">
                <a:solidFill>
                  <a:srgbClr val="6B7280"/>
                </a:solidFill>
                <a:latin typeface="Open Sans" pitchFamily="34" charset="0"/>
                <a:ea typeface="Open Sans" pitchFamily="34" charset="-122"/>
                <a:cs typeface="Open Sans" pitchFamily="34" charset="-120"/>
              </a:rPr>
              <a:t>Nuestro Director de Ingeniería y Account Managers debaten con sus gerentes el avance y temas relevantes.</a:t>
            </a:r>
            <a:endParaRPr lang="en-US" sz="1050"/>
          </a:p>
        </p:txBody>
      </p:sp>
      <p:grpSp>
        <p:nvGrpSpPr>
          <p:cNvPr id="28" name="Group 27">
            <a:extLst>
              <a:ext uri="{FF2B5EF4-FFF2-40B4-BE49-F238E27FC236}">
                <a16:creationId xmlns:a16="http://schemas.microsoft.com/office/drawing/2014/main" id="{A78B99D6-30D2-DC0D-0BE3-E5E4A2FE52EA}"/>
              </a:ext>
            </a:extLst>
          </p:cNvPr>
          <p:cNvGrpSpPr/>
          <p:nvPr/>
        </p:nvGrpSpPr>
        <p:grpSpPr>
          <a:xfrm>
            <a:off x="8039657" y="4755838"/>
            <a:ext cx="795753" cy="246857"/>
            <a:chOff x="7435419" y="4613467"/>
            <a:chExt cx="1708581" cy="530033"/>
          </a:xfrm>
        </p:grpSpPr>
        <p:pic>
          <p:nvPicPr>
            <p:cNvPr id="29" name="Picture 28" descr="A black background with white text  AI-generated content may be incorrect.">
              <a:extLst>
                <a:ext uri="{FF2B5EF4-FFF2-40B4-BE49-F238E27FC236}">
                  <a16:creationId xmlns:a16="http://schemas.microsoft.com/office/drawing/2014/main" id="{6AF0FAB1-B9FF-4734-2EC1-ABA0624B0E0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30" name="Rectangle 29">
              <a:extLst>
                <a:ext uri="{FF2B5EF4-FFF2-40B4-BE49-F238E27FC236}">
                  <a16:creationId xmlns:a16="http://schemas.microsoft.com/office/drawing/2014/main" id="{5020D823-A0E3-824C-D95A-91A53A8BA0BE}"/>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31" name="Marcador de número de diapositiva 1">
              <a:extLst>
                <a:ext uri="{FF2B5EF4-FFF2-40B4-BE49-F238E27FC236}">
                  <a16:creationId xmlns:a16="http://schemas.microsoft.com/office/drawing/2014/main" id="{0C5392C9-A826-B6EA-C2E1-BCF2A51BD087}"/>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33</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ES" sz="18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3" name="Shape 1"/>
          <p:cNvSpPr/>
          <p:nvPr/>
        </p:nvSpPr>
        <p:spPr>
          <a:xfrm>
            <a:off x="457200" y="365760"/>
            <a:ext cx="320040" cy="36576"/>
          </a:xfrm>
          <a:prstGeom prst="rect">
            <a:avLst/>
          </a:prstGeom>
          <a:solidFill>
            <a:srgbClr val="3D5AFE"/>
          </a:solidFill>
          <a:ln w="12700">
            <a:solidFill>
              <a:srgbClr val="3D5A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ES" sz="18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4" name="Text 2"/>
          <p:cNvSpPr/>
          <p:nvPr/>
        </p:nvSpPr>
        <p:spPr>
          <a:xfrm>
            <a:off x="457200" y="457200"/>
            <a:ext cx="5486400" cy="228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400" normalizeH="0" baseline="0" noProof="0">
                <a:ln>
                  <a:noFill/>
                </a:ln>
                <a:solidFill>
                  <a:srgbClr val="3D5AFE"/>
                </a:solidFill>
                <a:effectLst/>
                <a:uLnTx/>
                <a:uFillTx/>
                <a:latin typeface="Open Sans"/>
                <a:ea typeface="Open Sans"/>
                <a:cs typeface="Open Sans"/>
              </a:rPr>
              <a:t>GESTIÓN DE CAMBIOS</a:t>
            </a:r>
            <a:endParaRPr kumimoji="0" lang="en-US" sz="10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5" name="Text 3"/>
          <p:cNvSpPr/>
          <p:nvPr/>
        </p:nvSpPr>
        <p:spPr>
          <a:xfrm>
            <a:off x="457200" y="740000"/>
            <a:ext cx="822960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1A1A2E"/>
                </a:solidFill>
                <a:effectLst/>
                <a:uLnTx/>
                <a:uFillTx/>
                <a:latin typeface="Outfit" pitchFamily="34" charset="0"/>
                <a:ea typeface="Open Sans" pitchFamily="34" charset="-122"/>
                <a:cs typeface="Open Sans" pitchFamily="34" charset="-120"/>
              </a:rPr>
              <a:t>Modelo de colaboración flexible y transparente</a:t>
            </a:r>
            <a:endParaRPr kumimoji="0" lang="en-US" sz="28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6" name="Shape 4"/>
          <p:cNvSpPr/>
          <p:nvPr/>
        </p:nvSpPr>
        <p:spPr>
          <a:xfrm>
            <a:off x="457200" y="1800000"/>
            <a:ext cx="2743200" cy="560000"/>
          </a:xfrm>
          <a:prstGeom prst="roundRect">
            <a:avLst>
              <a:gd name="adj" fmla="val 0"/>
            </a:avLst>
          </a:prstGeom>
          <a:solidFill>
            <a:srgbClr val="3D5AFE"/>
          </a:solidFill>
          <a:ln w="12700">
            <a:solidFill>
              <a:srgbClr val="3D5A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ES" sz="18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7" name="Text 5"/>
          <p:cNvSpPr/>
          <p:nvPr/>
        </p:nvSpPr>
        <p:spPr>
          <a:xfrm>
            <a:off x="457200" y="1800000"/>
            <a:ext cx="2743200" cy="5600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Open Sans" pitchFamily="34" charset="0"/>
                <a:ea typeface="Open Sans" pitchFamily="34" charset="-122"/>
                <a:cs typeface="Open Sans" pitchFamily="34" charset="-120"/>
              </a:rPr>
              <a:t>Modelo de gestión de cambios</a:t>
            </a:r>
            <a:endParaRPr kumimoji="0" lang="en-US" sz="14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8" name="Shape 6"/>
          <p:cNvSpPr/>
          <p:nvPr/>
        </p:nvSpPr>
        <p:spPr>
          <a:xfrm>
            <a:off x="457200" y="2360000"/>
            <a:ext cx="2743200" cy="2270000"/>
          </a:xfrm>
          <a:prstGeom prst="roundRect">
            <a:avLst>
              <a:gd name="adj" fmla="val 0"/>
            </a:avLst>
          </a:prstGeom>
          <a:solidFill>
            <a:srgbClr val="F2F3F7"/>
          </a:solidFill>
          <a:ln w="6350">
            <a:solidFill>
              <a:srgbClr val="F2F3F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ES" sz="18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9" name="Text 7"/>
          <p:cNvSpPr/>
          <p:nvPr/>
        </p:nvSpPr>
        <p:spPr>
          <a:xfrm>
            <a:off x="640080" y="2497160"/>
            <a:ext cx="2377440" cy="19956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lang="es-ES" sz="950" b="1" i="0" u="none" strike="noStrike" kern="1200" cap="none" spc="0" normalizeH="0" baseline="0" noProof="0">
                <a:ln>
                  <a:noFill/>
                </a:ln>
                <a:solidFill>
                  <a:srgbClr val="3D5AFE"/>
                </a:solidFill>
                <a:effectLst/>
                <a:uLnTx/>
                <a:uFillTx/>
                <a:latin typeface="Open Sans"/>
                <a:ea typeface="Open Sans"/>
                <a:cs typeface="Open Sans"/>
              </a:rPr>
              <a:t>Change-for-Value · sin impacto en presupuesto</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s-ES" sz="950" b="0" i="0" u="none" strike="noStrike" kern="1200" cap="none" spc="0" normalizeH="0" baseline="0" noProof="0">
                <a:ln>
                  <a:noFill/>
                </a:ln>
                <a:solidFill>
                  <a:srgbClr val="1A1A2E"/>
                </a:solidFill>
                <a:effectLst/>
                <a:uLnTx/>
                <a:uFillTx/>
                <a:latin typeface="Open Sans"/>
                <a:ea typeface="Open Sans"/>
                <a:cs typeface="Open Sans"/>
              </a:rPr>
              <a:t>En cada sprint se pueden sustituir funcionalidades de esfuerzo similar por otras de más valor, sin alterar el coste del proyecto.</a:t>
            </a: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s-ES" sz="950" b="1" i="0" u="none" strike="noStrike" kern="1200" cap="none" spc="0" normalizeH="0" baseline="0" noProof="0">
                <a:ln>
                  <a:noFill/>
                </a:ln>
                <a:solidFill>
                  <a:srgbClr val="3D5AFE"/>
                </a:solidFill>
                <a:effectLst/>
                <a:uLnTx/>
                <a:uFillTx/>
                <a:latin typeface="Open Sans"/>
                <a:ea typeface="Open Sans"/>
                <a:cs typeface="Open Sans"/>
              </a:rPr>
              <a:t>Cambios con impacto · posible ajuste de plan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950" b="0" i="0" u="none" strike="noStrike" kern="1200" cap="none" spc="0" normalizeH="0" baseline="0" noProof="0">
                <a:ln>
                  <a:noFill/>
                </a:ln>
                <a:solidFill>
                  <a:srgbClr val="1A1A2E"/>
                </a:solidFill>
                <a:effectLst/>
                <a:uLnTx/>
                <a:uFillTx/>
                <a:latin typeface="Open Sans"/>
                <a:ea typeface="Open Sans"/>
                <a:cs typeface="Open Sans"/>
              </a:rPr>
              <a:t>Si la necesidad no puede cubrirse por sustitución, analizamos su impacto y presentamos una propuesta transparente con las opciones disponibles.</a:t>
            </a:r>
          </a:p>
        </p:txBody>
      </p:sp>
      <p:sp>
        <p:nvSpPr>
          <p:cNvPr id="10" name="Shape 8"/>
          <p:cNvSpPr/>
          <p:nvPr/>
        </p:nvSpPr>
        <p:spPr>
          <a:xfrm>
            <a:off x="3355848" y="1800000"/>
            <a:ext cx="2743200" cy="560000"/>
          </a:xfrm>
          <a:prstGeom prst="roundRect">
            <a:avLst>
              <a:gd name="adj" fmla="val 0"/>
            </a:avLst>
          </a:prstGeom>
          <a:solidFill>
            <a:srgbClr val="3D5AFE"/>
          </a:solidFill>
          <a:ln w="12700">
            <a:solidFill>
              <a:srgbClr val="3D5A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ES" sz="18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11" name="Text 9"/>
          <p:cNvSpPr/>
          <p:nvPr/>
        </p:nvSpPr>
        <p:spPr>
          <a:xfrm>
            <a:off x="3355848" y="1800000"/>
            <a:ext cx="2743200" cy="5600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Open Sans" pitchFamily="34" charset="0"/>
                <a:ea typeface="Open Sans" pitchFamily="34" charset="-122"/>
                <a:cs typeface="Open Sans" pitchFamily="34" charset="-120"/>
              </a:rPr>
              <a:t>Proceso de gestión del cambio</a:t>
            </a:r>
            <a:endParaRPr kumimoji="0" lang="en-US" sz="14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12" name="Shape 10"/>
          <p:cNvSpPr/>
          <p:nvPr/>
        </p:nvSpPr>
        <p:spPr>
          <a:xfrm>
            <a:off x="3355848" y="2360000"/>
            <a:ext cx="2743200" cy="2270000"/>
          </a:xfrm>
          <a:prstGeom prst="roundRect">
            <a:avLst>
              <a:gd name="adj" fmla="val 0"/>
            </a:avLst>
          </a:prstGeom>
          <a:solidFill>
            <a:srgbClr val="F2F3F7"/>
          </a:solidFill>
          <a:ln w="6350">
            <a:solidFill>
              <a:srgbClr val="F2F3F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ES" sz="18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13" name="Text 11"/>
          <p:cNvSpPr/>
          <p:nvPr/>
        </p:nvSpPr>
        <p:spPr>
          <a:xfrm>
            <a:off x="3538728" y="2497160"/>
            <a:ext cx="2404872" cy="199568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Registro y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clasificación</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del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cambio</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solicitado</a:t>
            </a:r>
            <a:endParaRPr kumimoji="0" lang="en-US" sz="1050" b="0" i="0" u="none" strike="noStrike" kern="1200" cap="none" spc="0" normalizeH="0" baseline="0" noProof="0" dirty="0">
              <a:ln>
                <a:noFill/>
              </a:ln>
              <a:solidFill>
                <a:prstClr val="black"/>
              </a:solidFill>
              <a:effectLst/>
              <a:uLnTx/>
              <a:uFillTx/>
              <a:latin typeface="Open Sans" panose="020F0502020204030204"/>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Análisis</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de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impacto</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esfuerzo</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dependencias</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y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riesgos</a:t>
            </a:r>
            <a:endParaRPr kumimoji="0" lang="en-US" sz="1050" b="0" i="0" u="none" strike="noStrike" kern="1200" cap="none" spc="0" normalizeH="0" baseline="0" noProof="0" dirty="0">
              <a:ln>
                <a:noFill/>
              </a:ln>
              <a:solidFill>
                <a:prstClr val="black"/>
              </a:solidFill>
              <a:effectLst/>
              <a:uLnTx/>
              <a:uFillTx/>
              <a:latin typeface="Open Sans" panose="020F0502020204030204"/>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Revisión</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conjunta</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en</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el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Comité</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de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Cambios</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cliente</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 Plain Concepts)</a:t>
            </a:r>
            <a:endParaRPr kumimoji="0" lang="en-US" sz="1050" b="0" i="0" u="none" strike="noStrike" kern="1200" cap="none" spc="0" normalizeH="0" baseline="0" noProof="0" dirty="0">
              <a:ln>
                <a:noFill/>
              </a:ln>
              <a:solidFill>
                <a:prstClr val="black"/>
              </a:solidFill>
              <a:effectLst/>
              <a:uLnTx/>
              <a:uFillTx/>
              <a:latin typeface="Open Sans" panose="020F0502020204030204"/>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Actualización</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del backlog y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priorización</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si</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procede</a:t>
            </a:r>
            <a:endParaRPr kumimoji="0" lang="en-US" sz="1050" b="0" i="0" u="none" strike="noStrike" kern="1200" cap="none" spc="0" normalizeH="0" baseline="0" noProof="0" dirty="0">
              <a:ln>
                <a:noFill/>
              </a:ln>
              <a:solidFill>
                <a:prstClr val="black"/>
              </a:solidFill>
              <a:effectLst/>
              <a:uLnTx/>
              <a:uFillTx/>
              <a:latin typeface="Open Sans" panose="020F0502020204030204"/>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Ajuste</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del plan o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alcance</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solo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si</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aplica</a:t>
            </a:r>
            <a:endParaRPr kumimoji="0" lang="en-US" sz="1050" b="0" i="0" u="none" strike="noStrike" kern="1200" cap="none" spc="0" normalizeH="0" baseline="0" noProof="0" dirty="0">
              <a:ln>
                <a:noFill/>
              </a:ln>
              <a:solidFill>
                <a:prstClr val="black"/>
              </a:solidFill>
              <a:effectLst/>
              <a:uLnTx/>
              <a:uFillTx/>
              <a:latin typeface="Open Sans" panose="020F0502020204030204"/>
              <a:ea typeface="+mn-ea"/>
              <a:cs typeface="+mn-cs"/>
            </a:endParaRPr>
          </a:p>
        </p:txBody>
      </p:sp>
      <p:sp>
        <p:nvSpPr>
          <p:cNvPr id="14" name="Shape 12"/>
          <p:cNvSpPr/>
          <p:nvPr/>
        </p:nvSpPr>
        <p:spPr>
          <a:xfrm>
            <a:off x="6254496" y="1800000"/>
            <a:ext cx="2743200" cy="560000"/>
          </a:xfrm>
          <a:prstGeom prst="roundRect">
            <a:avLst>
              <a:gd name="adj" fmla="val 0"/>
            </a:avLst>
          </a:prstGeom>
          <a:solidFill>
            <a:srgbClr val="3D5AFE"/>
          </a:solidFill>
          <a:ln w="12700">
            <a:solidFill>
              <a:srgbClr val="3D5A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ES" sz="18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15" name="Text 13"/>
          <p:cNvSpPr/>
          <p:nvPr/>
        </p:nvSpPr>
        <p:spPr>
          <a:xfrm>
            <a:off x="6254496" y="1800000"/>
            <a:ext cx="2743200" cy="5600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FFFFFF"/>
                </a:solidFill>
                <a:effectLst/>
                <a:uLnTx/>
                <a:uFillTx/>
                <a:latin typeface="Open Sans" pitchFamily="34" charset="0"/>
                <a:ea typeface="Open Sans" pitchFamily="34" charset="-122"/>
                <a:cs typeface="Open Sans" pitchFamily="34" charset="-120"/>
              </a:rPr>
              <a:t>Principios de transparencia</a:t>
            </a:r>
            <a:endParaRPr kumimoji="0" lang="en-US" sz="14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16" name="Shape 14"/>
          <p:cNvSpPr/>
          <p:nvPr/>
        </p:nvSpPr>
        <p:spPr>
          <a:xfrm>
            <a:off x="6254496" y="2360000"/>
            <a:ext cx="2743200" cy="2270000"/>
          </a:xfrm>
          <a:prstGeom prst="roundRect">
            <a:avLst>
              <a:gd name="adj" fmla="val 0"/>
            </a:avLst>
          </a:prstGeom>
          <a:solidFill>
            <a:srgbClr val="F2F3F7"/>
          </a:solidFill>
          <a:ln w="6350">
            <a:solidFill>
              <a:srgbClr val="F2F3F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ES" sz="18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17" name="Text 15"/>
          <p:cNvSpPr/>
          <p:nvPr/>
        </p:nvSpPr>
        <p:spPr>
          <a:xfrm>
            <a:off x="6437376" y="2497160"/>
            <a:ext cx="2377440" cy="199568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Trazabilidad</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completa de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todas</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las solicitudes</a:t>
            </a:r>
            <a:endParaRPr kumimoji="0" lang="en-US" sz="1050" b="0" i="0" u="none" strike="noStrike" kern="1200" cap="none" spc="0" normalizeH="0" baseline="0" noProof="0" dirty="0">
              <a:ln>
                <a:noFill/>
              </a:ln>
              <a:solidFill>
                <a:prstClr val="black"/>
              </a:solidFill>
              <a:effectLst/>
              <a:uLnTx/>
              <a:uFillTx/>
              <a:latin typeface="Open Sans" panose="020F0502020204030204"/>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Solo se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requiere</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aprobación</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si</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el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cambio</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afecta</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a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planificación</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o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resultados</a:t>
            </a:r>
            <a:endParaRPr kumimoji="0" lang="en-US" sz="1050" b="0" i="0" u="none" strike="noStrike" kern="1200" cap="none" spc="0" normalizeH="0" baseline="0" noProof="0" dirty="0">
              <a:ln>
                <a:noFill/>
              </a:ln>
              <a:solidFill>
                <a:prstClr val="black"/>
              </a:solidFill>
              <a:effectLst/>
              <a:uLnTx/>
              <a:uFillTx/>
              <a:latin typeface="Open Sans" panose="020F0502020204030204"/>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Toda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decisión</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se documenta y se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comunica</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a:t>
            </a:r>
            <a:r>
              <a:rPr kumimoji="0" lang="en-US" sz="1000" b="0"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en</a:t>
            </a:r>
            <a:r>
              <a:rPr kumimoji="0" lang="en-US" sz="10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las sprint reviews</a:t>
            </a:r>
            <a:endParaRPr kumimoji="0" lang="en-US" sz="1050" b="0" i="0" u="none" strike="noStrike" kern="1200" cap="none" spc="0" normalizeH="0" baseline="0" noProof="0" dirty="0">
              <a:ln>
                <a:noFill/>
              </a:ln>
              <a:solidFill>
                <a:prstClr val="black"/>
              </a:solidFill>
              <a:effectLst/>
              <a:uLnTx/>
              <a:uFillTx/>
              <a:latin typeface="Open Sans" panose="020F0502020204030204"/>
              <a:ea typeface="+mn-ea"/>
              <a:cs typeface="+mn-cs"/>
            </a:endParaRPr>
          </a:p>
        </p:txBody>
      </p:sp>
      <p:grpSp>
        <p:nvGrpSpPr>
          <p:cNvPr id="22" name="Group 21">
            <a:extLst>
              <a:ext uri="{FF2B5EF4-FFF2-40B4-BE49-F238E27FC236}">
                <a16:creationId xmlns:a16="http://schemas.microsoft.com/office/drawing/2014/main" id="{5CE1E2E8-B745-C0CF-B03F-E67783B8A7DC}"/>
              </a:ext>
            </a:extLst>
          </p:cNvPr>
          <p:cNvGrpSpPr/>
          <p:nvPr/>
        </p:nvGrpSpPr>
        <p:grpSpPr>
          <a:xfrm>
            <a:off x="8039657" y="4755838"/>
            <a:ext cx="795753" cy="246857"/>
            <a:chOff x="7435419" y="4613467"/>
            <a:chExt cx="1708581" cy="530033"/>
          </a:xfrm>
        </p:grpSpPr>
        <p:pic>
          <p:nvPicPr>
            <p:cNvPr id="23" name="Picture 22" descr="A black background with white text  AI-generated content may be incorrect.">
              <a:extLst>
                <a:ext uri="{FF2B5EF4-FFF2-40B4-BE49-F238E27FC236}">
                  <a16:creationId xmlns:a16="http://schemas.microsoft.com/office/drawing/2014/main" id="{2B406CC5-3903-746C-EC58-C5566654CF0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24" name="Rectangle 23">
              <a:extLst>
                <a:ext uri="{FF2B5EF4-FFF2-40B4-BE49-F238E27FC236}">
                  <a16:creationId xmlns:a16="http://schemas.microsoft.com/office/drawing/2014/main" id="{AFD10ADA-58E4-1B03-78D3-B3E8EC38B6E4}"/>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664" rtl="0" eaLnBrk="1" fontAlgn="auto" latinLnBrk="0" hangingPunct="1">
                <a:lnSpc>
                  <a:spcPct val="100000"/>
                </a:lnSpc>
                <a:spcBef>
                  <a:spcPts val="0"/>
                </a:spcBef>
                <a:spcAft>
                  <a:spcPts val="0"/>
                </a:spcAft>
                <a:buClrTx/>
                <a:buSzTx/>
                <a:buFontTx/>
                <a:buNone/>
                <a:tabLst/>
                <a:defRPr/>
              </a:pPr>
              <a:endParaRPr kumimoji="0" lang="es-E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Marcador de número de diapositiva 1">
              <a:extLst>
                <a:ext uri="{FF2B5EF4-FFF2-40B4-BE49-F238E27FC236}">
                  <a16:creationId xmlns:a16="http://schemas.microsoft.com/office/drawing/2014/main" id="{4542D956-F034-D594-528D-4A833694B7A3}"/>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664" rtl="0" eaLnBrk="1" fontAlgn="auto" latinLnBrk="0" hangingPunct="1">
                <a:lnSpc>
                  <a:spcPct val="100000"/>
                </a:lnSpc>
                <a:spcBef>
                  <a:spcPts val="0"/>
                </a:spcBef>
                <a:spcAft>
                  <a:spcPts val="0"/>
                </a:spcAft>
                <a:buClrTx/>
                <a:buSzTx/>
                <a:buFontTx/>
                <a:buNone/>
                <a:tabLst/>
                <a:defRPr/>
              </a:pPr>
              <a:fld id="{0A472BC1-5914-40F9-BF22-C7FC96329A92}" type="slidenum">
                <a:rPr kumimoji="0" lang="en-US" sz="10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pPr marL="0" marR="0" lvl="0" indent="0" algn="ctr" defTabSz="685664" rtl="0" eaLnBrk="1" fontAlgn="auto" latinLnBrk="0" hangingPunct="1">
                  <a:lnSpc>
                    <a:spcPct val="100000"/>
                  </a:lnSpc>
                  <a:spcBef>
                    <a:spcPts val="0"/>
                  </a:spcBef>
                  <a:spcAft>
                    <a:spcPts val="0"/>
                  </a:spcAft>
                  <a:buClrTx/>
                  <a:buSzTx/>
                  <a:buFontTx/>
                  <a:buNone/>
                  <a:tabLst/>
                  <a:defRPr/>
                </a:pPr>
                <a:t>34</a:t>
              </a:fld>
              <a:endParaRPr kumimoji="0" lang="en-US" sz="10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26" name="TextBox 25"/>
          <p:cNvSpPr txBox="1"/>
          <p:nvPr/>
        </p:nvSpPr>
        <p:spPr>
          <a:xfrm>
            <a:off x="457200" y="1270000"/>
            <a:ext cx="8229600" cy="4300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A1A2E"/>
                </a:solidFill>
                <a:effectLst/>
                <a:uLnTx/>
                <a:uFillTx/>
                <a:latin typeface="Open Sans"/>
                <a:ea typeface="+mn-ea"/>
                <a:cs typeface="+mn-cs"/>
              </a:rPr>
              <a:t>Operamos con un presupuesto definido, por eso proponemos un modelo de cambios flexible, transparente y basado en valor.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A1A2E"/>
                </a:solidFill>
                <a:effectLst/>
                <a:uLnTx/>
                <a:uFillTx/>
                <a:latin typeface="Open Sans"/>
                <a:ea typeface="+mn-ea"/>
                <a:cs typeface="+mn-cs"/>
              </a:rPr>
              <a:t>El alcance puede evolucionar siempre de forma controlada y alineada con los objetivos y el presupuesto acordados.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9100" name="Background"/>
          <p:cNvSpPr/>
          <p:nvPr/>
        </p:nvSpPr>
        <p:spPr>
          <a:xfrm>
            <a:off x="0" y="0"/>
            <a:ext cx="9144000" cy="5143500"/>
          </a:xfrm>
          <a:prstGeom prst="rect">
            <a:avLst/>
          </a:prstGeom>
          <a:solidFill>
            <a:srgbClr val="0D0E0F"/>
          </a:solidFill>
          <a:ln>
            <a:noFill/>
          </a:ln>
        </p:spPr>
        <p:txBody>
          <a:bodyPr/>
          <a:lstStyle/>
          <a:p>
            <a:endParaRPr/>
          </a:p>
        </p:txBody>
      </p:sp>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Text 1"/>
          <p:cNvSpPr/>
          <p:nvPr/>
        </p:nvSpPr>
        <p:spPr>
          <a:xfrm>
            <a:off x="457200" y="1737360"/>
            <a:ext cx="1828800" cy="731520"/>
          </a:xfrm>
          <a:prstGeom prst="rect">
            <a:avLst/>
          </a:prstGeom>
          <a:noFill/>
          <a:ln/>
        </p:spPr>
        <p:txBody>
          <a:bodyPr wrap="square" lIns="0" tIns="0" rIns="0" bIns="0" rtlCol="0" anchor="ctr"/>
          <a:lstStyle/>
          <a:p>
            <a:pPr marL="0" indent="0">
              <a:buNone/>
            </a:pPr>
            <a:r>
              <a:rPr lang="en-US" sz="7200" b="1">
                <a:solidFill>
                  <a:srgbClr val="3D5AFE"/>
                </a:solidFill>
                <a:latin typeface="Outfit"/>
                <a:ea typeface="Open Sans"/>
                <a:cs typeface="Open Sans"/>
              </a:rPr>
              <a:t>05</a:t>
            </a:r>
            <a:endParaRPr lang="en-US" sz="7200"/>
          </a:p>
        </p:txBody>
      </p:sp>
      <p:sp>
        <p:nvSpPr>
          <p:cNvPr id="4" name="Text 2"/>
          <p:cNvSpPr/>
          <p:nvPr/>
        </p:nvSpPr>
        <p:spPr>
          <a:xfrm>
            <a:off x="457200" y="2606040"/>
            <a:ext cx="8229600" cy="822960"/>
          </a:xfrm>
          <a:prstGeom prst="rect">
            <a:avLst/>
          </a:prstGeom>
          <a:noFill/>
          <a:ln/>
        </p:spPr>
        <p:txBody>
          <a:bodyPr wrap="square" lIns="0" tIns="0" rIns="0" bIns="0" rtlCol="0" anchor="ctr"/>
          <a:lstStyle/>
          <a:p>
            <a:pPr marL="0" indent="0">
              <a:buNone/>
            </a:pPr>
            <a:r>
              <a:rPr lang="en-US" sz="4400" b="1">
                <a:solidFill>
                  <a:srgbClr val="FFFFFF"/>
                </a:solidFill>
                <a:latin typeface="Outfit" pitchFamily="34" charset="0"/>
                <a:ea typeface="Open Sans" pitchFamily="34" charset="-122"/>
                <a:cs typeface="Open Sans" pitchFamily="34" charset="-120"/>
              </a:rPr>
              <a:t>Presupuesto</a:t>
            </a:r>
            <a:endParaRPr lang="en-US" sz="4400"/>
          </a:p>
        </p:txBody>
      </p:sp>
      <p:sp>
        <p:nvSpPr>
          <p:cNvPr id="5" name="Text 3"/>
          <p:cNvSpPr/>
          <p:nvPr/>
        </p:nvSpPr>
        <p:spPr>
          <a:xfrm>
            <a:off x="457200" y="3474720"/>
            <a:ext cx="8229600" cy="365760"/>
          </a:xfrm>
          <a:prstGeom prst="rect">
            <a:avLst/>
          </a:prstGeom>
          <a:noFill/>
          <a:ln/>
        </p:spPr>
        <p:txBody>
          <a:bodyPr wrap="square" lIns="0" tIns="0" rIns="0" bIns="0" rtlCol="0" anchor="ctr"/>
          <a:lstStyle/>
          <a:p>
            <a:pPr marL="0" indent="0">
              <a:buNone/>
            </a:pPr>
            <a:r>
              <a:rPr lang="en-US" sz="1600">
                <a:solidFill>
                  <a:srgbClr val="3D5AFE"/>
                </a:solidFill>
                <a:latin typeface="Open Sans" pitchFamily="34" charset="0"/>
                <a:ea typeface="Open Sans" pitchFamily="34" charset="-122"/>
                <a:cs typeface="Open Sans" pitchFamily="34" charset="-120"/>
              </a:rPr>
              <a:t>Inversión y condiciones económicas</a:t>
            </a:r>
            <a:endParaRPr lang="en-US" sz="1600"/>
          </a:p>
        </p:txBody>
      </p:sp>
      <p:grpSp>
        <p:nvGrpSpPr>
          <p:cNvPr id="10" name="Group 9">
            <a:extLst>
              <a:ext uri="{FF2B5EF4-FFF2-40B4-BE49-F238E27FC236}">
                <a16:creationId xmlns:a16="http://schemas.microsoft.com/office/drawing/2014/main" id="{2C4098C8-2164-BE60-0F1D-E4149BC7A23F}"/>
              </a:ext>
            </a:extLst>
          </p:cNvPr>
          <p:cNvGrpSpPr/>
          <p:nvPr/>
        </p:nvGrpSpPr>
        <p:grpSpPr>
          <a:xfrm>
            <a:off x="8039657" y="4755838"/>
            <a:ext cx="795753" cy="246857"/>
            <a:chOff x="7435419" y="4613467"/>
            <a:chExt cx="1708581" cy="530033"/>
          </a:xfrm>
        </p:grpSpPr>
        <p:pic>
          <p:nvPicPr>
            <p:cNvPr id="11" name="Picture 10" descr="A black background with white text  AI-generated content may be incorrect.">
              <a:extLst>
                <a:ext uri="{FF2B5EF4-FFF2-40B4-BE49-F238E27FC236}">
                  <a16:creationId xmlns:a16="http://schemas.microsoft.com/office/drawing/2014/main" id="{999890D2-F51C-7CFC-5F2C-909F6538815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12" name="Rectangle 11">
              <a:extLst>
                <a:ext uri="{FF2B5EF4-FFF2-40B4-BE49-F238E27FC236}">
                  <a16:creationId xmlns:a16="http://schemas.microsoft.com/office/drawing/2014/main" id="{EF3CE841-15A0-AB78-FEB3-F7D489D87EAA}"/>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13" name="Marcador de número de diapositiva 1">
              <a:extLst>
                <a:ext uri="{FF2B5EF4-FFF2-40B4-BE49-F238E27FC236}">
                  <a16:creationId xmlns:a16="http://schemas.microsoft.com/office/drawing/2014/main" id="{B2E09854-A4B7-11EC-1DD2-A69485811585}"/>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35</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6B088-288C-74CC-66F3-A7339209D56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8AC8EA5-7DD6-A884-544C-E874A7E63531}"/>
              </a:ext>
            </a:extLst>
          </p:cNvPr>
          <p:cNvSpPr/>
          <p:nvPr/>
        </p:nvSpPr>
        <p:spPr>
          <a:xfrm>
            <a:off x="0" y="0"/>
            <a:ext cx="54864" cy="5143500"/>
          </a:xfrm>
          <a:prstGeom prst="rect">
            <a:avLst/>
          </a:prstGeom>
          <a:solidFill>
            <a:srgbClr val="3D5AFE"/>
          </a:solidFill>
          <a:ln w="12700">
            <a:solidFill>
              <a:srgbClr val="3D5A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ES" sz="18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3" name="Shape 1">
            <a:extLst>
              <a:ext uri="{FF2B5EF4-FFF2-40B4-BE49-F238E27FC236}">
                <a16:creationId xmlns:a16="http://schemas.microsoft.com/office/drawing/2014/main" id="{9EE9C8AD-0452-7506-1CE1-18DCD0F61874}"/>
              </a:ext>
            </a:extLst>
          </p:cNvPr>
          <p:cNvSpPr/>
          <p:nvPr/>
        </p:nvSpPr>
        <p:spPr>
          <a:xfrm>
            <a:off x="457200" y="411480"/>
            <a:ext cx="320040" cy="36576"/>
          </a:xfrm>
          <a:prstGeom prst="rect">
            <a:avLst/>
          </a:prstGeom>
          <a:solidFill>
            <a:srgbClr val="3D5AFE"/>
          </a:solidFill>
          <a:ln w="12700">
            <a:solidFill>
              <a:srgbClr val="3D5A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ES" sz="18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4" name="Text 2">
            <a:extLst>
              <a:ext uri="{FF2B5EF4-FFF2-40B4-BE49-F238E27FC236}">
                <a16:creationId xmlns:a16="http://schemas.microsoft.com/office/drawing/2014/main" id="{82ABEF48-0F90-741F-D85F-D586309280D9}"/>
              </a:ext>
            </a:extLst>
          </p:cNvPr>
          <p:cNvSpPr/>
          <p:nvPr/>
        </p:nvSpPr>
        <p:spPr>
          <a:xfrm>
            <a:off x="457200" y="502920"/>
            <a:ext cx="5486400" cy="25603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400" normalizeH="0" baseline="0" noProof="0">
                <a:ln>
                  <a:noFill/>
                </a:ln>
                <a:solidFill>
                  <a:srgbClr val="3D5AFE"/>
                </a:solidFill>
                <a:effectLst/>
                <a:uLnTx/>
                <a:uFillTx/>
                <a:latin typeface="Open Sans" pitchFamily="34" charset="0"/>
                <a:ea typeface="Open Sans" pitchFamily="34" charset="-122"/>
                <a:cs typeface="Open Sans" pitchFamily="34" charset="-120"/>
              </a:rPr>
              <a:t>PROPUESTA ECONÓMICA</a:t>
            </a:r>
            <a:endParaRPr kumimoji="0" lang="en-US" sz="10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5" name="Text 3">
            <a:extLst>
              <a:ext uri="{FF2B5EF4-FFF2-40B4-BE49-F238E27FC236}">
                <a16:creationId xmlns:a16="http://schemas.microsoft.com/office/drawing/2014/main" id="{8475A253-4A18-7991-A139-1A4254D2252B}"/>
              </a:ext>
            </a:extLst>
          </p:cNvPr>
          <p:cNvSpPr/>
          <p:nvPr/>
        </p:nvSpPr>
        <p:spPr>
          <a:xfrm>
            <a:off x="457200" y="868680"/>
            <a:ext cx="8229600" cy="640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1A1A2E"/>
                </a:solidFill>
                <a:effectLst/>
                <a:uLnTx/>
                <a:uFillTx/>
                <a:latin typeface="Outfit" pitchFamily="34" charset="0"/>
                <a:ea typeface="Open Sans" pitchFamily="34" charset="-122"/>
                <a:cs typeface="Open Sans" pitchFamily="34" charset="-120"/>
              </a:rPr>
              <a:t>Inversión total del proyecto</a:t>
            </a:r>
            <a:endParaRPr kumimoji="0" lang="en-US" sz="28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6" name="Shape 4">
            <a:extLst>
              <a:ext uri="{FF2B5EF4-FFF2-40B4-BE49-F238E27FC236}">
                <a16:creationId xmlns:a16="http://schemas.microsoft.com/office/drawing/2014/main" id="{2FA7A021-15CC-FCB1-EE1B-6D6814C8F1BD}"/>
              </a:ext>
            </a:extLst>
          </p:cNvPr>
          <p:cNvSpPr/>
          <p:nvPr/>
        </p:nvSpPr>
        <p:spPr>
          <a:xfrm>
            <a:off x="457200" y="1618488"/>
            <a:ext cx="3474720" cy="2999232"/>
          </a:xfrm>
          <a:prstGeom prst="roundRect">
            <a:avLst>
              <a:gd name="adj" fmla="val 0"/>
            </a:avLst>
          </a:prstGeom>
          <a:solidFill>
            <a:srgbClr val="F2F3F7"/>
          </a:solidFill>
          <a:ln w="6350">
            <a:solidFill>
              <a:srgbClr val="F2F3F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ES" sz="18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pic>
        <p:nvPicPr>
          <p:cNvPr id="7" name="Image 0" descr="preencoded.png">
            <a:extLst>
              <a:ext uri="{FF2B5EF4-FFF2-40B4-BE49-F238E27FC236}">
                <a16:creationId xmlns:a16="http://schemas.microsoft.com/office/drawing/2014/main" id="{4E292773-91E6-0FFE-68DD-C24E7742CDBC}"/>
              </a:ext>
            </a:extLst>
          </p:cNvPr>
          <p:cNvPicPr>
            <a:picLocks noChangeAspect="1"/>
          </p:cNvPicPr>
          <p:nvPr/>
        </p:nvPicPr>
        <p:blipFill>
          <a:blip r:embed="rId3"/>
          <a:stretch>
            <a:fillRect/>
          </a:stretch>
        </p:blipFill>
        <p:spPr>
          <a:xfrm>
            <a:off x="1874520" y="2365770"/>
            <a:ext cx="731520" cy="731520"/>
          </a:xfrm>
          <a:prstGeom prst="rect">
            <a:avLst/>
          </a:prstGeom>
        </p:spPr>
      </p:pic>
      <p:sp>
        <p:nvSpPr>
          <p:cNvPr id="8" name="Text 5">
            <a:extLst>
              <a:ext uri="{FF2B5EF4-FFF2-40B4-BE49-F238E27FC236}">
                <a16:creationId xmlns:a16="http://schemas.microsoft.com/office/drawing/2014/main" id="{4F826238-BAAD-9113-6BA3-3E1D0EF4C750}"/>
              </a:ext>
            </a:extLst>
          </p:cNvPr>
          <p:cNvSpPr/>
          <p:nvPr/>
        </p:nvSpPr>
        <p:spPr>
          <a:xfrm>
            <a:off x="457200" y="3234450"/>
            <a:ext cx="34747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A1A2E"/>
                </a:solidFill>
                <a:effectLst/>
                <a:uLnTx/>
                <a:uFillTx/>
                <a:latin typeface="Open Sans" pitchFamily="34" charset="0"/>
                <a:ea typeface="Open Sans" pitchFamily="34" charset="-122"/>
                <a:cs typeface="Open Sans" pitchFamily="34" charset="-120"/>
              </a:rPr>
              <a:t>Desglose por hitos</a:t>
            </a:r>
            <a:endParaRPr kumimoji="0" lang="en-US" sz="14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9" name="Text 6">
            <a:extLst>
              <a:ext uri="{FF2B5EF4-FFF2-40B4-BE49-F238E27FC236}">
                <a16:creationId xmlns:a16="http://schemas.microsoft.com/office/drawing/2014/main" id="{836DA575-D1AD-3B94-744B-23322380069C}"/>
              </a:ext>
            </a:extLst>
          </p:cNvPr>
          <p:cNvSpPr/>
          <p:nvPr/>
        </p:nvSpPr>
        <p:spPr>
          <a:xfrm>
            <a:off x="457200" y="3767328"/>
            <a:ext cx="347472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Cada </a:t>
            </a:r>
            <a:r>
              <a:rPr kumimoji="0" lang="en-US" sz="80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hito</a:t>
            </a:r>
            <a:r>
              <a:rPr kumimoji="0" lang="en-US" sz="80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de </a:t>
            </a:r>
            <a:r>
              <a:rPr kumimoji="0" lang="en-US" sz="80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pago</a:t>
            </a:r>
            <a:r>
              <a:rPr kumimoji="0" lang="en-US" sz="80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a:t>
            </a:r>
            <a:r>
              <a:rPr kumimoji="0" lang="en-US" sz="80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estará</a:t>
            </a:r>
            <a:r>
              <a:rPr kumimoji="0" lang="en-US" sz="80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a:t>
            </a:r>
            <a:r>
              <a:rPr kumimoji="0" lang="en-US" sz="80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ligado</a:t>
            </a:r>
            <a:r>
              <a:rPr kumimoji="0" lang="en-US" sz="80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a un </a:t>
            </a:r>
            <a:r>
              <a:rPr kumimoji="0" lang="en-US" sz="80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entregable</a:t>
            </a:r>
            <a:r>
              <a:rPr kumimoji="0" lang="en-US" sz="80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o </a:t>
            </a:r>
            <a:r>
              <a:rPr kumimoji="0" lang="en-US" sz="80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evento</a:t>
            </a:r>
            <a:r>
              <a:rPr kumimoji="0" lang="en-US" sz="80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a:t>
            </a:r>
            <a:r>
              <a:rPr kumimoji="0" lang="en-US" sz="80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verificable</a:t>
            </a:r>
            <a:r>
              <a:rPr kumimoji="0" lang="en-US" sz="80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a:t>
            </a:r>
            <a:r>
              <a:rPr kumimoji="0" lang="en-US" sz="80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por</a:t>
            </a:r>
            <a:r>
              <a:rPr kumimoji="0" lang="en-US" sz="80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el </a:t>
            </a:r>
            <a:r>
              <a:rPr kumimoji="0" lang="en-US" sz="80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cliente</a:t>
            </a:r>
            <a:r>
              <a:rPr kumimoji="0" lang="en-US" sz="80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El </a:t>
            </a:r>
            <a:r>
              <a:rPr kumimoji="0" lang="en-US" sz="80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cliente</a:t>
            </a:r>
            <a:r>
              <a:rPr kumimoji="0" lang="en-US" sz="80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disponible de 3 </a:t>
            </a:r>
            <a:r>
              <a:rPr kumimoji="0" lang="en-US" sz="80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semanas</a:t>
            </a:r>
            <a:r>
              <a:rPr kumimoji="0" lang="en-US" sz="80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a:t>
            </a:r>
            <a:r>
              <a:rPr kumimoji="0" lang="en-US" sz="80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desde</a:t>
            </a:r>
            <a:r>
              <a:rPr kumimoji="0" lang="en-US" sz="80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la </a:t>
            </a:r>
            <a:r>
              <a:rPr kumimoji="0" lang="en-US" sz="80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entrega</a:t>
            </a:r>
            <a:r>
              <a:rPr kumimoji="0" lang="en-US" sz="80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final para </a:t>
            </a:r>
            <a:r>
              <a:rPr kumimoji="0" lang="en-US" sz="80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comunicar</a:t>
            </a:r>
            <a:r>
              <a:rPr kumimoji="0" lang="en-US" sz="80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a:t>
            </a:r>
            <a:r>
              <a:rPr kumimoji="0" lang="en-US" sz="80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por</a:t>
            </a:r>
            <a:r>
              <a:rPr kumimoji="0" lang="en-US" sz="80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a:t>
            </a:r>
            <a:r>
              <a:rPr kumimoji="0" lang="en-US" sz="80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escrito</a:t>
            </a:r>
            <a:r>
              <a:rPr kumimoji="0" lang="en-US" sz="80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a:t>
            </a:r>
            <a:r>
              <a:rPr kumimoji="0" lang="en-US" sz="80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cualquier</a:t>
            </a:r>
            <a:r>
              <a:rPr kumimoji="0" lang="en-US" sz="80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no </a:t>
            </a:r>
            <a:r>
              <a:rPr kumimoji="0" lang="en-US" sz="80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conformidad</a:t>
            </a:r>
            <a:r>
              <a:rPr kumimoji="0" lang="en-US" sz="80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con </a:t>
            </a:r>
            <a:r>
              <a:rPr kumimoji="0" lang="en-US" sz="80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los</a:t>
            </a:r>
            <a:r>
              <a:rPr kumimoji="0" lang="en-US" sz="80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a:t>
            </a:r>
            <a:r>
              <a:rPr kumimoji="0" lang="en-US" sz="80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criterios</a:t>
            </a:r>
            <a:r>
              <a:rPr kumimoji="0" lang="en-US" sz="80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de </a:t>
            </a:r>
            <a:r>
              <a:rPr kumimoji="0" lang="en-US" sz="80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aceptación</a:t>
            </a:r>
            <a:r>
              <a:rPr kumimoji="0" lang="en-US" sz="80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a:t>
            </a:r>
            <a:r>
              <a:rPr kumimoji="0" lang="en-US" sz="80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pactados</a:t>
            </a:r>
            <a:r>
              <a:rPr kumimoji="0" lang="en-US" sz="80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de forma </a:t>
            </a:r>
            <a:r>
              <a:rPr kumimoji="0" lang="en-US" sz="80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explícita</a:t>
            </a:r>
            <a:r>
              <a:rPr kumimoji="0" lang="en-US" sz="80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a:t>
            </a:r>
            <a:r>
              <a:rPr kumimoji="0" lang="en-US" sz="80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en</a:t>
            </a:r>
            <a:r>
              <a:rPr kumimoji="0" lang="en-US" sz="80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el kick-off.</a:t>
            </a:r>
            <a:endParaRPr kumimoji="0" lang="en-US" sz="800" b="0" i="0" u="none" strike="noStrike" kern="1200" cap="none" spc="0" normalizeH="0" baseline="0" noProof="0" dirty="0">
              <a:ln>
                <a:noFill/>
              </a:ln>
              <a:solidFill>
                <a:prstClr val="black"/>
              </a:solidFill>
              <a:effectLst/>
              <a:uLnTx/>
              <a:uFillTx/>
              <a:latin typeface="Open Sans" panose="020F0502020204030204"/>
              <a:ea typeface="+mn-ea"/>
              <a:cs typeface="+mn-cs"/>
            </a:endParaRPr>
          </a:p>
        </p:txBody>
      </p:sp>
      <p:sp>
        <p:nvSpPr>
          <p:cNvPr id="10" name="Shape 7">
            <a:extLst>
              <a:ext uri="{FF2B5EF4-FFF2-40B4-BE49-F238E27FC236}">
                <a16:creationId xmlns:a16="http://schemas.microsoft.com/office/drawing/2014/main" id="{FD3AA4AD-BA4C-C4A1-FDBA-0E7B55E5DD6B}"/>
              </a:ext>
            </a:extLst>
          </p:cNvPr>
          <p:cNvSpPr/>
          <p:nvPr/>
        </p:nvSpPr>
        <p:spPr>
          <a:xfrm>
            <a:off x="4137660" y="1653870"/>
            <a:ext cx="4526280" cy="402336"/>
          </a:xfrm>
          <a:prstGeom prst="rect">
            <a:avLst/>
          </a:prstGeom>
          <a:solidFill>
            <a:srgbClr val="F2F3F7"/>
          </a:solidFill>
          <a:ln w="12700">
            <a:solidFill>
              <a:srgbClr val="F2F3F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ES" sz="18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11" name="Text 8">
            <a:extLst>
              <a:ext uri="{FF2B5EF4-FFF2-40B4-BE49-F238E27FC236}">
                <a16:creationId xmlns:a16="http://schemas.microsoft.com/office/drawing/2014/main" id="{379BC171-3C26-FAE5-3445-8EFCAD365A57}"/>
              </a:ext>
            </a:extLst>
          </p:cNvPr>
          <p:cNvSpPr/>
          <p:nvPr/>
        </p:nvSpPr>
        <p:spPr>
          <a:xfrm>
            <a:off x="4343400" y="1653870"/>
            <a:ext cx="228600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Hito 1 – Kick-off (20%)</a:t>
            </a:r>
            <a:endParaRPr kumimoji="0" lang="en-US" sz="1200" b="0" i="0" u="none" strike="noStrike" kern="1200" cap="none" spc="0" normalizeH="0" baseline="0" noProof="0" dirty="0">
              <a:ln>
                <a:noFill/>
              </a:ln>
              <a:solidFill>
                <a:prstClr val="black"/>
              </a:solidFill>
              <a:effectLst/>
              <a:uLnTx/>
              <a:uFillTx/>
              <a:latin typeface="Open Sans" panose="020F0502020204030204"/>
              <a:ea typeface="+mn-ea"/>
              <a:cs typeface="+mn-cs"/>
            </a:endParaRPr>
          </a:p>
        </p:txBody>
      </p:sp>
      <p:sp>
        <p:nvSpPr>
          <p:cNvPr id="12" name="Text 9">
            <a:extLst>
              <a:ext uri="{FF2B5EF4-FFF2-40B4-BE49-F238E27FC236}">
                <a16:creationId xmlns:a16="http://schemas.microsoft.com/office/drawing/2014/main" id="{D61C62CB-FA10-13D6-8327-1DC759714403}"/>
              </a:ext>
            </a:extLst>
          </p:cNvPr>
          <p:cNvSpPr/>
          <p:nvPr/>
        </p:nvSpPr>
        <p:spPr>
          <a:xfrm>
            <a:off x="6400800" y="1653870"/>
            <a:ext cx="2194560" cy="402336"/>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XX.XXX,00 €</a:t>
            </a:r>
            <a:endParaRPr kumimoji="0" lang="en-US" sz="1200" b="0" i="0" u="none" strike="noStrike" kern="1200" cap="none" spc="0" normalizeH="0" baseline="0" noProof="0" dirty="0">
              <a:ln>
                <a:noFill/>
              </a:ln>
              <a:solidFill>
                <a:prstClr val="black"/>
              </a:solidFill>
              <a:effectLst/>
              <a:uLnTx/>
              <a:uFillTx/>
              <a:latin typeface="Open Sans" panose="020F0502020204030204"/>
              <a:ea typeface="+mn-ea"/>
              <a:cs typeface="+mn-cs"/>
            </a:endParaRPr>
          </a:p>
        </p:txBody>
      </p:sp>
      <p:sp>
        <p:nvSpPr>
          <p:cNvPr id="13" name="Shape 10">
            <a:extLst>
              <a:ext uri="{FF2B5EF4-FFF2-40B4-BE49-F238E27FC236}">
                <a16:creationId xmlns:a16="http://schemas.microsoft.com/office/drawing/2014/main" id="{49A811C0-3997-A099-61D7-AE7D8FD90D2C}"/>
              </a:ext>
            </a:extLst>
          </p:cNvPr>
          <p:cNvSpPr/>
          <p:nvPr/>
        </p:nvSpPr>
        <p:spPr>
          <a:xfrm>
            <a:off x="4160520" y="2129358"/>
            <a:ext cx="4526280" cy="402336"/>
          </a:xfrm>
          <a:prstGeom prst="rect">
            <a:avLst/>
          </a:prstGeom>
          <a:solidFill>
            <a:srgbClr val="FFFFFF"/>
          </a:solidFill>
          <a:ln w="12700">
            <a:solidFill>
              <a:srgbClr val="F2F3F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ES" sz="18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14" name="Text 11">
            <a:extLst>
              <a:ext uri="{FF2B5EF4-FFF2-40B4-BE49-F238E27FC236}">
                <a16:creationId xmlns:a16="http://schemas.microsoft.com/office/drawing/2014/main" id="{ECED60B4-9CE6-3DBF-93BA-B95E2A8D7B9B}"/>
              </a:ext>
            </a:extLst>
          </p:cNvPr>
          <p:cNvSpPr/>
          <p:nvPr/>
        </p:nvSpPr>
        <p:spPr>
          <a:xfrm>
            <a:off x="4343400" y="2129358"/>
            <a:ext cx="228600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Hito 2 – XX </a:t>
            </a:r>
            <a:endParaRPr kumimoji="0" lang="en-US" sz="1200" b="0" i="0" u="none" strike="noStrike" kern="1200" cap="none" spc="0" normalizeH="0" baseline="0" noProof="0" dirty="0">
              <a:ln>
                <a:noFill/>
              </a:ln>
              <a:solidFill>
                <a:prstClr val="black"/>
              </a:solidFill>
              <a:effectLst/>
              <a:uLnTx/>
              <a:uFillTx/>
              <a:latin typeface="Open Sans" panose="020F0502020204030204"/>
              <a:ea typeface="+mn-ea"/>
              <a:cs typeface="+mn-cs"/>
            </a:endParaRPr>
          </a:p>
        </p:txBody>
      </p:sp>
      <p:sp>
        <p:nvSpPr>
          <p:cNvPr id="15" name="Text 12">
            <a:extLst>
              <a:ext uri="{FF2B5EF4-FFF2-40B4-BE49-F238E27FC236}">
                <a16:creationId xmlns:a16="http://schemas.microsoft.com/office/drawing/2014/main" id="{810450FD-CCD2-A24C-0E82-E707C9F3F901}"/>
              </a:ext>
            </a:extLst>
          </p:cNvPr>
          <p:cNvSpPr/>
          <p:nvPr/>
        </p:nvSpPr>
        <p:spPr>
          <a:xfrm>
            <a:off x="6400800" y="2129358"/>
            <a:ext cx="2194560" cy="402336"/>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XX.XXX,00 €</a:t>
            </a:r>
            <a:endParaRPr kumimoji="0" lang="en-US" sz="1200" b="0" i="0" u="none" strike="noStrike" kern="1200" cap="none" spc="0" normalizeH="0" baseline="0" noProof="0" dirty="0">
              <a:ln>
                <a:noFill/>
              </a:ln>
              <a:solidFill>
                <a:prstClr val="black"/>
              </a:solidFill>
              <a:effectLst/>
              <a:uLnTx/>
              <a:uFillTx/>
              <a:latin typeface="Open Sans" panose="020F0502020204030204"/>
              <a:ea typeface="+mn-ea"/>
              <a:cs typeface="+mn-cs"/>
            </a:endParaRPr>
          </a:p>
        </p:txBody>
      </p:sp>
      <p:sp>
        <p:nvSpPr>
          <p:cNvPr id="16" name="Shape 13">
            <a:extLst>
              <a:ext uri="{FF2B5EF4-FFF2-40B4-BE49-F238E27FC236}">
                <a16:creationId xmlns:a16="http://schemas.microsoft.com/office/drawing/2014/main" id="{AE3AA83A-E61E-FBA7-BBB8-54821702DD31}"/>
              </a:ext>
            </a:extLst>
          </p:cNvPr>
          <p:cNvSpPr/>
          <p:nvPr/>
        </p:nvSpPr>
        <p:spPr>
          <a:xfrm>
            <a:off x="4160520" y="2604846"/>
            <a:ext cx="4526280" cy="402336"/>
          </a:xfrm>
          <a:prstGeom prst="rect">
            <a:avLst/>
          </a:prstGeom>
          <a:solidFill>
            <a:srgbClr val="F2F3F7"/>
          </a:solidFill>
          <a:ln w="12700">
            <a:solidFill>
              <a:srgbClr val="F2F3F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ES" sz="18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17" name="Text 14">
            <a:extLst>
              <a:ext uri="{FF2B5EF4-FFF2-40B4-BE49-F238E27FC236}">
                <a16:creationId xmlns:a16="http://schemas.microsoft.com/office/drawing/2014/main" id="{1557F3A5-08C7-30C8-8FF3-4281F847DE76}"/>
              </a:ext>
            </a:extLst>
          </p:cNvPr>
          <p:cNvSpPr/>
          <p:nvPr/>
        </p:nvSpPr>
        <p:spPr>
          <a:xfrm>
            <a:off x="4343400" y="2604846"/>
            <a:ext cx="2286000"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Hito 3 - XX</a:t>
            </a:r>
            <a:endParaRPr kumimoji="0" lang="en-US" sz="1200" b="0" i="0" u="none" strike="noStrike" kern="1200" cap="none" spc="0" normalizeH="0" baseline="0" noProof="0" dirty="0">
              <a:ln>
                <a:noFill/>
              </a:ln>
              <a:solidFill>
                <a:prstClr val="black"/>
              </a:solidFill>
              <a:effectLst/>
              <a:uLnTx/>
              <a:uFillTx/>
              <a:latin typeface="Open Sans" panose="020F0502020204030204"/>
              <a:ea typeface="+mn-ea"/>
              <a:cs typeface="+mn-cs"/>
            </a:endParaRPr>
          </a:p>
        </p:txBody>
      </p:sp>
      <p:sp>
        <p:nvSpPr>
          <p:cNvPr id="18" name="Text 15">
            <a:extLst>
              <a:ext uri="{FF2B5EF4-FFF2-40B4-BE49-F238E27FC236}">
                <a16:creationId xmlns:a16="http://schemas.microsoft.com/office/drawing/2014/main" id="{B7BCBFEC-0F87-AC82-9494-5D298AF664A7}"/>
              </a:ext>
            </a:extLst>
          </p:cNvPr>
          <p:cNvSpPr/>
          <p:nvPr/>
        </p:nvSpPr>
        <p:spPr>
          <a:xfrm>
            <a:off x="6400800" y="2604846"/>
            <a:ext cx="2194560" cy="402336"/>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XXX.XXX,00 €</a:t>
            </a:r>
            <a:endParaRPr kumimoji="0" lang="en-US" sz="1200" b="0" i="0" u="none" strike="noStrike" kern="1200" cap="none" spc="0" normalizeH="0" baseline="0" noProof="0" dirty="0">
              <a:ln>
                <a:noFill/>
              </a:ln>
              <a:solidFill>
                <a:prstClr val="black"/>
              </a:solidFill>
              <a:effectLst/>
              <a:uLnTx/>
              <a:uFillTx/>
              <a:latin typeface="Open Sans" panose="020F0502020204030204"/>
              <a:ea typeface="+mn-ea"/>
              <a:cs typeface="+mn-cs"/>
            </a:endParaRPr>
          </a:p>
        </p:txBody>
      </p:sp>
      <p:sp>
        <p:nvSpPr>
          <p:cNvPr id="19" name="Shape 16">
            <a:extLst>
              <a:ext uri="{FF2B5EF4-FFF2-40B4-BE49-F238E27FC236}">
                <a16:creationId xmlns:a16="http://schemas.microsoft.com/office/drawing/2014/main" id="{CF4A5DED-B95E-CEBE-2CA4-1E7E9EF69B0D}"/>
              </a:ext>
            </a:extLst>
          </p:cNvPr>
          <p:cNvSpPr/>
          <p:nvPr/>
        </p:nvSpPr>
        <p:spPr>
          <a:xfrm>
            <a:off x="4160520" y="3536343"/>
            <a:ext cx="4526280" cy="18288"/>
          </a:xfrm>
          <a:prstGeom prst="rect">
            <a:avLst/>
          </a:prstGeom>
          <a:solidFill>
            <a:srgbClr val="3D5AFE"/>
          </a:solidFill>
          <a:ln w="12700">
            <a:solidFill>
              <a:srgbClr val="3D5A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ES" sz="18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20" name="Text 17">
            <a:extLst>
              <a:ext uri="{FF2B5EF4-FFF2-40B4-BE49-F238E27FC236}">
                <a16:creationId xmlns:a16="http://schemas.microsoft.com/office/drawing/2014/main" id="{11278545-F5E9-107F-2A11-A32E640EBEF1}"/>
              </a:ext>
            </a:extLst>
          </p:cNvPr>
          <p:cNvSpPr/>
          <p:nvPr/>
        </p:nvSpPr>
        <p:spPr>
          <a:xfrm>
            <a:off x="4160520" y="3627783"/>
            <a:ext cx="4526280" cy="6858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3D5AFE"/>
                </a:solidFill>
                <a:effectLst/>
                <a:uLnTx/>
                <a:uFillTx/>
                <a:latin typeface="Outfit" pitchFamily="34" charset="0"/>
                <a:ea typeface="Open Sans" pitchFamily="34" charset="-122"/>
                <a:cs typeface="Open Sans" pitchFamily="34" charset="-120"/>
              </a:rPr>
              <a:t>XXX.XXX,00 €</a:t>
            </a:r>
            <a:endParaRPr kumimoji="0" lang="en-US" sz="3200" b="0" i="0" u="none" strike="noStrike" kern="1200" cap="none" spc="0" normalizeH="0" baseline="0" noProof="0" dirty="0">
              <a:ln>
                <a:noFill/>
              </a:ln>
              <a:solidFill>
                <a:prstClr val="black"/>
              </a:solidFill>
              <a:effectLst/>
              <a:uLnTx/>
              <a:uFillTx/>
              <a:latin typeface="Open Sans" panose="020F0502020204030204"/>
              <a:ea typeface="+mn-ea"/>
              <a:cs typeface="+mn-cs"/>
            </a:endParaRPr>
          </a:p>
        </p:txBody>
      </p:sp>
      <p:sp>
        <p:nvSpPr>
          <p:cNvPr id="21" name="Text 18">
            <a:extLst>
              <a:ext uri="{FF2B5EF4-FFF2-40B4-BE49-F238E27FC236}">
                <a16:creationId xmlns:a16="http://schemas.microsoft.com/office/drawing/2014/main" id="{A8CD83F5-3073-9959-BCAE-0A7A0644F32A}"/>
              </a:ext>
            </a:extLst>
          </p:cNvPr>
          <p:cNvSpPr/>
          <p:nvPr/>
        </p:nvSpPr>
        <p:spPr>
          <a:xfrm>
            <a:off x="4160520" y="4359303"/>
            <a:ext cx="45262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Este </a:t>
            </a:r>
            <a:r>
              <a:rPr kumimoji="0" lang="en-US" sz="95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precio</a:t>
            </a:r>
            <a:r>
              <a:rPr kumimoji="0" lang="en-US" sz="95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no </a:t>
            </a:r>
            <a:r>
              <a:rPr kumimoji="0" lang="en-US" sz="95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incluye</a:t>
            </a:r>
            <a:r>
              <a:rPr kumimoji="0" lang="en-US" sz="950" b="0" i="1" u="none" strike="noStrike" kern="1200" cap="none" spc="0" normalizeH="0" baseline="0" noProof="0" dirty="0">
                <a:ln>
                  <a:noFill/>
                </a:ln>
                <a:solidFill>
                  <a:srgbClr val="6B7280"/>
                </a:solidFill>
                <a:effectLst/>
                <a:uLnTx/>
                <a:uFillTx/>
                <a:latin typeface="Open Sans" pitchFamily="34" charset="0"/>
                <a:ea typeface="Open Sans" pitchFamily="34" charset="-122"/>
                <a:cs typeface="Open Sans" pitchFamily="34" charset="-120"/>
              </a:rPr>
              <a:t> </a:t>
            </a:r>
            <a:r>
              <a:rPr kumimoji="0" lang="en-US" sz="950" b="0" i="1" u="none" strike="noStrike" kern="1200" cap="none" spc="0" normalizeH="0" baseline="0" noProof="0" dirty="0" err="1">
                <a:ln>
                  <a:noFill/>
                </a:ln>
                <a:solidFill>
                  <a:srgbClr val="6B7280"/>
                </a:solidFill>
                <a:effectLst/>
                <a:uLnTx/>
                <a:uFillTx/>
                <a:latin typeface="Open Sans" pitchFamily="34" charset="0"/>
                <a:ea typeface="Open Sans" pitchFamily="34" charset="-122"/>
                <a:cs typeface="Open Sans" pitchFamily="34" charset="-120"/>
              </a:rPr>
              <a:t>impuestos</a:t>
            </a:r>
            <a:endParaRPr kumimoji="0" lang="en-US" sz="950" b="0" i="0" u="none" strike="noStrike" kern="1200" cap="none" spc="0" normalizeH="0" baseline="0" noProof="0" dirty="0">
              <a:ln>
                <a:noFill/>
              </a:ln>
              <a:solidFill>
                <a:prstClr val="black"/>
              </a:solidFill>
              <a:effectLst/>
              <a:uLnTx/>
              <a:uFillTx/>
              <a:latin typeface="Open Sans" panose="020F0502020204030204"/>
              <a:ea typeface="+mn-ea"/>
              <a:cs typeface="+mn-cs"/>
            </a:endParaRPr>
          </a:p>
        </p:txBody>
      </p:sp>
      <p:grpSp>
        <p:nvGrpSpPr>
          <p:cNvPr id="26" name="Group 25">
            <a:extLst>
              <a:ext uri="{FF2B5EF4-FFF2-40B4-BE49-F238E27FC236}">
                <a16:creationId xmlns:a16="http://schemas.microsoft.com/office/drawing/2014/main" id="{48BF2D13-B566-CBE2-A70F-449479328CA9}"/>
              </a:ext>
            </a:extLst>
          </p:cNvPr>
          <p:cNvGrpSpPr/>
          <p:nvPr/>
        </p:nvGrpSpPr>
        <p:grpSpPr>
          <a:xfrm>
            <a:off x="8039657" y="4755838"/>
            <a:ext cx="795753" cy="246857"/>
            <a:chOff x="7435419" y="4613467"/>
            <a:chExt cx="1708581" cy="530033"/>
          </a:xfrm>
        </p:grpSpPr>
        <p:pic>
          <p:nvPicPr>
            <p:cNvPr id="27" name="Picture 26" descr="A black background with white text  AI-generated content may be incorrect.">
              <a:extLst>
                <a:ext uri="{FF2B5EF4-FFF2-40B4-BE49-F238E27FC236}">
                  <a16:creationId xmlns:a16="http://schemas.microsoft.com/office/drawing/2014/main" id="{BD450752-958D-C1E0-FC13-7F822A0B923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28" name="Rectangle 27">
              <a:extLst>
                <a:ext uri="{FF2B5EF4-FFF2-40B4-BE49-F238E27FC236}">
                  <a16:creationId xmlns:a16="http://schemas.microsoft.com/office/drawing/2014/main" id="{8105D6E9-799A-0EC5-5EED-27BAD0D06E0A}"/>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664" rtl="0" eaLnBrk="1" fontAlgn="auto" latinLnBrk="0" hangingPunct="1">
                <a:lnSpc>
                  <a:spcPct val="100000"/>
                </a:lnSpc>
                <a:spcBef>
                  <a:spcPts val="0"/>
                </a:spcBef>
                <a:spcAft>
                  <a:spcPts val="0"/>
                </a:spcAft>
                <a:buClrTx/>
                <a:buSzTx/>
                <a:buFontTx/>
                <a:buNone/>
                <a:tabLst/>
                <a:defRPr/>
              </a:pPr>
              <a:endParaRPr kumimoji="0" lang="es-E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Marcador de número de diapositiva 1">
              <a:extLst>
                <a:ext uri="{FF2B5EF4-FFF2-40B4-BE49-F238E27FC236}">
                  <a16:creationId xmlns:a16="http://schemas.microsoft.com/office/drawing/2014/main" id="{0E5B2168-AECA-49CE-094C-3F11018EC78A}"/>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664" rtl="0" eaLnBrk="1" fontAlgn="auto" latinLnBrk="0" hangingPunct="1">
                <a:lnSpc>
                  <a:spcPct val="100000"/>
                </a:lnSpc>
                <a:spcBef>
                  <a:spcPts val="0"/>
                </a:spcBef>
                <a:spcAft>
                  <a:spcPts val="0"/>
                </a:spcAft>
                <a:buClrTx/>
                <a:buSzTx/>
                <a:buFontTx/>
                <a:buNone/>
                <a:tabLst/>
                <a:defRPr/>
              </a:pPr>
              <a:fld id="{0A472BC1-5914-40F9-BF22-C7FC96329A92}" type="slidenum">
                <a:rPr kumimoji="0" lang="en-US" sz="10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pPr marL="0" marR="0" lvl="0" indent="0" algn="ctr" defTabSz="685664" rtl="0" eaLnBrk="1" fontAlgn="auto" latinLnBrk="0" hangingPunct="1">
                  <a:lnSpc>
                    <a:spcPct val="100000"/>
                  </a:lnSpc>
                  <a:spcBef>
                    <a:spcPts val="0"/>
                  </a:spcBef>
                  <a:spcAft>
                    <a:spcPts val="0"/>
                  </a:spcAft>
                  <a:buClrTx/>
                  <a:buSzTx/>
                  <a:buFontTx/>
                  <a:buNone/>
                  <a:tabLst/>
                  <a:defRPr/>
                </a:pPr>
                <a:t>36</a:t>
              </a:fld>
              <a:endParaRPr kumimoji="0" lang="en-US" sz="10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
        <p:nvSpPr>
          <p:cNvPr id="25" name="Shape 10">
            <a:extLst>
              <a:ext uri="{FF2B5EF4-FFF2-40B4-BE49-F238E27FC236}">
                <a16:creationId xmlns:a16="http://schemas.microsoft.com/office/drawing/2014/main" id="{B7CE854E-ACF8-C6F4-3F12-A6EF47926956}"/>
              </a:ext>
            </a:extLst>
          </p:cNvPr>
          <p:cNvSpPr/>
          <p:nvPr/>
        </p:nvSpPr>
        <p:spPr>
          <a:xfrm>
            <a:off x="4169795" y="3076888"/>
            <a:ext cx="4526280" cy="402336"/>
          </a:xfrm>
          <a:prstGeom prst="rect">
            <a:avLst/>
          </a:prstGeom>
          <a:solidFill>
            <a:srgbClr val="FFFFFF"/>
          </a:solidFill>
          <a:ln w="12700">
            <a:solidFill>
              <a:srgbClr val="F2F3F7"/>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ES" sz="18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30" name="Text 11">
            <a:extLst>
              <a:ext uri="{FF2B5EF4-FFF2-40B4-BE49-F238E27FC236}">
                <a16:creationId xmlns:a16="http://schemas.microsoft.com/office/drawing/2014/main" id="{4A7CA35F-48DB-7C0E-6D88-8D2EF107BA0F}"/>
              </a:ext>
            </a:extLst>
          </p:cNvPr>
          <p:cNvSpPr/>
          <p:nvPr/>
        </p:nvSpPr>
        <p:spPr>
          <a:xfrm>
            <a:off x="4352675" y="3076888"/>
            <a:ext cx="2774457" cy="4023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Hito 4 – </a:t>
            </a:r>
            <a:r>
              <a:rPr kumimoji="0" lang="en-US" sz="1200" b="1"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Aceptación</a:t>
            </a:r>
            <a:r>
              <a:rPr kumimoji="0" lang="en-US" sz="1200" b="1"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a:t>
            </a:r>
            <a:r>
              <a:rPr kumimoji="0" lang="en-US" sz="1200" b="1" i="0" u="none" strike="noStrike" kern="1200" cap="none" spc="0" normalizeH="0" baseline="0" noProof="0" dirty="0" err="1">
                <a:ln>
                  <a:noFill/>
                </a:ln>
                <a:solidFill>
                  <a:srgbClr val="1A1A2E"/>
                </a:solidFill>
                <a:effectLst/>
                <a:uLnTx/>
                <a:uFillTx/>
                <a:latin typeface="Open Sans" pitchFamily="34" charset="0"/>
                <a:ea typeface="Open Sans" pitchFamily="34" charset="-122"/>
                <a:cs typeface="Open Sans" pitchFamily="34" charset="-120"/>
              </a:rPr>
              <a:t>proyecto</a:t>
            </a:r>
            <a:r>
              <a:rPr kumimoji="0" lang="en-US" sz="1200" b="1"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 (15%) </a:t>
            </a:r>
            <a:endParaRPr kumimoji="0" lang="en-US" sz="1200" b="0" i="0" u="none" strike="noStrike" kern="1200" cap="none" spc="0" normalizeH="0" baseline="0" noProof="0" dirty="0">
              <a:ln>
                <a:noFill/>
              </a:ln>
              <a:solidFill>
                <a:prstClr val="black"/>
              </a:solidFill>
              <a:effectLst/>
              <a:uLnTx/>
              <a:uFillTx/>
              <a:latin typeface="Open Sans" panose="020F0502020204030204"/>
              <a:ea typeface="+mn-ea"/>
              <a:cs typeface="+mn-cs"/>
            </a:endParaRPr>
          </a:p>
        </p:txBody>
      </p:sp>
      <p:sp>
        <p:nvSpPr>
          <p:cNvPr id="31" name="Text 12">
            <a:extLst>
              <a:ext uri="{FF2B5EF4-FFF2-40B4-BE49-F238E27FC236}">
                <a16:creationId xmlns:a16="http://schemas.microsoft.com/office/drawing/2014/main" id="{C236AA11-E860-C699-167A-E2AC2BC0E6A0}"/>
              </a:ext>
            </a:extLst>
          </p:cNvPr>
          <p:cNvSpPr/>
          <p:nvPr/>
        </p:nvSpPr>
        <p:spPr>
          <a:xfrm>
            <a:off x="6410075" y="3076888"/>
            <a:ext cx="2194560" cy="402336"/>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XX.XXX,00 €</a:t>
            </a:r>
            <a:endParaRPr kumimoji="0" lang="en-US" sz="1200" b="0" i="0" u="none" strike="noStrike" kern="1200" cap="none" spc="0" normalizeH="0" baseline="0" noProof="0" dirty="0">
              <a:ln>
                <a:noFill/>
              </a:ln>
              <a:solidFill>
                <a:prstClr val="black"/>
              </a:solidFill>
              <a:effectLst/>
              <a:uLnTx/>
              <a:uFillTx/>
              <a:latin typeface="Open Sans" panose="020F0502020204030204"/>
              <a:ea typeface="+mn-ea"/>
              <a:cs typeface="+mn-cs"/>
            </a:endParaRPr>
          </a:p>
        </p:txBody>
      </p:sp>
    </p:spTree>
    <p:extLst>
      <p:ext uri="{BB962C8B-B14F-4D97-AF65-F5344CB8AC3E}">
        <p14:creationId xmlns:p14="http://schemas.microsoft.com/office/powerpoint/2010/main" val="3025618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 name="Accent Line"/>
          <p:cNvSpPr/>
          <p:nvPr/>
        </p:nvSpPr>
        <p:spPr>
          <a:xfrm>
            <a:off x="457200" y="120000"/>
            <a:ext cx="320040" cy="36576"/>
          </a:xfrm>
          <a:prstGeom prst="rect">
            <a:avLst/>
          </a:prstGeom>
          <a:solidFill>
            <a:srgbClr val="3D5AFE"/>
          </a:solidFill>
          <a:ln w="12700">
            <a:solidFill>
              <a:srgbClr val="3D5AFE"/>
            </a:solidFill>
            <a:prstDash val="solid"/>
          </a:ln>
        </p:spPr>
        <p:txBody>
          <a:bodyPr wrap="square" lIns="0" tIns="0" rIns="0" bIns="0" anchor="ctr"/>
          <a:lstStyle/>
          <a:p>
            <a:pPr algn="ctr">
              <a:buNone/>
            </a:pPr>
            <a:endParaRPr lang="en-US"/>
          </a:p>
        </p:txBody>
      </p:sp>
      <p:sp>
        <p:nvSpPr>
          <p:cNvPr id="911" name="Section Label"/>
          <p:cNvSpPr/>
          <p:nvPr/>
        </p:nvSpPr>
        <p:spPr>
          <a:xfrm>
            <a:off x="457200" y="160000"/>
            <a:ext cx="5486400" cy="200000"/>
          </a:xfrm>
          <a:prstGeom prst="rect">
            <a:avLst/>
          </a:prstGeom>
          <a:noFill/>
          <a:ln/>
        </p:spPr>
        <p:txBody>
          <a:bodyPr wrap="square" lIns="0" tIns="0" rIns="0" bIns="0" anchor="t"/>
          <a:lstStyle/>
          <a:p>
            <a:pPr marL="0" indent="0">
              <a:buNone/>
            </a:pPr>
            <a:r>
              <a:rPr lang="en-US" sz="1000" b="1" kern="0" spc="400">
                <a:solidFill>
                  <a:srgbClr val="3D5AFE"/>
                </a:solidFill>
                <a:latin typeface="Open Sans"/>
                <a:ea typeface="Open Sans"/>
                <a:cs typeface="Open Sans"/>
              </a:rPr>
              <a:t>PROPUESTA ECONÓMICA</a:t>
            </a:r>
            <a:endParaRPr lang="en-US" sz="1000"/>
          </a:p>
        </p:txBody>
      </p:sp>
      <p:sp>
        <p:nvSpPr>
          <p:cNvPr id="6" name="Rectángulo 5">
            <a:extLst>
              <a:ext uri="{FF2B5EF4-FFF2-40B4-BE49-F238E27FC236}">
                <a16:creationId xmlns:a16="http://schemas.microsoft.com/office/drawing/2014/main" id="{EF860FC1-ECA3-2973-15DB-3A8342FD3E6A}"/>
              </a:ext>
            </a:extLst>
          </p:cNvPr>
          <p:cNvSpPr/>
          <p:nvPr/>
        </p:nvSpPr>
        <p:spPr>
          <a:xfrm>
            <a:off x="-514" y="2579124"/>
            <a:ext cx="6772275" cy="2571750"/>
          </a:xfrm>
          <a:prstGeom prst="rect">
            <a:avLst/>
          </a:prstGeom>
          <a:solidFill>
            <a:srgbClr val="F2F3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s-ES" sz="1013"/>
          </a:p>
        </p:txBody>
      </p:sp>
      <p:sp>
        <p:nvSpPr>
          <p:cNvPr id="115" name="Rectángulo 114">
            <a:extLst>
              <a:ext uri="{FF2B5EF4-FFF2-40B4-BE49-F238E27FC236}">
                <a16:creationId xmlns:a16="http://schemas.microsoft.com/office/drawing/2014/main" id="{B139D0E4-015F-A85B-E423-99AE869A5B97}"/>
              </a:ext>
            </a:extLst>
          </p:cNvPr>
          <p:cNvSpPr/>
          <p:nvPr/>
        </p:nvSpPr>
        <p:spPr>
          <a:xfrm>
            <a:off x="434566" y="902663"/>
            <a:ext cx="4943192" cy="3838977"/>
          </a:xfrm>
          <a:prstGeom prst="rect">
            <a:avLst/>
          </a:prstGeom>
          <a:solidFill>
            <a:schemeClr val="lt2"/>
          </a:solidFill>
          <a:ln w="215900">
            <a:noFill/>
          </a:ln>
          <a:effectLst>
            <a:outerShdw blurRad="342900" algn="ctr"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s-ES" sz="1013"/>
          </a:p>
        </p:txBody>
      </p:sp>
      <p:sp>
        <p:nvSpPr>
          <p:cNvPr id="7" name="Rectangle 1">
            <a:extLst>
              <a:ext uri="{FF2B5EF4-FFF2-40B4-BE49-F238E27FC236}">
                <a16:creationId xmlns:a16="http://schemas.microsoft.com/office/drawing/2014/main" id="{5FEE5C49-19FF-2B30-7C14-7A584EAC6023}"/>
              </a:ext>
            </a:extLst>
          </p:cNvPr>
          <p:cNvSpPr/>
          <p:nvPr/>
        </p:nvSpPr>
        <p:spPr>
          <a:xfrm rot="5400000">
            <a:off x="2370561" y="2942062"/>
            <a:ext cx="121024" cy="4281854"/>
          </a:xfrm>
          <a:prstGeom prst="rect">
            <a:avLst/>
          </a:prstGeom>
          <a:solidFill>
            <a:srgbClr val="3D5A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s-ES" sz="1013"/>
          </a:p>
        </p:txBody>
      </p:sp>
      <p:sp>
        <p:nvSpPr>
          <p:cNvPr id="12" name="Subtítulo 11">
            <a:extLst>
              <a:ext uri="{FF2B5EF4-FFF2-40B4-BE49-F238E27FC236}">
                <a16:creationId xmlns:a16="http://schemas.microsoft.com/office/drawing/2014/main" id="{4A59D992-4282-A435-B73F-7002F8C32E91}"/>
              </a:ext>
            </a:extLst>
          </p:cNvPr>
          <p:cNvSpPr>
            <a:spLocks noGrp="1"/>
          </p:cNvSpPr>
          <p:nvPr>
            <p:ph type="subTitle" idx="1"/>
          </p:nvPr>
        </p:nvSpPr>
        <p:spPr>
          <a:xfrm>
            <a:off x="457200" y="380000"/>
            <a:ext cx="6500000" cy="380000"/>
          </a:xfrm>
        </p:spPr>
        <p:txBody>
          <a:bodyPr/>
          <a:lstStyle>
            <a:defPPr>
              <a:defRPr lang="en-US"/>
            </a:defPPr>
            <a:lvl1pPr marL="0" algn="l" defTabSz="685800" rtl="0" eaLnBrk="1" latinLnBrk="0" hangingPunct="1">
              <a:defRPr sz="2000" kern="1200">
                <a:solidFill>
                  <a:schemeClr val="tx1"/>
                </a:solidFill>
                <a:latin typeface="Outfit"/>
                <a:ea typeface="+mn-ea"/>
                <a:cs typeface="+mn-cs"/>
              </a:defRPr>
            </a:lvl1pPr>
            <a:lvl2pPr marL="342900" algn="l" defTabSz="685800" rtl="0" eaLnBrk="1" latinLnBrk="0" hangingPunct="1">
              <a:defRPr sz="2000" kern="1200">
                <a:solidFill>
                  <a:schemeClr val="tx1"/>
                </a:solidFill>
                <a:latin typeface="Outfit"/>
                <a:ea typeface="+mn-ea"/>
                <a:cs typeface="+mn-cs"/>
              </a:defRPr>
            </a:lvl2pPr>
            <a:lvl3pPr marL="685800" algn="l" defTabSz="685800" rtl="0" eaLnBrk="1" latinLnBrk="0" hangingPunct="1">
              <a:defRPr sz="2000" kern="1200">
                <a:solidFill>
                  <a:schemeClr val="tx1"/>
                </a:solidFill>
                <a:latin typeface="Outfit"/>
                <a:ea typeface="+mn-ea"/>
                <a:cs typeface="+mn-cs"/>
              </a:defRPr>
            </a:lvl3pPr>
            <a:lvl4pPr marL="1028700" algn="l" defTabSz="685800" rtl="0" eaLnBrk="1" latinLnBrk="0" hangingPunct="1">
              <a:defRPr sz="2000" kern="1200">
                <a:solidFill>
                  <a:schemeClr val="tx1"/>
                </a:solidFill>
                <a:latin typeface="Outfit"/>
                <a:ea typeface="+mn-ea"/>
                <a:cs typeface="+mn-cs"/>
              </a:defRPr>
            </a:lvl4pPr>
            <a:lvl5pPr marL="1371600" algn="l" defTabSz="685800" rtl="0" eaLnBrk="1" latinLnBrk="0" hangingPunct="1">
              <a:defRPr sz="2000" kern="1200">
                <a:solidFill>
                  <a:schemeClr val="tx1"/>
                </a:solidFill>
                <a:latin typeface="Outfit"/>
                <a:ea typeface="+mn-ea"/>
                <a:cs typeface="+mn-cs"/>
              </a:defRPr>
            </a:lvl5pPr>
            <a:lvl6pPr marL="1714500" algn="l" defTabSz="685800" rtl="0" eaLnBrk="1" latinLnBrk="0" hangingPunct="1">
              <a:defRPr sz="2000" kern="1200">
                <a:solidFill>
                  <a:schemeClr val="tx1"/>
                </a:solidFill>
                <a:latin typeface="Outfit"/>
                <a:ea typeface="+mn-ea"/>
                <a:cs typeface="+mn-cs"/>
              </a:defRPr>
            </a:lvl6pPr>
            <a:lvl7pPr marL="2057400" algn="l" defTabSz="685800" rtl="0" eaLnBrk="1" latinLnBrk="0" hangingPunct="1">
              <a:defRPr sz="2000" kern="1200">
                <a:solidFill>
                  <a:schemeClr val="tx1"/>
                </a:solidFill>
                <a:latin typeface="Outfit"/>
                <a:ea typeface="+mn-ea"/>
                <a:cs typeface="+mn-cs"/>
              </a:defRPr>
            </a:lvl7pPr>
            <a:lvl8pPr marL="2400300" algn="l" defTabSz="685800" rtl="0" eaLnBrk="1" latinLnBrk="0" hangingPunct="1">
              <a:defRPr sz="2000" kern="1200">
                <a:solidFill>
                  <a:schemeClr val="tx1"/>
                </a:solidFill>
                <a:latin typeface="Outfit"/>
                <a:ea typeface="+mn-ea"/>
                <a:cs typeface="+mn-cs"/>
              </a:defRPr>
            </a:lvl8pPr>
            <a:lvl9pPr marL="2743200" algn="l" defTabSz="685800" rtl="0" eaLnBrk="1" latinLnBrk="0" hangingPunct="1">
              <a:defRPr sz="2000" kern="1200">
                <a:solidFill>
                  <a:schemeClr val="tx1"/>
                </a:solidFill>
                <a:latin typeface="Outfit"/>
                <a:ea typeface="+mn-ea"/>
                <a:cs typeface="+mn-cs"/>
              </a:defRPr>
            </a:lvl9pPr>
          </a:lstStyle>
          <a:p>
            <a:r>
              <a:rPr lang="es-ES" sz="2000" b="1">
                <a:solidFill>
                  <a:srgbClr val="1A1A2E"/>
                </a:solidFill>
              </a:rPr>
              <a:t>Desglose por capacidad</a:t>
            </a:r>
          </a:p>
        </p:txBody>
      </p:sp>
      <p:sp>
        <p:nvSpPr>
          <p:cNvPr id="20" name="Rectangle 1">
            <a:extLst>
              <a:ext uri="{FF2B5EF4-FFF2-40B4-BE49-F238E27FC236}">
                <a16:creationId xmlns:a16="http://schemas.microsoft.com/office/drawing/2014/main" id="{09BCE47B-5183-88F6-FCE7-D55E7258DF8B}"/>
              </a:ext>
            </a:extLst>
          </p:cNvPr>
          <p:cNvSpPr/>
          <p:nvPr/>
        </p:nvSpPr>
        <p:spPr>
          <a:xfrm>
            <a:off x="-513" y="294390"/>
            <a:ext cx="72971" cy="511069"/>
          </a:xfrm>
          <a:prstGeom prst="rect">
            <a:avLst/>
          </a:prstGeom>
          <a:solidFill>
            <a:srgbClr val="F1F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s-ES" sz="1013">
              <a:solidFill>
                <a:schemeClr val="bg2"/>
              </a:solidFill>
            </a:endParaRPr>
          </a:p>
        </p:txBody>
      </p:sp>
      <p:sp>
        <p:nvSpPr>
          <p:cNvPr id="101" name="Rectángulo 100">
            <a:extLst>
              <a:ext uri="{FF2B5EF4-FFF2-40B4-BE49-F238E27FC236}">
                <a16:creationId xmlns:a16="http://schemas.microsoft.com/office/drawing/2014/main" id="{9DF85F3B-6BC1-48F5-8B4A-53788BD0DF2C}"/>
              </a:ext>
            </a:extLst>
          </p:cNvPr>
          <p:cNvSpPr/>
          <p:nvPr/>
        </p:nvSpPr>
        <p:spPr>
          <a:xfrm>
            <a:off x="5710953" y="890940"/>
            <a:ext cx="2980828" cy="1258123"/>
          </a:xfrm>
          <a:prstGeom prst="rect">
            <a:avLst/>
          </a:prstGeom>
          <a:solidFill>
            <a:srgbClr val="3D5A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s-ES" sz="1013"/>
          </a:p>
        </p:txBody>
      </p:sp>
      <p:sp>
        <p:nvSpPr>
          <p:cNvPr id="102" name="CuadroTexto 101">
            <a:extLst>
              <a:ext uri="{FF2B5EF4-FFF2-40B4-BE49-F238E27FC236}">
                <a16:creationId xmlns:a16="http://schemas.microsoft.com/office/drawing/2014/main" id="{2FCA7781-4E1D-0076-53EF-828877C57C3B}"/>
              </a:ext>
            </a:extLst>
          </p:cNvPr>
          <p:cNvSpPr txBox="1"/>
          <p:nvPr/>
        </p:nvSpPr>
        <p:spPr>
          <a:xfrm>
            <a:off x="5901985" y="1012445"/>
            <a:ext cx="2617748" cy="1172116"/>
          </a:xfrm>
          <a:prstGeom prst="rect">
            <a:avLst/>
          </a:prstGeom>
          <a:noFill/>
          <a:ln>
            <a:noFill/>
          </a:ln>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spcBef>
                <a:spcPts val="450"/>
              </a:spcBef>
              <a:buClr>
                <a:schemeClr val="bg2"/>
              </a:buClr>
              <a:buNone/>
            </a:pPr>
            <a:r>
              <a:rPr lang="es-ES" sz="825">
                <a:solidFill>
                  <a:srgbClr val="FFFFFF"/>
                </a:solidFill>
                <a:latin typeface="Outfit" pitchFamily="2" charset="0"/>
              </a:rPr>
              <a:t>Esta estimación puede cambiar a medida que avanzamos en el proyecto, ya que puede surgir nuevas necesidades o ajustes. Debe verse como una estimación orientativa.</a:t>
            </a:r>
          </a:p>
          <a:p>
            <a:pPr>
              <a:spcBef>
                <a:spcPts val="450"/>
              </a:spcBef>
              <a:buClr>
                <a:schemeClr val="bg2"/>
              </a:buClr>
              <a:buNone/>
            </a:pPr>
            <a:r>
              <a:rPr lang="es-ES" sz="825">
                <a:solidFill>
                  <a:srgbClr val="FFFFFF"/>
                </a:solidFill>
                <a:latin typeface="Outfit" pitchFamily="2" charset="0"/>
              </a:rPr>
              <a:t>Cualquier cambio significativo en el proyecto será discutido y revisado de forma conjunta para garantizar transparencia y alineación con los objetivos de la colaboración.</a:t>
            </a:r>
          </a:p>
        </p:txBody>
      </p:sp>
      <p:grpSp>
        <p:nvGrpSpPr>
          <p:cNvPr id="24" name="Grupo 23">
            <a:extLst>
              <a:ext uri="{FF2B5EF4-FFF2-40B4-BE49-F238E27FC236}">
                <a16:creationId xmlns:a16="http://schemas.microsoft.com/office/drawing/2014/main" id="{914BC4C2-CA51-50CA-9DB6-F6B5465DCB3D}"/>
              </a:ext>
            </a:extLst>
          </p:cNvPr>
          <p:cNvGrpSpPr/>
          <p:nvPr/>
        </p:nvGrpSpPr>
        <p:grpSpPr>
          <a:xfrm>
            <a:off x="575073" y="1102703"/>
            <a:ext cx="4646526" cy="2428056"/>
            <a:chOff x="766764" y="1470270"/>
            <a:chExt cx="6195368" cy="3237408"/>
          </a:xfrm>
        </p:grpSpPr>
        <p:grpSp>
          <p:nvGrpSpPr>
            <p:cNvPr id="2" name="Grupo 1">
              <a:extLst>
                <a:ext uri="{FF2B5EF4-FFF2-40B4-BE49-F238E27FC236}">
                  <a16:creationId xmlns:a16="http://schemas.microsoft.com/office/drawing/2014/main" id="{3122D710-A7B4-9708-F044-E888C3C342D0}"/>
                </a:ext>
              </a:extLst>
            </p:cNvPr>
            <p:cNvGrpSpPr/>
            <p:nvPr/>
          </p:nvGrpSpPr>
          <p:grpSpPr>
            <a:xfrm>
              <a:off x="766764" y="1470271"/>
              <a:ext cx="6195368" cy="803887"/>
              <a:chOff x="706594" y="2256154"/>
              <a:chExt cx="4096827" cy="803887"/>
            </a:xfrm>
          </p:grpSpPr>
          <p:sp>
            <p:nvSpPr>
              <p:cNvPr id="3" name="Marcador de texto 38">
                <a:extLst>
                  <a:ext uri="{FF2B5EF4-FFF2-40B4-BE49-F238E27FC236}">
                    <a16:creationId xmlns:a16="http://schemas.microsoft.com/office/drawing/2014/main" id="{153264B0-43B8-548D-71C2-58838AB14F07}"/>
                  </a:ext>
                </a:extLst>
              </p:cNvPr>
              <p:cNvSpPr txBox="1">
                <a:spLocks/>
              </p:cNvSpPr>
              <p:nvPr/>
            </p:nvSpPr>
            <p:spPr>
              <a:xfrm>
                <a:off x="706594" y="2256155"/>
                <a:ext cx="2068981" cy="786545"/>
              </a:xfrm>
              <a:prstGeom prst="rect">
                <a:avLst/>
              </a:prstGeom>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just">
                  <a:spcBef>
                    <a:spcPts val="450"/>
                  </a:spcBef>
                  <a:spcAft>
                    <a:spcPts val="450"/>
                  </a:spcAft>
                  <a:buNone/>
                </a:pPr>
                <a:r>
                  <a:rPr lang="es-ES" sz="825" b="1">
                    <a:solidFill>
                      <a:srgbClr val="0D0E0F"/>
                    </a:solidFill>
                    <a:latin typeface="Outfit" pitchFamily="2" charset="0"/>
                  </a:rPr>
                  <a:t>Descubrimiento</a:t>
                </a:r>
              </a:p>
              <a:p>
                <a:pPr algn="just">
                  <a:spcBef>
                    <a:spcPts val="450"/>
                  </a:spcBef>
                  <a:buClr>
                    <a:srgbClr val="3D5AFE"/>
                  </a:buClr>
                  <a:buFont typeface="Wingdings" panose="05000000000000000000" pitchFamily="2" charset="2"/>
                  <a:buChar char="§"/>
                </a:pPr>
                <a:r>
                  <a:rPr lang="es-ES" sz="825">
                    <a:solidFill>
                      <a:srgbClr val="0D0E0F"/>
                    </a:solidFill>
                    <a:latin typeface="Outfit" pitchFamily="2" charset="0"/>
                  </a:rPr>
                  <a:t>Data </a:t>
                </a:r>
                <a:r>
                  <a:rPr lang="es-ES" sz="825" err="1">
                    <a:solidFill>
                      <a:srgbClr val="0D0E0F"/>
                    </a:solidFill>
                    <a:latin typeface="Outfit" pitchFamily="2" charset="0"/>
                  </a:rPr>
                  <a:t>Architect</a:t>
                </a:r>
                <a:endParaRPr lang="es-ES" sz="825">
                  <a:solidFill>
                    <a:srgbClr val="0D0E0F"/>
                  </a:solidFill>
                  <a:latin typeface="Outfit" pitchFamily="2" charset="0"/>
                </a:endParaRPr>
              </a:p>
              <a:p>
                <a:pPr algn="just">
                  <a:spcBef>
                    <a:spcPts val="450"/>
                  </a:spcBef>
                  <a:buClr>
                    <a:srgbClr val="3D5AFE"/>
                  </a:buClr>
                  <a:buFont typeface="Wingdings" panose="05000000000000000000" pitchFamily="2" charset="2"/>
                  <a:buChar char="§"/>
                </a:pPr>
                <a:r>
                  <a:rPr lang="es-ES" sz="825">
                    <a:solidFill>
                      <a:srgbClr val="0D0E0F"/>
                    </a:solidFill>
                    <a:latin typeface="Outfit" pitchFamily="2" charset="0"/>
                  </a:rPr>
                  <a:t>BI Expert</a:t>
                </a:r>
              </a:p>
              <a:p>
                <a:pPr marL="0" indent="0" algn="just">
                  <a:spcBef>
                    <a:spcPts val="450"/>
                  </a:spcBef>
                  <a:buClr>
                    <a:srgbClr val="3D5AFE"/>
                  </a:buClr>
                  <a:buNone/>
                </a:pPr>
                <a:r>
                  <a:rPr lang="es-ES" sz="825">
                    <a:solidFill>
                      <a:srgbClr val="0D0E0F"/>
                    </a:solidFill>
                    <a:latin typeface="Outfit" pitchFamily="2" charset="0"/>
                  </a:rPr>
                  <a:t>		</a:t>
                </a:r>
              </a:p>
            </p:txBody>
          </p:sp>
          <p:sp>
            <p:nvSpPr>
              <p:cNvPr id="4" name="Marcador de texto 38">
                <a:extLst>
                  <a:ext uri="{FF2B5EF4-FFF2-40B4-BE49-F238E27FC236}">
                    <a16:creationId xmlns:a16="http://schemas.microsoft.com/office/drawing/2014/main" id="{75577A16-2D66-2259-8333-7420CC57D19E}"/>
                  </a:ext>
                </a:extLst>
              </p:cNvPr>
              <p:cNvSpPr txBox="1">
                <a:spLocks/>
              </p:cNvSpPr>
              <p:nvPr/>
            </p:nvSpPr>
            <p:spPr>
              <a:xfrm>
                <a:off x="3707934" y="2256154"/>
                <a:ext cx="1095487" cy="803887"/>
              </a:xfrm>
              <a:prstGeom prst="rect">
                <a:avLst/>
              </a:prstGeom>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spcBef>
                    <a:spcPts val="450"/>
                  </a:spcBef>
                  <a:spcAft>
                    <a:spcPts val="450"/>
                  </a:spcAft>
                  <a:buNone/>
                </a:pPr>
                <a:r>
                  <a:rPr lang="es-ES" sz="825" b="1">
                    <a:solidFill>
                      <a:srgbClr val="0D0E0F"/>
                    </a:solidFill>
                    <a:latin typeface="Outfit" pitchFamily="2" charset="0"/>
                  </a:rPr>
                  <a:t>11.600,00€</a:t>
                </a:r>
              </a:p>
              <a:p>
                <a:pPr marL="0" indent="0" algn="r">
                  <a:spcBef>
                    <a:spcPts val="450"/>
                  </a:spcBef>
                  <a:buNone/>
                </a:pPr>
                <a:r>
                  <a:rPr lang="es-ES" sz="825">
                    <a:solidFill>
                      <a:srgbClr val="0D0E0F"/>
                    </a:solidFill>
                    <a:latin typeface="Outfit" pitchFamily="2" charset="0"/>
                  </a:rPr>
                  <a:t>5.800,00€</a:t>
                </a:r>
              </a:p>
              <a:p>
                <a:pPr marL="0" indent="0" algn="r">
                  <a:spcBef>
                    <a:spcPts val="450"/>
                  </a:spcBef>
                  <a:buNone/>
                </a:pPr>
                <a:r>
                  <a:rPr lang="es-ES" sz="825">
                    <a:solidFill>
                      <a:srgbClr val="0D0E0F"/>
                    </a:solidFill>
                    <a:latin typeface="Outfit" pitchFamily="2" charset="0"/>
                  </a:rPr>
                  <a:t>5.800,00€</a:t>
                </a:r>
              </a:p>
            </p:txBody>
          </p:sp>
          <p:cxnSp>
            <p:nvCxnSpPr>
              <p:cNvPr id="5" name="Conector recto 4">
                <a:extLst>
                  <a:ext uri="{FF2B5EF4-FFF2-40B4-BE49-F238E27FC236}">
                    <a16:creationId xmlns:a16="http://schemas.microsoft.com/office/drawing/2014/main" id="{EF477E2B-1907-9300-A924-1CFD6A13836B}"/>
                  </a:ext>
                </a:extLst>
              </p:cNvPr>
              <p:cNvCxnSpPr>
                <a:cxnSpLocks/>
              </p:cNvCxnSpPr>
              <p:nvPr/>
            </p:nvCxnSpPr>
            <p:spPr>
              <a:xfrm>
                <a:off x="783542" y="2491530"/>
                <a:ext cx="3939460" cy="0"/>
              </a:xfrm>
              <a:prstGeom prst="line">
                <a:avLst/>
              </a:prstGeom>
              <a:ln w="12700" cap="flat" cmpd="sng" algn="ctr">
                <a:solidFill>
                  <a:srgbClr val="326FFF"/>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8" name="Marcador de texto 38">
              <a:extLst>
                <a:ext uri="{FF2B5EF4-FFF2-40B4-BE49-F238E27FC236}">
                  <a16:creationId xmlns:a16="http://schemas.microsoft.com/office/drawing/2014/main" id="{A2D698E3-096A-BB4C-38DB-E5A72490B21C}"/>
                </a:ext>
              </a:extLst>
            </p:cNvPr>
            <p:cNvSpPr txBox="1">
              <a:spLocks/>
            </p:cNvSpPr>
            <p:nvPr/>
          </p:nvSpPr>
          <p:spPr>
            <a:xfrm>
              <a:off x="3528067" y="1470271"/>
              <a:ext cx="1271552" cy="893549"/>
            </a:xfrm>
            <a:prstGeom prst="rect">
              <a:avLst/>
            </a:prstGeom>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spcBef>
                  <a:spcPts val="450"/>
                </a:spcBef>
                <a:spcAft>
                  <a:spcPts val="450"/>
                </a:spcAft>
                <a:buNone/>
              </a:pPr>
              <a:r>
                <a:rPr lang="es-ES" sz="825" b="1">
                  <a:solidFill>
                    <a:srgbClr val="0D0E0F"/>
                  </a:solidFill>
                  <a:latin typeface="Outfit" pitchFamily="2" charset="0"/>
                </a:rPr>
                <a:t>Tarifa / Día</a:t>
              </a:r>
            </a:p>
            <a:p>
              <a:pPr marL="0" indent="0" algn="ctr">
                <a:spcBef>
                  <a:spcPts val="450"/>
                </a:spcBef>
                <a:buClr>
                  <a:srgbClr val="3D5AFE"/>
                </a:buClr>
                <a:buNone/>
              </a:pPr>
              <a:r>
                <a:rPr lang="es-ES" sz="825">
                  <a:solidFill>
                    <a:srgbClr val="0D0E0F"/>
                  </a:solidFill>
                  <a:latin typeface="Outfit" pitchFamily="2" charset="0"/>
                </a:rPr>
                <a:t>580 €</a:t>
              </a:r>
            </a:p>
            <a:p>
              <a:pPr marL="0" indent="0" algn="ctr">
                <a:spcBef>
                  <a:spcPts val="450"/>
                </a:spcBef>
                <a:buClr>
                  <a:srgbClr val="3D5AFE"/>
                </a:buClr>
                <a:buNone/>
              </a:pPr>
              <a:r>
                <a:rPr lang="es-ES" sz="825">
                  <a:solidFill>
                    <a:srgbClr val="0D0E0F"/>
                  </a:solidFill>
                  <a:latin typeface="Outfit" pitchFamily="2" charset="0"/>
                </a:rPr>
                <a:t>580 €</a:t>
              </a:r>
            </a:p>
          </p:txBody>
        </p:sp>
        <p:sp>
          <p:nvSpPr>
            <p:cNvPr id="9" name="Marcador de texto 38">
              <a:extLst>
                <a:ext uri="{FF2B5EF4-FFF2-40B4-BE49-F238E27FC236}">
                  <a16:creationId xmlns:a16="http://schemas.microsoft.com/office/drawing/2014/main" id="{68E4A804-435C-0C50-5918-82602D2DD7A6}"/>
                </a:ext>
              </a:extLst>
            </p:cNvPr>
            <p:cNvSpPr txBox="1">
              <a:spLocks/>
            </p:cNvSpPr>
            <p:nvPr/>
          </p:nvSpPr>
          <p:spPr>
            <a:xfrm>
              <a:off x="4627689" y="1470270"/>
              <a:ext cx="1271552" cy="786547"/>
            </a:xfrm>
            <a:prstGeom prst="rect">
              <a:avLst/>
            </a:prstGeom>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spcBef>
                  <a:spcPts val="450"/>
                </a:spcBef>
                <a:spcAft>
                  <a:spcPts val="450"/>
                </a:spcAft>
                <a:buNone/>
              </a:pPr>
              <a:r>
                <a:rPr lang="es-ES" sz="825" b="1">
                  <a:solidFill>
                    <a:srgbClr val="0D0E0F"/>
                  </a:solidFill>
                  <a:latin typeface="Outfit" pitchFamily="2" charset="0"/>
                </a:rPr>
                <a:t>Jornadas</a:t>
              </a:r>
            </a:p>
            <a:p>
              <a:pPr marL="0" indent="0" algn="ctr">
                <a:spcBef>
                  <a:spcPts val="450"/>
                </a:spcBef>
                <a:buClr>
                  <a:srgbClr val="3D5AFE"/>
                </a:buClr>
                <a:buNone/>
              </a:pPr>
              <a:r>
                <a:rPr lang="es-ES" sz="825">
                  <a:solidFill>
                    <a:srgbClr val="0D0E0F"/>
                  </a:solidFill>
                  <a:latin typeface="Outfit" pitchFamily="2" charset="0"/>
                </a:rPr>
                <a:t>10</a:t>
              </a:r>
            </a:p>
            <a:p>
              <a:pPr marL="0" indent="0" algn="ctr">
                <a:spcBef>
                  <a:spcPts val="450"/>
                </a:spcBef>
                <a:buClr>
                  <a:srgbClr val="3D5AFE"/>
                </a:buClr>
                <a:buNone/>
              </a:pPr>
              <a:r>
                <a:rPr lang="es-ES" sz="825">
                  <a:solidFill>
                    <a:srgbClr val="0D0E0F"/>
                  </a:solidFill>
                  <a:latin typeface="Outfit" pitchFamily="2" charset="0"/>
                </a:rPr>
                <a:t>10</a:t>
              </a:r>
            </a:p>
          </p:txBody>
        </p:sp>
        <p:grpSp>
          <p:nvGrpSpPr>
            <p:cNvPr id="17" name="Grupo 16">
              <a:extLst>
                <a:ext uri="{FF2B5EF4-FFF2-40B4-BE49-F238E27FC236}">
                  <a16:creationId xmlns:a16="http://schemas.microsoft.com/office/drawing/2014/main" id="{850C942D-2D77-62B4-F322-73D3A5EC90D2}"/>
                </a:ext>
              </a:extLst>
            </p:cNvPr>
            <p:cNvGrpSpPr/>
            <p:nvPr/>
          </p:nvGrpSpPr>
          <p:grpSpPr>
            <a:xfrm>
              <a:off x="766764" y="3205565"/>
              <a:ext cx="6195368" cy="1502113"/>
              <a:chOff x="706594" y="787274"/>
              <a:chExt cx="4096827" cy="1502113"/>
            </a:xfrm>
          </p:grpSpPr>
          <p:sp>
            <p:nvSpPr>
              <p:cNvPr id="18" name="Marcador de texto 38">
                <a:extLst>
                  <a:ext uri="{FF2B5EF4-FFF2-40B4-BE49-F238E27FC236}">
                    <a16:creationId xmlns:a16="http://schemas.microsoft.com/office/drawing/2014/main" id="{CE6BECDA-ABF0-20CB-E5E2-07C65EF893C0}"/>
                  </a:ext>
                </a:extLst>
              </p:cNvPr>
              <p:cNvSpPr txBox="1">
                <a:spLocks/>
              </p:cNvSpPr>
              <p:nvPr/>
            </p:nvSpPr>
            <p:spPr>
              <a:xfrm>
                <a:off x="706594" y="787275"/>
                <a:ext cx="2068981" cy="1502112"/>
              </a:xfrm>
              <a:prstGeom prst="rect">
                <a:avLst/>
              </a:prstGeom>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just">
                  <a:spcBef>
                    <a:spcPts val="450"/>
                  </a:spcBef>
                  <a:spcAft>
                    <a:spcPts val="450"/>
                  </a:spcAft>
                  <a:buNone/>
                </a:pPr>
                <a:r>
                  <a:rPr lang="es-ES" sz="825" b="1">
                    <a:solidFill>
                      <a:srgbClr val="0D0E0F"/>
                    </a:solidFill>
                    <a:latin typeface="Outfit" pitchFamily="2" charset="0"/>
                  </a:rPr>
                  <a:t>Puesta en marcha y desarrollo</a:t>
                </a:r>
              </a:p>
              <a:p>
                <a:pPr algn="just">
                  <a:spcBef>
                    <a:spcPts val="450"/>
                  </a:spcBef>
                  <a:buClr>
                    <a:srgbClr val="3D5AFE"/>
                  </a:buClr>
                  <a:buFont typeface="Wingdings" panose="05000000000000000000" pitchFamily="2" charset="2"/>
                  <a:buChar char="§"/>
                </a:pPr>
                <a:r>
                  <a:rPr lang="es-ES" sz="825">
                    <a:solidFill>
                      <a:srgbClr val="0D0E0F"/>
                    </a:solidFill>
                    <a:latin typeface="Outfit" pitchFamily="2" charset="0"/>
                  </a:rPr>
                  <a:t>Data </a:t>
                </a:r>
                <a:r>
                  <a:rPr lang="es-ES" sz="825" err="1">
                    <a:solidFill>
                      <a:srgbClr val="0D0E0F"/>
                    </a:solidFill>
                    <a:latin typeface="Outfit" pitchFamily="2" charset="0"/>
                  </a:rPr>
                  <a:t>Architect</a:t>
                </a:r>
                <a:endParaRPr lang="es-ES" sz="825">
                  <a:solidFill>
                    <a:srgbClr val="0D0E0F"/>
                  </a:solidFill>
                  <a:latin typeface="Outfit" pitchFamily="2" charset="0"/>
                </a:endParaRPr>
              </a:p>
              <a:p>
                <a:pPr algn="just">
                  <a:spcBef>
                    <a:spcPts val="450"/>
                  </a:spcBef>
                  <a:buClr>
                    <a:srgbClr val="3D5AFE"/>
                  </a:buClr>
                  <a:buFont typeface="Wingdings" panose="05000000000000000000" pitchFamily="2" charset="2"/>
                  <a:buChar char="§"/>
                </a:pPr>
                <a:r>
                  <a:rPr lang="es-ES" sz="825">
                    <a:solidFill>
                      <a:srgbClr val="0D0E0F"/>
                    </a:solidFill>
                    <a:latin typeface="Outfit" pitchFamily="2" charset="0"/>
                  </a:rPr>
                  <a:t>BI Expert</a:t>
                </a:r>
              </a:p>
              <a:p>
                <a:pPr algn="just">
                  <a:spcBef>
                    <a:spcPts val="450"/>
                  </a:spcBef>
                  <a:buClr>
                    <a:srgbClr val="3D5AFE"/>
                  </a:buClr>
                  <a:buFont typeface="Wingdings" panose="05000000000000000000" pitchFamily="2" charset="2"/>
                  <a:buChar char="§"/>
                </a:pPr>
                <a:r>
                  <a:rPr lang="es-ES" sz="825" err="1">
                    <a:solidFill>
                      <a:srgbClr val="0D0E0F"/>
                    </a:solidFill>
                    <a:latin typeface="Outfit" pitchFamily="2" charset="0"/>
                  </a:rPr>
                  <a:t>Delivery</a:t>
                </a:r>
                <a:r>
                  <a:rPr lang="es-ES" sz="825">
                    <a:solidFill>
                      <a:srgbClr val="0D0E0F"/>
                    </a:solidFill>
                    <a:latin typeface="Outfit" pitchFamily="2" charset="0"/>
                  </a:rPr>
                  <a:t> Management</a:t>
                </a:r>
              </a:p>
            </p:txBody>
          </p:sp>
          <p:sp>
            <p:nvSpPr>
              <p:cNvPr id="19" name="Marcador de texto 38">
                <a:extLst>
                  <a:ext uri="{FF2B5EF4-FFF2-40B4-BE49-F238E27FC236}">
                    <a16:creationId xmlns:a16="http://schemas.microsoft.com/office/drawing/2014/main" id="{13585A31-AFAA-42AD-C6BB-66C41C7B1A80}"/>
                  </a:ext>
                </a:extLst>
              </p:cNvPr>
              <p:cNvSpPr txBox="1">
                <a:spLocks/>
              </p:cNvSpPr>
              <p:nvPr/>
            </p:nvSpPr>
            <p:spPr>
              <a:xfrm>
                <a:off x="3707934" y="787274"/>
                <a:ext cx="1095487" cy="1502113"/>
              </a:xfrm>
              <a:prstGeom prst="rect">
                <a:avLst/>
              </a:prstGeom>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r">
                  <a:spcBef>
                    <a:spcPts val="450"/>
                  </a:spcBef>
                  <a:spcAft>
                    <a:spcPts val="450"/>
                  </a:spcAft>
                  <a:buNone/>
                </a:pPr>
                <a:r>
                  <a:rPr lang="es-ES" sz="825" b="1">
                    <a:solidFill>
                      <a:srgbClr val="0D0E0F"/>
                    </a:solidFill>
                    <a:latin typeface="Outfit" pitchFamily="2" charset="0"/>
                  </a:rPr>
                  <a:t>49.880,00 €</a:t>
                </a:r>
              </a:p>
              <a:p>
                <a:pPr marL="0" indent="0" algn="r">
                  <a:spcBef>
                    <a:spcPts val="450"/>
                  </a:spcBef>
                  <a:buNone/>
                </a:pPr>
                <a:r>
                  <a:rPr lang="es-ES" sz="825">
                    <a:solidFill>
                      <a:srgbClr val="0D0E0F"/>
                    </a:solidFill>
                    <a:latin typeface="Outfit" pitchFamily="2" charset="0"/>
                  </a:rPr>
                  <a:t>23.200,00 €</a:t>
                </a:r>
              </a:p>
              <a:p>
                <a:pPr marL="0" indent="0" algn="r">
                  <a:spcBef>
                    <a:spcPts val="450"/>
                  </a:spcBef>
                  <a:buNone/>
                </a:pPr>
                <a:r>
                  <a:rPr lang="es-ES" sz="825">
                    <a:solidFill>
                      <a:srgbClr val="0D0E0F"/>
                    </a:solidFill>
                    <a:latin typeface="Outfit" pitchFamily="2" charset="0"/>
                  </a:rPr>
                  <a:t>23.200,00 €</a:t>
                </a:r>
              </a:p>
              <a:p>
                <a:pPr marL="0" indent="0" algn="r">
                  <a:spcBef>
                    <a:spcPts val="450"/>
                  </a:spcBef>
                  <a:buNone/>
                </a:pPr>
                <a:r>
                  <a:rPr lang="es-ES" sz="825">
                    <a:solidFill>
                      <a:srgbClr val="0D0E0F"/>
                    </a:solidFill>
                    <a:latin typeface="Outfit" pitchFamily="2" charset="0"/>
                  </a:rPr>
                  <a:t>3.480,00 €</a:t>
                </a:r>
              </a:p>
            </p:txBody>
          </p:sp>
          <p:cxnSp>
            <p:nvCxnSpPr>
              <p:cNvPr id="21" name="Conector recto 20">
                <a:extLst>
                  <a:ext uri="{FF2B5EF4-FFF2-40B4-BE49-F238E27FC236}">
                    <a16:creationId xmlns:a16="http://schemas.microsoft.com/office/drawing/2014/main" id="{97F4F492-436B-1791-56CE-C25D0EA2E083}"/>
                  </a:ext>
                </a:extLst>
              </p:cNvPr>
              <p:cNvCxnSpPr>
                <a:cxnSpLocks/>
              </p:cNvCxnSpPr>
              <p:nvPr/>
            </p:nvCxnSpPr>
            <p:spPr>
              <a:xfrm>
                <a:off x="783542" y="1003199"/>
                <a:ext cx="3939460" cy="0"/>
              </a:xfrm>
              <a:prstGeom prst="line">
                <a:avLst/>
              </a:prstGeom>
              <a:ln w="12700" cap="flat" cmpd="sng" algn="ctr">
                <a:solidFill>
                  <a:srgbClr val="326FFF"/>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2" name="Marcador de texto 38">
              <a:extLst>
                <a:ext uri="{FF2B5EF4-FFF2-40B4-BE49-F238E27FC236}">
                  <a16:creationId xmlns:a16="http://schemas.microsoft.com/office/drawing/2014/main" id="{1DC775F4-1147-FE03-C888-B4F42C118B38}"/>
                </a:ext>
              </a:extLst>
            </p:cNvPr>
            <p:cNvSpPr txBox="1">
              <a:spLocks/>
            </p:cNvSpPr>
            <p:nvPr/>
          </p:nvSpPr>
          <p:spPr>
            <a:xfrm>
              <a:off x="3528067" y="3205565"/>
              <a:ext cx="1271552" cy="1502112"/>
            </a:xfrm>
            <a:prstGeom prst="rect">
              <a:avLst/>
            </a:prstGeom>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spcBef>
                  <a:spcPts val="450"/>
                </a:spcBef>
                <a:spcAft>
                  <a:spcPts val="450"/>
                </a:spcAft>
                <a:buNone/>
              </a:pPr>
              <a:r>
                <a:rPr lang="es-ES" sz="825" b="1">
                  <a:solidFill>
                    <a:srgbClr val="0D0E0F"/>
                  </a:solidFill>
                  <a:latin typeface="Outfit" pitchFamily="2" charset="0"/>
                </a:rPr>
                <a:t>Tarifa / Día</a:t>
              </a:r>
            </a:p>
            <a:p>
              <a:pPr marL="0" indent="0" algn="ctr">
                <a:spcBef>
                  <a:spcPts val="450"/>
                </a:spcBef>
                <a:buClr>
                  <a:srgbClr val="3D5AFE"/>
                </a:buClr>
                <a:buNone/>
              </a:pPr>
              <a:r>
                <a:rPr lang="es-ES" sz="825">
                  <a:solidFill>
                    <a:srgbClr val="0D0E0F"/>
                  </a:solidFill>
                  <a:latin typeface="Outfit" pitchFamily="2" charset="0"/>
                </a:rPr>
                <a:t>580 €</a:t>
              </a:r>
            </a:p>
            <a:p>
              <a:pPr marL="0" indent="0" algn="ctr">
                <a:spcBef>
                  <a:spcPts val="450"/>
                </a:spcBef>
                <a:buClr>
                  <a:srgbClr val="3D5AFE"/>
                </a:buClr>
                <a:buNone/>
              </a:pPr>
              <a:r>
                <a:rPr lang="es-ES" sz="825">
                  <a:solidFill>
                    <a:srgbClr val="0D0E0F"/>
                  </a:solidFill>
                  <a:latin typeface="Outfit" pitchFamily="2" charset="0"/>
                </a:rPr>
                <a:t>580 €</a:t>
              </a:r>
            </a:p>
            <a:p>
              <a:pPr marL="0" indent="0" algn="ctr">
                <a:spcBef>
                  <a:spcPts val="450"/>
                </a:spcBef>
                <a:buClr>
                  <a:srgbClr val="3D5AFE"/>
                </a:buClr>
                <a:buNone/>
              </a:pPr>
              <a:r>
                <a:rPr lang="es-ES" sz="825">
                  <a:solidFill>
                    <a:srgbClr val="0D0E0F"/>
                  </a:solidFill>
                  <a:latin typeface="Outfit" pitchFamily="2" charset="0"/>
                </a:rPr>
                <a:t>580 €</a:t>
              </a:r>
            </a:p>
          </p:txBody>
        </p:sp>
        <p:sp>
          <p:nvSpPr>
            <p:cNvPr id="23" name="Marcador de texto 38">
              <a:extLst>
                <a:ext uri="{FF2B5EF4-FFF2-40B4-BE49-F238E27FC236}">
                  <a16:creationId xmlns:a16="http://schemas.microsoft.com/office/drawing/2014/main" id="{02E2B945-3EC6-BCD6-7AD3-787BA123161B}"/>
                </a:ext>
              </a:extLst>
            </p:cNvPr>
            <p:cNvSpPr txBox="1">
              <a:spLocks/>
            </p:cNvSpPr>
            <p:nvPr/>
          </p:nvSpPr>
          <p:spPr>
            <a:xfrm>
              <a:off x="4627689" y="3205564"/>
              <a:ext cx="1271552" cy="1502112"/>
            </a:xfrm>
            <a:prstGeom prst="rect">
              <a:avLst/>
            </a:prstGeom>
          </p:spPr>
          <p:txBody>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indent="0" algn="ctr">
                <a:spcBef>
                  <a:spcPts val="450"/>
                </a:spcBef>
                <a:spcAft>
                  <a:spcPts val="450"/>
                </a:spcAft>
                <a:buNone/>
              </a:pPr>
              <a:r>
                <a:rPr lang="es-ES" sz="825" b="1">
                  <a:solidFill>
                    <a:srgbClr val="0D0E0F"/>
                  </a:solidFill>
                  <a:latin typeface="Outfit" pitchFamily="2" charset="0"/>
                </a:rPr>
                <a:t>Jornadas</a:t>
              </a:r>
            </a:p>
            <a:p>
              <a:pPr marL="0" indent="0" algn="ctr">
                <a:spcBef>
                  <a:spcPts val="450"/>
                </a:spcBef>
                <a:buClr>
                  <a:srgbClr val="3D5AFE"/>
                </a:buClr>
                <a:buNone/>
              </a:pPr>
              <a:r>
                <a:rPr lang="es-ES" sz="825">
                  <a:solidFill>
                    <a:srgbClr val="0D0E0F"/>
                  </a:solidFill>
                  <a:latin typeface="Outfit" pitchFamily="2" charset="0"/>
                </a:rPr>
                <a:t>40</a:t>
              </a:r>
            </a:p>
            <a:p>
              <a:pPr marL="0" indent="0" algn="ctr">
                <a:spcBef>
                  <a:spcPts val="450"/>
                </a:spcBef>
                <a:buClr>
                  <a:srgbClr val="3D5AFE"/>
                </a:buClr>
                <a:buNone/>
              </a:pPr>
              <a:r>
                <a:rPr lang="es-ES" sz="825">
                  <a:solidFill>
                    <a:srgbClr val="0D0E0F"/>
                  </a:solidFill>
                  <a:latin typeface="Outfit" pitchFamily="2" charset="0"/>
                </a:rPr>
                <a:t>40</a:t>
              </a:r>
            </a:p>
            <a:p>
              <a:pPr marL="0" indent="0" algn="ctr">
                <a:spcBef>
                  <a:spcPts val="450"/>
                </a:spcBef>
                <a:buClr>
                  <a:srgbClr val="3D5AFE"/>
                </a:buClr>
                <a:buNone/>
              </a:pPr>
              <a:r>
                <a:rPr lang="es-ES" sz="825">
                  <a:solidFill>
                    <a:srgbClr val="0D0E0F"/>
                  </a:solidFill>
                  <a:latin typeface="Outfit" pitchFamily="2" charset="0"/>
                </a:rPr>
                <a:t>6</a:t>
              </a:r>
            </a:p>
          </p:txBody>
        </p:sp>
      </p:grpSp>
      <p:sp>
        <p:nvSpPr>
          <p:cNvPr id="25" name="Rectángulo 24">
            <a:extLst>
              <a:ext uri="{FF2B5EF4-FFF2-40B4-BE49-F238E27FC236}">
                <a16:creationId xmlns:a16="http://schemas.microsoft.com/office/drawing/2014/main" id="{6E100ECC-A572-8C74-A05B-1E4CF7CA67D2}"/>
              </a:ext>
            </a:extLst>
          </p:cNvPr>
          <p:cNvSpPr/>
          <p:nvPr/>
        </p:nvSpPr>
        <p:spPr>
          <a:xfrm>
            <a:off x="5710953" y="2248839"/>
            <a:ext cx="2980828" cy="2511449"/>
          </a:xfrm>
          <a:prstGeom prst="rect">
            <a:avLst/>
          </a:prstGeom>
          <a:solidFill>
            <a:srgbClr val="3D5A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s-ES" sz="1013"/>
          </a:p>
        </p:txBody>
      </p:sp>
      <p:sp>
        <p:nvSpPr>
          <p:cNvPr id="26" name="CuadroTexto 25">
            <a:extLst>
              <a:ext uri="{FF2B5EF4-FFF2-40B4-BE49-F238E27FC236}">
                <a16:creationId xmlns:a16="http://schemas.microsoft.com/office/drawing/2014/main" id="{52537404-7CC2-D405-12E5-4082397CE957}"/>
              </a:ext>
            </a:extLst>
          </p:cNvPr>
          <p:cNvSpPr txBox="1"/>
          <p:nvPr/>
        </p:nvSpPr>
        <p:spPr>
          <a:xfrm>
            <a:off x="5901985" y="2418729"/>
            <a:ext cx="2617748" cy="1997983"/>
          </a:xfrm>
          <a:prstGeom prst="rect">
            <a:avLst/>
          </a:prstGeom>
          <a:noFill/>
          <a:ln>
            <a:noFill/>
          </a:ln>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spcBef>
                <a:spcPts val="450"/>
              </a:spcBef>
              <a:buClr>
                <a:schemeClr val="bg2"/>
              </a:buClr>
              <a:buNone/>
            </a:pPr>
            <a:r>
              <a:rPr lang="es-ES" sz="825">
                <a:solidFill>
                  <a:srgbClr val="FFFFFF"/>
                </a:solidFill>
                <a:latin typeface="Outfit" pitchFamily="2" charset="0"/>
              </a:rPr>
              <a:t>En nuestra aproximación '</a:t>
            </a:r>
            <a:r>
              <a:rPr lang="es-ES" sz="825" err="1">
                <a:solidFill>
                  <a:srgbClr val="FFFFFF"/>
                </a:solidFill>
                <a:latin typeface="Outfit" pitchFamily="2" charset="0"/>
              </a:rPr>
              <a:t>time&amp;materials</a:t>
            </a:r>
            <a:r>
              <a:rPr lang="es-ES" sz="825">
                <a:solidFill>
                  <a:srgbClr val="FFFFFF"/>
                </a:solidFill>
                <a:latin typeface="Outfit" pitchFamily="2" charset="0"/>
              </a:rPr>
              <a:t>’ nos comprometemos a entregar resultados de calidad y a mantener una comunicación abierta para asegurarnos de que sus expectativas se cumplan en cada etapa del proceso, minimizando los cambios en el presupuesto.</a:t>
            </a:r>
          </a:p>
          <a:p>
            <a:pPr>
              <a:spcBef>
                <a:spcPts val="450"/>
              </a:spcBef>
              <a:buClr>
                <a:schemeClr val="bg2"/>
              </a:buClr>
              <a:buNone/>
            </a:pPr>
            <a:endParaRPr lang="es-ES" sz="825">
              <a:solidFill>
                <a:srgbClr val="FFFFFF"/>
              </a:solidFill>
              <a:latin typeface="Outfit" pitchFamily="2" charset="0"/>
            </a:endParaRPr>
          </a:p>
          <a:p>
            <a:pPr>
              <a:spcBef>
                <a:spcPts val="450"/>
              </a:spcBef>
              <a:buClr>
                <a:schemeClr val="bg2"/>
              </a:buClr>
              <a:buNone/>
            </a:pPr>
            <a:r>
              <a:rPr lang="es-ES" sz="825">
                <a:solidFill>
                  <a:srgbClr val="FFFFFF"/>
                </a:solidFill>
                <a:latin typeface="Outfit" pitchFamily="2" charset="0"/>
              </a:rPr>
              <a:t>Nos comprometemos a proporcionar el mayor valor posible dentro del presupuesto acordado, priorizando las características más importantes según las necesidades que usted establezca. Entregaremos de manera iterativa e incremental soluciones funcionales que reflejan continuamente sus prioridades, garantizando así resultados tangibles y de alto impacto en cada entrega con el presupuesto disponible.</a:t>
            </a:r>
          </a:p>
        </p:txBody>
      </p:sp>
    </p:spTree>
    <p:custDataLst>
      <p:tags r:id="rId1"/>
    </p:custDataLst>
    <p:extLst>
      <p:ext uri="{BB962C8B-B14F-4D97-AF65-F5344CB8AC3E}">
        <p14:creationId xmlns:p14="http://schemas.microsoft.com/office/powerpoint/2010/main" val="3271118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Shape 1"/>
          <p:cNvSpPr/>
          <p:nvPr/>
        </p:nvSpPr>
        <p:spPr>
          <a:xfrm>
            <a:off x="457200" y="411480"/>
            <a:ext cx="320040" cy="36576"/>
          </a:xfrm>
          <a:prstGeom prst="rect">
            <a:avLst/>
          </a:prstGeom>
          <a:solidFill>
            <a:srgbClr val="3D5AFE"/>
          </a:solidFill>
          <a:ln w="12700">
            <a:solidFill>
              <a:srgbClr val="3D5AFE"/>
            </a:solidFill>
            <a:prstDash val="solid"/>
          </a:ln>
        </p:spPr>
        <p:txBody>
          <a:bodyPr/>
          <a:lstStyle/>
          <a:p>
            <a:endParaRPr lang="en-ES"/>
          </a:p>
        </p:txBody>
      </p:sp>
      <p:sp>
        <p:nvSpPr>
          <p:cNvPr id="4" name="Text 2"/>
          <p:cNvSpPr/>
          <p:nvPr/>
        </p:nvSpPr>
        <p:spPr>
          <a:xfrm>
            <a:off x="457200" y="502920"/>
            <a:ext cx="5486400" cy="256032"/>
          </a:xfrm>
          <a:prstGeom prst="rect">
            <a:avLst/>
          </a:prstGeom>
          <a:noFill/>
          <a:ln/>
        </p:spPr>
        <p:txBody>
          <a:bodyPr wrap="square" lIns="0" tIns="0" rIns="0" bIns="0" rtlCol="0" anchor="t"/>
          <a:lstStyle/>
          <a:p>
            <a:pPr marL="0" indent="0">
              <a:buNone/>
            </a:pPr>
            <a:r>
              <a:rPr lang="en-US" sz="1000" b="1" kern="0" spc="400">
                <a:solidFill>
                  <a:srgbClr val="3D5AFE"/>
                </a:solidFill>
                <a:latin typeface="Open Sans" pitchFamily="34" charset="0"/>
                <a:ea typeface="Open Sans" pitchFamily="34" charset="-122"/>
                <a:cs typeface="Open Sans" pitchFamily="34" charset="-120"/>
              </a:rPr>
              <a:t>TABLA DE TARIFAS POR PERFILES</a:t>
            </a:r>
            <a:endParaRPr lang="en-US" sz="1000"/>
          </a:p>
        </p:txBody>
      </p:sp>
      <p:sp>
        <p:nvSpPr>
          <p:cNvPr id="5" name="Text 3"/>
          <p:cNvSpPr/>
          <p:nvPr/>
        </p:nvSpPr>
        <p:spPr>
          <a:xfrm>
            <a:off x="457200" y="868680"/>
            <a:ext cx="8229600" cy="640080"/>
          </a:xfrm>
          <a:prstGeom prst="rect">
            <a:avLst/>
          </a:prstGeom>
          <a:noFill/>
          <a:ln/>
        </p:spPr>
        <p:txBody>
          <a:bodyPr wrap="square" lIns="0" tIns="0" rIns="0" bIns="0" rtlCol="0" anchor="t"/>
          <a:lstStyle/>
          <a:p>
            <a:pPr marL="0" indent="0">
              <a:buNone/>
            </a:pPr>
            <a:r>
              <a:rPr lang="en-US" sz="2800" b="1">
                <a:solidFill>
                  <a:srgbClr val="1A1A2E"/>
                </a:solidFill>
                <a:latin typeface="Outfit" pitchFamily="34" charset="0"/>
                <a:ea typeface="Open Sans" pitchFamily="34" charset="-122"/>
                <a:cs typeface="Open Sans" pitchFamily="34" charset="-120"/>
              </a:rPr>
              <a:t>Según volumen y duración</a:t>
            </a:r>
            <a:endParaRPr lang="en-US" sz="280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8229600" cy="3017520"/>
        </p:xfrm>
        <a:graphic>
          <a:graphicData uri="http://schemas.openxmlformats.org/drawingml/2006/table">
            <a:tbl>
              <a:tblPr/>
              <a:tblGrid>
                <a:gridCol w="34747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tblGrid>
              <a:tr h="274320">
                <a:tc>
                  <a:txBody>
                    <a:bodyPr/>
                    <a:lstStyle/>
                    <a:p>
                      <a:pPr marL="0" indent="0" algn="l">
                        <a:buNone/>
                      </a:pPr>
                      <a:r>
                        <a:rPr lang="en-US" sz="900" b="1">
                          <a:solidFill>
                            <a:srgbClr val="FFFFFF"/>
                          </a:solidFill>
                          <a:latin typeface="Open Sans" pitchFamily="34" charset="0"/>
                          <a:ea typeface="Open Sans" pitchFamily="34" charset="-122"/>
                          <a:cs typeface="Open Sans" pitchFamily="34" charset="-120"/>
                        </a:rPr>
                        <a:t>Perfiles</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3D5AFE"/>
                    </a:solidFill>
                  </a:tcPr>
                </a:tc>
                <a:tc>
                  <a:txBody>
                    <a:bodyPr/>
                    <a:lstStyle/>
                    <a:p>
                      <a:pPr marL="0" indent="0" algn="ctr">
                        <a:buNone/>
                      </a:pPr>
                      <a:r>
                        <a:rPr lang="en-US" sz="900" b="1">
                          <a:solidFill>
                            <a:srgbClr val="FFFFFF"/>
                          </a:solidFill>
                          <a:latin typeface="Open Sans" pitchFamily="34" charset="0"/>
                          <a:ea typeface="Open Sans" pitchFamily="34" charset="-122"/>
                          <a:cs typeface="Open Sans" pitchFamily="34" charset="-120"/>
                        </a:rPr>
                        <a:t>Tarifa / jornada</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3D5AFE"/>
                    </a:solidFill>
                  </a:tcPr>
                </a:tc>
                <a:tc>
                  <a:txBody>
                    <a:bodyPr/>
                    <a:lstStyle/>
                    <a:p>
                      <a:pPr marL="0" indent="0" algn="ctr">
                        <a:buNone/>
                      </a:pPr>
                      <a:r>
                        <a:rPr lang="en-US" sz="900" b="1">
                          <a:solidFill>
                            <a:srgbClr val="FFFFFF"/>
                          </a:solidFill>
                          <a:latin typeface="Open Sans" pitchFamily="34" charset="0"/>
                          <a:ea typeface="Open Sans" pitchFamily="34" charset="-122"/>
                          <a:cs typeface="Open Sans" pitchFamily="34" charset="-120"/>
                        </a:rPr>
                        <a:t>Equipos 2-5p · ≥3 meses</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3D5AFE"/>
                    </a:solidFill>
                  </a:tcPr>
                </a:tc>
                <a:tc>
                  <a:txBody>
                    <a:bodyPr/>
                    <a:lstStyle/>
                    <a:p>
                      <a:pPr marL="0" indent="0" algn="ctr">
                        <a:buNone/>
                      </a:pPr>
                      <a:r>
                        <a:rPr lang="en-US" sz="900" b="1">
                          <a:solidFill>
                            <a:srgbClr val="FFFFFF"/>
                          </a:solidFill>
                          <a:latin typeface="Open Sans" pitchFamily="34" charset="0"/>
                          <a:ea typeface="Open Sans" pitchFamily="34" charset="-122"/>
                          <a:cs typeface="Open Sans" pitchFamily="34" charset="-120"/>
                        </a:rPr>
                        <a:t>Equipos ≥6p · ≥6 meses</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3D5AFE"/>
                    </a:solidFill>
                  </a:tcPr>
                </a:tc>
                <a:extLst>
                  <a:ext uri="{0D108BD9-81ED-4DB2-BD59-A6C34878D82A}">
                    <a16:rowId xmlns:a16="http://schemas.microsoft.com/office/drawing/2014/main" val="10000"/>
                  </a:ext>
                </a:extLst>
              </a:tr>
              <a:tr h="274320">
                <a:tc>
                  <a:txBody>
                    <a:bodyPr/>
                    <a:lstStyle/>
                    <a:p>
                      <a:pPr marL="0" indent="0" algn="l">
                        <a:buNone/>
                      </a:pPr>
                      <a:r>
                        <a:rPr lang="en-US" sz="900" b="1">
                          <a:solidFill>
                            <a:srgbClr val="1A1A2E"/>
                          </a:solidFill>
                          <a:latin typeface="Open Sans" pitchFamily="34" charset="0"/>
                          <a:ea typeface="Open Sans" pitchFamily="34" charset="-122"/>
                          <a:cs typeface="Open Sans" pitchFamily="34" charset="-120"/>
                        </a:rPr>
                        <a:t>Dev/Mobile/Data/Cloud — Architect/Consultant</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tc>
                  <a:txBody>
                    <a:bodyPr/>
                    <a:lstStyle/>
                    <a:p>
                      <a:pPr marL="0" indent="0" algn="ctr">
                        <a:buNone/>
                      </a:pPr>
                      <a:r>
                        <a:rPr lang="en-US" sz="900">
                          <a:solidFill>
                            <a:srgbClr val="1A1A2E"/>
                          </a:solidFill>
                          <a:latin typeface="Open Sans" pitchFamily="34" charset="0"/>
                          <a:ea typeface="Open Sans" pitchFamily="34" charset="-122"/>
                          <a:cs typeface="Open Sans" pitchFamily="34" charset="-120"/>
                        </a:rPr>
                        <a:t>640 €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tc>
                  <a:txBody>
                    <a:bodyPr/>
                    <a:lstStyle/>
                    <a:p>
                      <a:pPr marL="0" indent="0" algn="ctr">
                        <a:buNone/>
                      </a:pPr>
                      <a:r>
                        <a:rPr lang="en-US" sz="900">
                          <a:solidFill>
                            <a:srgbClr val="1A1A2E"/>
                          </a:solidFill>
                          <a:latin typeface="Open Sans" pitchFamily="34" charset="0"/>
                          <a:ea typeface="Open Sans" pitchFamily="34" charset="-122"/>
                          <a:cs typeface="Open Sans" pitchFamily="34" charset="-120"/>
                        </a:rPr>
                        <a:t>620 €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tc>
                  <a:txBody>
                    <a:bodyPr/>
                    <a:lstStyle/>
                    <a:p>
                      <a:pPr marL="0" indent="0" algn="ctr">
                        <a:buNone/>
                      </a:pPr>
                      <a:r>
                        <a:rPr lang="en-US" sz="900" b="1">
                          <a:solidFill>
                            <a:srgbClr val="3D5AFE"/>
                          </a:solidFill>
                          <a:latin typeface="Open Sans" pitchFamily="34" charset="0"/>
                          <a:ea typeface="Open Sans" pitchFamily="34" charset="-122"/>
                          <a:cs typeface="Open Sans" pitchFamily="34" charset="-120"/>
                        </a:rPr>
                        <a:t>560 €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extLst>
                  <a:ext uri="{0D108BD9-81ED-4DB2-BD59-A6C34878D82A}">
                    <a16:rowId xmlns:a16="http://schemas.microsoft.com/office/drawing/2014/main" val="10001"/>
                  </a:ext>
                </a:extLst>
              </a:tr>
              <a:tr h="274320">
                <a:tc>
                  <a:txBody>
                    <a:bodyPr/>
                    <a:lstStyle/>
                    <a:p>
                      <a:pPr marL="0" indent="0" algn="l">
                        <a:buNone/>
                      </a:pPr>
                      <a:r>
                        <a:rPr lang="en-US" sz="900" b="1">
                          <a:solidFill>
                            <a:srgbClr val="1A1A2E"/>
                          </a:solidFill>
                          <a:latin typeface="Open Sans" pitchFamily="34" charset="0"/>
                          <a:ea typeface="Open Sans" pitchFamily="34" charset="-122"/>
                          <a:cs typeface="Open Sans" pitchFamily="34" charset="-120"/>
                        </a:rPr>
                        <a:t>Dev/Mobile/Data/Cloud — Senior</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tc>
                  <a:txBody>
                    <a:bodyPr/>
                    <a:lstStyle/>
                    <a:p>
                      <a:pPr marL="0" indent="0" algn="ctr">
                        <a:buNone/>
                      </a:pPr>
                      <a:r>
                        <a:rPr lang="en-US" sz="900">
                          <a:solidFill>
                            <a:srgbClr val="1A1A2E"/>
                          </a:solidFill>
                          <a:latin typeface="Open Sans" pitchFamily="34" charset="0"/>
                          <a:ea typeface="Open Sans" pitchFamily="34" charset="-122"/>
                          <a:cs typeface="Open Sans" pitchFamily="34" charset="-120"/>
                        </a:rPr>
                        <a:t>580 €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tc>
                  <a:txBody>
                    <a:bodyPr/>
                    <a:lstStyle/>
                    <a:p>
                      <a:pPr marL="0" indent="0" algn="ctr">
                        <a:buNone/>
                      </a:pPr>
                      <a:r>
                        <a:rPr lang="en-US" sz="900">
                          <a:solidFill>
                            <a:srgbClr val="1A1A2E"/>
                          </a:solidFill>
                          <a:latin typeface="Open Sans" pitchFamily="34" charset="0"/>
                          <a:ea typeface="Open Sans" pitchFamily="34" charset="-122"/>
                          <a:cs typeface="Open Sans" pitchFamily="34" charset="-120"/>
                        </a:rPr>
                        <a:t>560 €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tc>
                  <a:txBody>
                    <a:bodyPr/>
                    <a:lstStyle/>
                    <a:p>
                      <a:pPr marL="0" indent="0" algn="ctr">
                        <a:buNone/>
                      </a:pPr>
                      <a:r>
                        <a:rPr lang="en-US" sz="900" b="1">
                          <a:solidFill>
                            <a:srgbClr val="3D5AFE"/>
                          </a:solidFill>
                          <a:latin typeface="Open Sans" pitchFamily="34" charset="0"/>
                          <a:ea typeface="Open Sans" pitchFamily="34" charset="-122"/>
                          <a:cs typeface="Open Sans" pitchFamily="34" charset="-120"/>
                        </a:rPr>
                        <a:t>520 €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lgn="l">
                        <a:buNone/>
                      </a:pPr>
                      <a:r>
                        <a:rPr lang="en-US" sz="900" b="1">
                          <a:solidFill>
                            <a:srgbClr val="1A1A2E"/>
                          </a:solidFill>
                          <a:latin typeface="Open Sans" pitchFamily="34" charset="0"/>
                          <a:ea typeface="Open Sans" pitchFamily="34" charset="-122"/>
                          <a:cs typeface="Open Sans" pitchFamily="34" charset="-120"/>
                        </a:rPr>
                        <a:t>Dev/Mobile/Data/Cloud — Mid</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tc>
                  <a:txBody>
                    <a:bodyPr/>
                    <a:lstStyle/>
                    <a:p>
                      <a:pPr marL="0" indent="0" algn="ctr">
                        <a:buNone/>
                      </a:pPr>
                      <a:r>
                        <a:rPr lang="en-US" sz="900">
                          <a:solidFill>
                            <a:srgbClr val="1A1A2E"/>
                          </a:solidFill>
                          <a:latin typeface="Open Sans" pitchFamily="34" charset="0"/>
                          <a:ea typeface="Open Sans" pitchFamily="34" charset="-122"/>
                          <a:cs typeface="Open Sans" pitchFamily="34" charset="-120"/>
                        </a:rPr>
                        <a:t>540 €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tc>
                  <a:txBody>
                    <a:bodyPr/>
                    <a:lstStyle/>
                    <a:p>
                      <a:pPr marL="0" indent="0" algn="ctr">
                        <a:buNone/>
                      </a:pPr>
                      <a:r>
                        <a:rPr lang="en-US" sz="900">
                          <a:solidFill>
                            <a:srgbClr val="1A1A2E"/>
                          </a:solidFill>
                          <a:latin typeface="Open Sans" pitchFamily="34" charset="0"/>
                          <a:ea typeface="Open Sans" pitchFamily="34" charset="-122"/>
                          <a:cs typeface="Open Sans" pitchFamily="34" charset="-120"/>
                        </a:rPr>
                        <a:t>500 €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tc>
                  <a:txBody>
                    <a:bodyPr/>
                    <a:lstStyle/>
                    <a:p>
                      <a:pPr marL="0" indent="0" algn="ctr">
                        <a:buNone/>
                      </a:pPr>
                      <a:r>
                        <a:rPr lang="en-US" sz="900" b="1">
                          <a:solidFill>
                            <a:srgbClr val="3D5AFE"/>
                          </a:solidFill>
                          <a:latin typeface="Open Sans" pitchFamily="34" charset="0"/>
                          <a:ea typeface="Open Sans" pitchFamily="34" charset="-122"/>
                          <a:cs typeface="Open Sans" pitchFamily="34" charset="-120"/>
                        </a:rPr>
                        <a:t>460 €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extLst>
                  <a:ext uri="{0D108BD9-81ED-4DB2-BD59-A6C34878D82A}">
                    <a16:rowId xmlns:a16="http://schemas.microsoft.com/office/drawing/2014/main" val="10003"/>
                  </a:ext>
                </a:extLst>
              </a:tr>
              <a:tr h="274320">
                <a:tc>
                  <a:txBody>
                    <a:bodyPr/>
                    <a:lstStyle/>
                    <a:p>
                      <a:pPr marL="0" indent="0" algn="l">
                        <a:buNone/>
                      </a:pPr>
                      <a:r>
                        <a:rPr lang="en-US" sz="900" b="1">
                          <a:solidFill>
                            <a:srgbClr val="1A1A2E"/>
                          </a:solidFill>
                          <a:latin typeface="Open Sans" pitchFamily="34" charset="0"/>
                          <a:ea typeface="Open Sans" pitchFamily="34" charset="-122"/>
                          <a:cs typeface="Open Sans" pitchFamily="34" charset="-120"/>
                        </a:rPr>
                        <a:t>Dev/Mobile/Data/Cloud — Potential</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tc>
                  <a:txBody>
                    <a:bodyPr/>
                    <a:lstStyle/>
                    <a:p>
                      <a:pPr marL="0" indent="0" algn="ctr">
                        <a:buNone/>
                      </a:pPr>
                      <a:r>
                        <a:rPr lang="en-US" sz="900">
                          <a:solidFill>
                            <a:srgbClr val="1A1A2E"/>
                          </a:solidFill>
                          <a:latin typeface="Open Sans" pitchFamily="34" charset="0"/>
                          <a:ea typeface="Open Sans" pitchFamily="34" charset="-122"/>
                          <a:cs typeface="Open Sans" pitchFamily="34" charset="-120"/>
                        </a:rPr>
                        <a:t>420 €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tc>
                  <a:txBody>
                    <a:bodyPr/>
                    <a:lstStyle/>
                    <a:p>
                      <a:pPr marL="0" indent="0" algn="ctr">
                        <a:buNone/>
                      </a:pPr>
                      <a:r>
                        <a:rPr lang="en-US" sz="900">
                          <a:solidFill>
                            <a:srgbClr val="1A1A2E"/>
                          </a:solidFill>
                          <a:latin typeface="Open Sans" pitchFamily="34" charset="0"/>
                          <a:ea typeface="Open Sans" pitchFamily="34" charset="-122"/>
                          <a:cs typeface="Open Sans" pitchFamily="34" charset="-120"/>
                        </a:rPr>
                        <a:t>360 €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tc>
                  <a:txBody>
                    <a:bodyPr/>
                    <a:lstStyle/>
                    <a:p>
                      <a:pPr marL="0" indent="0" algn="ctr">
                        <a:buNone/>
                      </a:pPr>
                      <a:r>
                        <a:rPr lang="en-US" sz="900" b="1">
                          <a:solidFill>
                            <a:srgbClr val="3D5AFE"/>
                          </a:solidFill>
                          <a:latin typeface="Open Sans" pitchFamily="34" charset="0"/>
                          <a:ea typeface="Open Sans" pitchFamily="34" charset="-122"/>
                          <a:cs typeface="Open Sans" pitchFamily="34" charset="-120"/>
                        </a:rPr>
                        <a:t>320 €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lgn="l">
                        <a:buNone/>
                      </a:pPr>
                      <a:r>
                        <a:rPr lang="en-US" sz="900" b="1">
                          <a:solidFill>
                            <a:srgbClr val="1A1A2E"/>
                          </a:solidFill>
                          <a:latin typeface="Open Sans" pitchFamily="34" charset="0"/>
                          <a:ea typeface="Open Sans" pitchFamily="34" charset="-122"/>
                          <a:cs typeface="Open Sans" pitchFamily="34" charset="-120"/>
                        </a:rPr>
                        <a:t>Engineering Manager</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tc>
                  <a:txBody>
                    <a:bodyPr/>
                    <a:lstStyle/>
                    <a:p>
                      <a:pPr marL="0" indent="0" algn="ctr">
                        <a:buNone/>
                      </a:pPr>
                      <a:r>
                        <a:rPr lang="en-US" sz="900">
                          <a:solidFill>
                            <a:srgbClr val="1A1A2E"/>
                          </a:solidFill>
                          <a:latin typeface="Open Sans" pitchFamily="34" charset="0"/>
                          <a:ea typeface="Open Sans" pitchFamily="34" charset="-122"/>
                          <a:cs typeface="Open Sans" pitchFamily="34" charset="-120"/>
                        </a:rPr>
                        <a:t>580 €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tc>
                  <a:txBody>
                    <a:bodyPr/>
                    <a:lstStyle/>
                    <a:p>
                      <a:pPr marL="0" indent="0" algn="ctr">
                        <a:buNone/>
                      </a:pPr>
                      <a:r>
                        <a:rPr lang="en-US" sz="900">
                          <a:solidFill>
                            <a:srgbClr val="1A1A2E"/>
                          </a:solidFill>
                          <a:latin typeface="Open Sans" pitchFamily="34" charset="0"/>
                          <a:ea typeface="Open Sans" pitchFamily="34" charset="-122"/>
                          <a:cs typeface="Open Sans" pitchFamily="34" charset="-120"/>
                        </a:rPr>
                        <a:t>560 €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tc>
                  <a:txBody>
                    <a:bodyPr/>
                    <a:lstStyle/>
                    <a:p>
                      <a:pPr marL="0" indent="0" algn="ctr">
                        <a:buNone/>
                      </a:pPr>
                      <a:r>
                        <a:rPr lang="en-US" sz="900" b="1">
                          <a:solidFill>
                            <a:srgbClr val="3D5AFE"/>
                          </a:solidFill>
                          <a:latin typeface="Open Sans" pitchFamily="34" charset="0"/>
                          <a:ea typeface="Open Sans" pitchFamily="34" charset="-122"/>
                          <a:cs typeface="Open Sans" pitchFamily="34" charset="-120"/>
                        </a:rPr>
                        <a:t>520 €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extLst>
                  <a:ext uri="{0D108BD9-81ED-4DB2-BD59-A6C34878D82A}">
                    <a16:rowId xmlns:a16="http://schemas.microsoft.com/office/drawing/2014/main" val="10005"/>
                  </a:ext>
                </a:extLst>
              </a:tr>
              <a:tr h="274320">
                <a:tc>
                  <a:txBody>
                    <a:bodyPr/>
                    <a:lstStyle/>
                    <a:p>
                      <a:pPr marL="0" indent="0" algn="l">
                        <a:buNone/>
                      </a:pPr>
                      <a:r>
                        <a:rPr lang="en-US" sz="900" b="1">
                          <a:solidFill>
                            <a:srgbClr val="1A1A2E"/>
                          </a:solidFill>
                          <a:latin typeface="Open Sans" pitchFamily="34" charset="0"/>
                          <a:ea typeface="Open Sans" pitchFamily="34" charset="-122"/>
                          <a:cs typeface="Open Sans" pitchFamily="34" charset="-120"/>
                        </a:rPr>
                        <a:t>Product Owners</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tc>
                  <a:txBody>
                    <a:bodyPr/>
                    <a:lstStyle/>
                    <a:p>
                      <a:pPr marL="0" indent="0" algn="ctr">
                        <a:buNone/>
                      </a:pPr>
                      <a:r>
                        <a:rPr lang="en-US" sz="900">
                          <a:solidFill>
                            <a:srgbClr val="1A1A2E"/>
                          </a:solidFill>
                          <a:latin typeface="Open Sans" pitchFamily="34" charset="0"/>
                          <a:ea typeface="Open Sans" pitchFamily="34" charset="-122"/>
                          <a:cs typeface="Open Sans" pitchFamily="34" charset="-120"/>
                        </a:rPr>
                        <a:t>580 €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tc>
                  <a:txBody>
                    <a:bodyPr/>
                    <a:lstStyle/>
                    <a:p>
                      <a:pPr marL="0" indent="0" algn="ctr">
                        <a:buNone/>
                      </a:pPr>
                      <a:r>
                        <a:rPr lang="en-US" sz="900">
                          <a:solidFill>
                            <a:srgbClr val="1A1A2E"/>
                          </a:solidFill>
                          <a:latin typeface="Open Sans" pitchFamily="34" charset="0"/>
                          <a:ea typeface="Open Sans" pitchFamily="34" charset="-122"/>
                          <a:cs typeface="Open Sans" pitchFamily="34" charset="-120"/>
                        </a:rPr>
                        <a:t>560 €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tc>
                  <a:txBody>
                    <a:bodyPr/>
                    <a:lstStyle/>
                    <a:p>
                      <a:pPr marL="0" indent="0" algn="ctr">
                        <a:buNone/>
                      </a:pPr>
                      <a:r>
                        <a:rPr lang="en-US" sz="900" b="1">
                          <a:solidFill>
                            <a:srgbClr val="3D5AFE"/>
                          </a:solidFill>
                          <a:latin typeface="Open Sans" pitchFamily="34" charset="0"/>
                          <a:ea typeface="Open Sans" pitchFamily="34" charset="-122"/>
                          <a:cs typeface="Open Sans" pitchFamily="34" charset="-120"/>
                        </a:rPr>
                        <a:t>520 €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4320">
                <a:tc>
                  <a:txBody>
                    <a:bodyPr/>
                    <a:lstStyle/>
                    <a:p>
                      <a:pPr marL="0" indent="0" algn="l">
                        <a:buNone/>
                      </a:pPr>
                      <a:r>
                        <a:rPr lang="en-US" sz="900" b="1">
                          <a:solidFill>
                            <a:srgbClr val="1A1A2E"/>
                          </a:solidFill>
                          <a:latin typeface="Open Sans" pitchFamily="34" charset="0"/>
                          <a:ea typeface="Open Sans" pitchFamily="34" charset="-122"/>
                          <a:cs typeface="Open Sans" pitchFamily="34" charset="-120"/>
                        </a:rPr>
                        <a:t>Product Managers</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tc>
                  <a:txBody>
                    <a:bodyPr/>
                    <a:lstStyle/>
                    <a:p>
                      <a:pPr marL="0" indent="0" algn="ctr">
                        <a:buNone/>
                      </a:pPr>
                      <a:r>
                        <a:rPr lang="en-US" sz="900">
                          <a:solidFill>
                            <a:srgbClr val="1A1A2E"/>
                          </a:solidFill>
                          <a:latin typeface="Open Sans" pitchFamily="34" charset="0"/>
                          <a:ea typeface="Open Sans" pitchFamily="34" charset="-122"/>
                          <a:cs typeface="Open Sans" pitchFamily="34" charset="-120"/>
                        </a:rPr>
                        <a:t>750 €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tc>
                  <a:txBody>
                    <a:bodyPr/>
                    <a:lstStyle/>
                    <a:p>
                      <a:pPr marL="0" indent="0" algn="ctr">
                        <a:buNone/>
                      </a:pPr>
                      <a:r>
                        <a:rPr lang="en-US" sz="900">
                          <a:solidFill>
                            <a:srgbClr val="1A1A2E"/>
                          </a:solidFill>
                          <a:latin typeface="Open Sans" pitchFamily="34" charset="0"/>
                          <a:ea typeface="Open Sans" pitchFamily="34" charset="-122"/>
                          <a:cs typeface="Open Sans" pitchFamily="34" charset="-120"/>
                        </a:rPr>
                        <a:t>700 €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tc>
                  <a:txBody>
                    <a:bodyPr/>
                    <a:lstStyle/>
                    <a:p>
                      <a:pPr marL="0" indent="0" algn="ctr">
                        <a:buNone/>
                      </a:pPr>
                      <a:r>
                        <a:rPr lang="en-US" sz="900" b="1">
                          <a:solidFill>
                            <a:srgbClr val="3D5AFE"/>
                          </a:solidFill>
                          <a:latin typeface="Open Sans" pitchFamily="34" charset="0"/>
                          <a:ea typeface="Open Sans" pitchFamily="34" charset="-122"/>
                          <a:cs typeface="Open Sans" pitchFamily="34" charset="-120"/>
                        </a:rPr>
                        <a:t>650 €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extLst>
                  <a:ext uri="{0D108BD9-81ED-4DB2-BD59-A6C34878D82A}">
                    <a16:rowId xmlns:a16="http://schemas.microsoft.com/office/drawing/2014/main" val="10007"/>
                  </a:ext>
                </a:extLst>
              </a:tr>
              <a:tr h="274320">
                <a:tc>
                  <a:txBody>
                    <a:bodyPr/>
                    <a:lstStyle/>
                    <a:p>
                      <a:pPr marL="0" indent="0" algn="l">
                        <a:buNone/>
                      </a:pPr>
                      <a:r>
                        <a:rPr lang="en-US" sz="900" b="1">
                          <a:solidFill>
                            <a:srgbClr val="1A1A2E"/>
                          </a:solidFill>
                          <a:latin typeface="Open Sans" pitchFamily="34" charset="0"/>
                          <a:ea typeface="Open Sans" pitchFamily="34" charset="-122"/>
                          <a:cs typeface="Open Sans" pitchFamily="34" charset="-120"/>
                        </a:rPr>
                        <a:t>UX/UI</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tc>
                  <a:txBody>
                    <a:bodyPr/>
                    <a:lstStyle/>
                    <a:p>
                      <a:pPr marL="0" indent="0" algn="ctr">
                        <a:buNone/>
                      </a:pPr>
                      <a:r>
                        <a:rPr lang="en-US" sz="900">
                          <a:solidFill>
                            <a:srgbClr val="1A1A2E"/>
                          </a:solidFill>
                          <a:latin typeface="Open Sans" pitchFamily="34" charset="0"/>
                          <a:ea typeface="Open Sans" pitchFamily="34" charset="-122"/>
                          <a:cs typeface="Open Sans" pitchFamily="34" charset="-120"/>
                        </a:rPr>
                        <a:t>500 €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tc>
                  <a:txBody>
                    <a:bodyPr/>
                    <a:lstStyle/>
                    <a:p>
                      <a:pPr marL="0" indent="0" algn="ctr">
                        <a:buNone/>
                      </a:pPr>
                      <a:r>
                        <a:rPr lang="en-US" sz="900">
                          <a:solidFill>
                            <a:srgbClr val="1A1A2E"/>
                          </a:solidFill>
                          <a:latin typeface="Open Sans" pitchFamily="34" charset="0"/>
                          <a:ea typeface="Open Sans" pitchFamily="34" charset="-122"/>
                          <a:cs typeface="Open Sans" pitchFamily="34" charset="-120"/>
                        </a:rPr>
                        <a:t>440 €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tc>
                  <a:txBody>
                    <a:bodyPr/>
                    <a:lstStyle/>
                    <a:p>
                      <a:pPr marL="0" indent="0" algn="ctr">
                        <a:buNone/>
                      </a:pPr>
                      <a:r>
                        <a:rPr lang="en-US" sz="900" b="1">
                          <a:solidFill>
                            <a:srgbClr val="3D5AFE"/>
                          </a:solidFill>
                          <a:latin typeface="Open Sans" pitchFamily="34" charset="0"/>
                          <a:ea typeface="Open Sans" pitchFamily="34" charset="-122"/>
                          <a:cs typeface="Open Sans" pitchFamily="34" charset="-120"/>
                        </a:rPr>
                        <a:t>400 €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74320">
                <a:tc>
                  <a:txBody>
                    <a:bodyPr/>
                    <a:lstStyle/>
                    <a:p>
                      <a:pPr marL="0" indent="0" algn="l">
                        <a:buNone/>
                      </a:pPr>
                      <a:r>
                        <a:rPr lang="en-US" sz="900" b="1">
                          <a:solidFill>
                            <a:srgbClr val="1A1A2E"/>
                          </a:solidFill>
                          <a:latin typeface="Open Sans" pitchFamily="34" charset="0"/>
                          <a:ea typeface="Open Sans" pitchFamily="34" charset="-122"/>
                          <a:cs typeface="Open Sans" pitchFamily="34" charset="-120"/>
                        </a:rPr>
                        <a:t>QA Engineers — Architects</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tc>
                  <a:txBody>
                    <a:bodyPr/>
                    <a:lstStyle/>
                    <a:p>
                      <a:pPr marL="0" indent="0" algn="ctr">
                        <a:buNone/>
                      </a:pPr>
                      <a:r>
                        <a:rPr lang="en-US" sz="900">
                          <a:solidFill>
                            <a:srgbClr val="1A1A2E"/>
                          </a:solidFill>
                          <a:latin typeface="Open Sans" pitchFamily="34" charset="0"/>
                          <a:ea typeface="Open Sans" pitchFamily="34" charset="-122"/>
                          <a:cs typeface="Open Sans" pitchFamily="34" charset="-120"/>
                        </a:rPr>
                        <a:t>580 €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tc>
                  <a:txBody>
                    <a:bodyPr/>
                    <a:lstStyle/>
                    <a:p>
                      <a:pPr marL="0" indent="0" algn="ctr">
                        <a:buNone/>
                      </a:pPr>
                      <a:r>
                        <a:rPr lang="en-US" sz="900">
                          <a:solidFill>
                            <a:srgbClr val="1A1A2E"/>
                          </a:solidFill>
                          <a:latin typeface="Open Sans" pitchFamily="34" charset="0"/>
                          <a:ea typeface="Open Sans" pitchFamily="34" charset="-122"/>
                          <a:cs typeface="Open Sans" pitchFamily="34" charset="-120"/>
                        </a:rPr>
                        <a:t>560 €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tc>
                  <a:txBody>
                    <a:bodyPr/>
                    <a:lstStyle/>
                    <a:p>
                      <a:pPr marL="0" indent="0" algn="ctr">
                        <a:buNone/>
                      </a:pPr>
                      <a:r>
                        <a:rPr lang="en-US" sz="900" b="1">
                          <a:solidFill>
                            <a:srgbClr val="3D5AFE"/>
                          </a:solidFill>
                          <a:latin typeface="Open Sans" pitchFamily="34" charset="0"/>
                          <a:ea typeface="Open Sans" pitchFamily="34" charset="-122"/>
                          <a:cs typeface="Open Sans" pitchFamily="34" charset="-120"/>
                        </a:rPr>
                        <a:t>520 €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2F3F7"/>
                    </a:solidFill>
                  </a:tcPr>
                </a:tc>
                <a:extLst>
                  <a:ext uri="{0D108BD9-81ED-4DB2-BD59-A6C34878D82A}">
                    <a16:rowId xmlns:a16="http://schemas.microsoft.com/office/drawing/2014/main" val="10009"/>
                  </a:ext>
                </a:extLst>
              </a:tr>
              <a:tr h="274320">
                <a:tc>
                  <a:txBody>
                    <a:bodyPr/>
                    <a:lstStyle/>
                    <a:p>
                      <a:pPr marL="0" indent="0" algn="l">
                        <a:buNone/>
                      </a:pPr>
                      <a:r>
                        <a:rPr lang="en-US" sz="900" b="1">
                          <a:solidFill>
                            <a:srgbClr val="1A1A2E"/>
                          </a:solidFill>
                          <a:latin typeface="Open Sans" pitchFamily="34" charset="0"/>
                          <a:ea typeface="Open Sans" pitchFamily="34" charset="-122"/>
                          <a:cs typeface="Open Sans" pitchFamily="34" charset="-120"/>
                        </a:rPr>
                        <a:t>QA Engineers (automation)</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tc>
                  <a:txBody>
                    <a:bodyPr/>
                    <a:lstStyle/>
                    <a:p>
                      <a:pPr marL="0" indent="0" algn="ctr">
                        <a:buNone/>
                      </a:pPr>
                      <a:r>
                        <a:rPr lang="en-US" sz="900">
                          <a:solidFill>
                            <a:srgbClr val="1A1A2E"/>
                          </a:solidFill>
                          <a:latin typeface="Open Sans" pitchFamily="34" charset="0"/>
                          <a:ea typeface="Open Sans" pitchFamily="34" charset="-122"/>
                          <a:cs typeface="Open Sans" pitchFamily="34" charset="-120"/>
                        </a:rPr>
                        <a:t>440 €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tc>
                  <a:txBody>
                    <a:bodyPr/>
                    <a:lstStyle/>
                    <a:p>
                      <a:pPr marL="0" indent="0" algn="ctr">
                        <a:buNone/>
                      </a:pPr>
                      <a:r>
                        <a:rPr lang="en-US" sz="900">
                          <a:solidFill>
                            <a:srgbClr val="1A1A2E"/>
                          </a:solidFill>
                          <a:latin typeface="Open Sans" pitchFamily="34" charset="0"/>
                          <a:ea typeface="Open Sans" pitchFamily="34" charset="-122"/>
                          <a:cs typeface="Open Sans" pitchFamily="34" charset="-120"/>
                        </a:rPr>
                        <a:t>400 €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tc>
                  <a:txBody>
                    <a:bodyPr/>
                    <a:lstStyle/>
                    <a:p>
                      <a:pPr marL="0" indent="0" algn="ctr">
                        <a:buNone/>
                      </a:pPr>
                      <a:r>
                        <a:rPr lang="en-US" sz="900" b="1">
                          <a:solidFill>
                            <a:srgbClr val="3D5AFE"/>
                          </a:solidFill>
                          <a:latin typeface="Open Sans" pitchFamily="34" charset="0"/>
                          <a:ea typeface="Open Sans" pitchFamily="34" charset="-122"/>
                          <a:cs typeface="Open Sans" pitchFamily="34" charset="-120"/>
                        </a:rPr>
                        <a:t>360 €</a:t>
                      </a:r>
                      <a:endParaRPr lang="en-US" sz="900">
                        <a:latin typeface="Open Sans" charset="0"/>
                        <a:ea typeface="Open Sans" charset="0"/>
                        <a:cs typeface="Open Sans" charset="0"/>
                      </a:endParaRPr>
                    </a:p>
                  </a:txBody>
                  <a:tcPr anchor="ctr">
                    <a:lnL w="6350" cap="flat" cmpd="sng" algn="ctr">
                      <a:solidFill>
                        <a:srgbClr val="F2F3F7"/>
                      </a:solidFill>
                      <a:prstDash val="solid"/>
                      <a:round/>
                      <a:headEnd type="none" w="med" len="med"/>
                      <a:tailEnd type="none" w="med" len="med"/>
                    </a:lnL>
                    <a:lnR w="6350" cap="flat" cmpd="sng" algn="ctr">
                      <a:solidFill>
                        <a:srgbClr val="F2F3F7"/>
                      </a:solidFill>
                      <a:prstDash val="solid"/>
                      <a:round/>
                      <a:headEnd type="none" w="med" len="med"/>
                      <a:tailEnd type="none" w="med" len="med"/>
                    </a:lnR>
                    <a:lnT w="6350" cap="flat" cmpd="sng" algn="ctr">
                      <a:solidFill>
                        <a:srgbClr val="F2F3F7"/>
                      </a:solidFill>
                      <a:prstDash val="solid"/>
                      <a:round/>
                      <a:headEnd type="none" w="med" len="med"/>
                      <a:tailEnd type="none" w="med" len="med"/>
                    </a:lnT>
                    <a:lnB w="6350" cap="flat" cmpd="sng" algn="ctr">
                      <a:solidFill>
                        <a:srgbClr val="F2F3F7"/>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grpSp>
        <p:nvGrpSpPr>
          <p:cNvPr id="6" name="Group 5">
            <a:extLst>
              <a:ext uri="{FF2B5EF4-FFF2-40B4-BE49-F238E27FC236}">
                <a16:creationId xmlns:a16="http://schemas.microsoft.com/office/drawing/2014/main" id="{8C5F789E-5B66-AD08-A029-41B381CC50B5}"/>
              </a:ext>
            </a:extLst>
          </p:cNvPr>
          <p:cNvGrpSpPr/>
          <p:nvPr/>
        </p:nvGrpSpPr>
        <p:grpSpPr>
          <a:xfrm>
            <a:off x="8039657" y="4755838"/>
            <a:ext cx="795753" cy="246857"/>
            <a:chOff x="7435419" y="4613467"/>
            <a:chExt cx="1708581" cy="530033"/>
          </a:xfrm>
        </p:grpSpPr>
        <p:pic>
          <p:nvPicPr>
            <p:cNvPr id="11" name="Picture 10" descr="A black background with white text  AI-generated content may be incorrect.">
              <a:extLst>
                <a:ext uri="{FF2B5EF4-FFF2-40B4-BE49-F238E27FC236}">
                  <a16:creationId xmlns:a16="http://schemas.microsoft.com/office/drawing/2014/main" id="{A5081535-F0C7-4F2E-BB63-701E568F87DC}"/>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12" name="Rectangle 11">
              <a:extLst>
                <a:ext uri="{FF2B5EF4-FFF2-40B4-BE49-F238E27FC236}">
                  <a16:creationId xmlns:a16="http://schemas.microsoft.com/office/drawing/2014/main" id="{D3ACBA09-093A-6A67-6F38-C2020C864838}"/>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13" name="Marcador de número de diapositiva 1">
              <a:extLst>
                <a:ext uri="{FF2B5EF4-FFF2-40B4-BE49-F238E27FC236}">
                  <a16:creationId xmlns:a16="http://schemas.microsoft.com/office/drawing/2014/main" id="{C1758B69-CA36-38C6-BAC1-35C3E92C97F3}"/>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38</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Shape 1"/>
          <p:cNvSpPr/>
          <p:nvPr/>
        </p:nvSpPr>
        <p:spPr>
          <a:xfrm>
            <a:off x="457200" y="411480"/>
            <a:ext cx="320040" cy="36576"/>
          </a:xfrm>
          <a:prstGeom prst="rect">
            <a:avLst/>
          </a:prstGeom>
          <a:solidFill>
            <a:srgbClr val="3D5AFE"/>
          </a:solidFill>
          <a:ln w="12700">
            <a:solidFill>
              <a:srgbClr val="3D5AFE"/>
            </a:solidFill>
            <a:prstDash val="solid"/>
          </a:ln>
        </p:spPr>
        <p:txBody>
          <a:bodyPr/>
          <a:lstStyle/>
          <a:p>
            <a:endParaRPr lang="en-ES"/>
          </a:p>
        </p:txBody>
      </p:sp>
      <p:sp>
        <p:nvSpPr>
          <p:cNvPr id="4" name="Text 2"/>
          <p:cNvSpPr/>
          <p:nvPr/>
        </p:nvSpPr>
        <p:spPr>
          <a:xfrm>
            <a:off x="457200" y="502920"/>
            <a:ext cx="5486400" cy="256032"/>
          </a:xfrm>
          <a:prstGeom prst="rect">
            <a:avLst/>
          </a:prstGeom>
          <a:noFill/>
          <a:ln/>
        </p:spPr>
        <p:txBody>
          <a:bodyPr wrap="square" lIns="0" tIns="0" rIns="0" bIns="0" rtlCol="0" anchor="t"/>
          <a:lstStyle/>
          <a:p>
            <a:pPr marL="0" indent="0">
              <a:buNone/>
            </a:pPr>
            <a:r>
              <a:rPr lang="en-US" sz="1000" b="1" kern="0" spc="400">
                <a:solidFill>
                  <a:srgbClr val="3D5AFE"/>
                </a:solidFill>
                <a:latin typeface="Open Sans" pitchFamily="34" charset="0"/>
                <a:ea typeface="Open Sans" pitchFamily="34" charset="-122"/>
                <a:cs typeface="Open Sans" pitchFamily="34" charset="-120"/>
              </a:rPr>
              <a:t>PROPUESTAS ECONÓMICAS</a:t>
            </a:r>
            <a:endParaRPr lang="en-US" sz="1000"/>
          </a:p>
        </p:txBody>
      </p:sp>
      <p:sp>
        <p:nvSpPr>
          <p:cNvPr id="5" name="Text 3"/>
          <p:cNvSpPr/>
          <p:nvPr/>
        </p:nvSpPr>
        <p:spPr>
          <a:xfrm>
            <a:off x="457200" y="868680"/>
            <a:ext cx="8229600" cy="640080"/>
          </a:xfrm>
          <a:prstGeom prst="rect">
            <a:avLst/>
          </a:prstGeom>
          <a:noFill/>
          <a:ln/>
        </p:spPr>
        <p:txBody>
          <a:bodyPr wrap="square" lIns="0" tIns="0" rIns="0" bIns="0" rtlCol="0" anchor="t"/>
          <a:lstStyle/>
          <a:p>
            <a:pPr marL="0" indent="0">
              <a:buNone/>
            </a:pPr>
            <a:r>
              <a:rPr lang="en-US" sz="2800" b="1">
                <a:solidFill>
                  <a:srgbClr val="1A1A2E"/>
                </a:solidFill>
                <a:latin typeface="Outfit" pitchFamily="34" charset="0"/>
                <a:ea typeface="Open Sans" pitchFamily="34" charset="-122"/>
                <a:cs typeface="Open Sans" pitchFamily="34" charset="-120"/>
              </a:rPr>
              <a:t>Tres opciones adaptadas a su contexto</a:t>
            </a:r>
            <a:endParaRPr lang="en-US" sz="2800"/>
          </a:p>
        </p:txBody>
      </p:sp>
      <p:sp>
        <p:nvSpPr>
          <p:cNvPr id="6" name="Shape 4"/>
          <p:cNvSpPr/>
          <p:nvPr/>
        </p:nvSpPr>
        <p:spPr>
          <a:xfrm>
            <a:off x="457200" y="1338625"/>
            <a:ext cx="2743200" cy="3246120"/>
          </a:xfrm>
          <a:prstGeom prst="roundRect">
            <a:avLst>
              <a:gd name="adj" fmla="val 0"/>
            </a:avLst>
          </a:prstGeom>
          <a:solidFill>
            <a:srgbClr val="FFFFFF"/>
          </a:solidFill>
          <a:ln w="9525">
            <a:solidFill>
              <a:srgbClr val="F2F3F7"/>
            </a:solidFill>
            <a:prstDash val="solid"/>
          </a:ln>
          <a:effectLst>
            <a:outerShdw blurRad="127000" dist="25400" dir="5400000" algn="bl" rotWithShape="0">
              <a:srgbClr val="000000">
                <a:alpha val="8000"/>
              </a:srgbClr>
            </a:outerShdw>
          </a:effectLst>
        </p:spPr>
        <p:txBody>
          <a:bodyPr/>
          <a:lstStyle/>
          <a:p>
            <a:endParaRPr lang="en-ES"/>
          </a:p>
        </p:txBody>
      </p:sp>
      <p:sp>
        <p:nvSpPr>
          <p:cNvPr id="7" name="Shape 5"/>
          <p:cNvSpPr/>
          <p:nvPr/>
        </p:nvSpPr>
        <p:spPr>
          <a:xfrm>
            <a:off x="457200" y="1338625"/>
            <a:ext cx="2743200" cy="457200"/>
          </a:xfrm>
          <a:prstGeom prst="rect">
            <a:avLst/>
          </a:prstGeom>
          <a:solidFill>
            <a:srgbClr val="1A1A2E"/>
          </a:solidFill>
          <a:ln w="12700">
            <a:solidFill>
              <a:srgbClr val="1A1A2E"/>
            </a:solidFill>
            <a:prstDash val="solid"/>
          </a:ln>
        </p:spPr>
        <p:txBody>
          <a:bodyPr/>
          <a:lstStyle/>
          <a:p>
            <a:endParaRPr lang="en-ES"/>
          </a:p>
        </p:txBody>
      </p:sp>
      <p:sp>
        <p:nvSpPr>
          <p:cNvPr id="8" name="Text 6"/>
          <p:cNvSpPr/>
          <p:nvPr/>
        </p:nvSpPr>
        <p:spPr>
          <a:xfrm>
            <a:off x="457200" y="1338625"/>
            <a:ext cx="2743200" cy="457200"/>
          </a:xfrm>
          <a:prstGeom prst="rect">
            <a:avLst/>
          </a:prstGeom>
          <a:noFill/>
          <a:ln/>
        </p:spPr>
        <p:txBody>
          <a:bodyPr wrap="square" lIns="0" tIns="0" rIns="0" bIns="0" rtlCol="0" anchor="ctr"/>
          <a:lstStyle/>
          <a:p>
            <a:pPr marL="0" indent="0" algn="ctr">
              <a:buNone/>
            </a:pPr>
            <a:r>
              <a:rPr lang="en-US" sz="1400" b="1" kern="0" spc="200">
                <a:solidFill>
                  <a:srgbClr val="FFFFFF"/>
                </a:solidFill>
                <a:latin typeface="Open Sans" pitchFamily="34" charset="0"/>
                <a:ea typeface="Open Sans" pitchFamily="34" charset="-122"/>
                <a:cs typeface="Open Sans" pitchFamily="34" charset="-120"/>
              </a:rPr>
              <a:t>OPCIÓN A</a:t>
            </a:r>
            <a:endParaRPr lang="en-US" sz="1400"/>
          </a:p>
        </p:txBody>
      </p:sp>
      <p:sp>
        <p:nvSpPr>
          <p:cNvPr id="9" name="Text 7"/>
          <p:cNvSpPr/>
          <p:nvPr/>
        </p:nvSpPr>
        <p:spPr>
          <a:xfrm>
            <a:off x="640080" y="1978705"/>
            <a:ext cx="2377440" cy="1417320"/>
          </a:xfrm>
          <a:prstGeom prst="rect">
            <a:avLst/>
          </a:prstGeom>
          <a:noFill/>
          <a:ln/>
        </p:spPr>
        <p:txBody>
          <a:bodyPr wrap="square" lIns="0" tIns="0" rIns="0" bIns="0" rtlCol="0" anchor="t"/>
          <a:lstStyle/>
          <a:p>
            <a:pPr marL="342900" indent="-342900">
              <a:spcAft>
                <a:spcPts val="400"/>
              </a:spcAft>
              <a:buSzPct val="100000"/>
              <a:buChar char="■"/>
            </a:pPr>
            <a:r>
              <a:rPr lang="en-US" sz="1000">
                <a:solidFill>
                  <a:srgbClr val="1A1A2E"/>
                </a:solidFill>
                <a:latin typeface="Open Sans" pitchFamily="34" charset="0"/>
                <a:ea typeface="Open Sans" pitchFamily="34" charset="-122"/>
                <a:cs typeface="Open Sans" pitchFamily="34" charset="-120"/>
              </a:rPr>
              <a:t>Hito 1 — 16.408,00 €</a:t>
            </a:r>
            <a:endParaRPr lang="en-US" sz="1000"/>
          </a:p>
          <a:p>
            <a:pPr marL="342900" indent="-342900">
              <a:spcAft>
                <a:spcPts val="400"/>
              </a:spcAft>
              <a:buSzPct val="100000"/>
              <a:buChar char="■"/>
            </a:pPr>
            <a:r>
              <a:rPr lang="en-US" sz="1000">
                <a:solidFill>
                  <a:srgbClr val="1A1A2E"/>
                </a:solidFill>
                <a:latin typeface="Open Sans" pitchFamily="34" charset="0"/>
                <a:ea typeface="Open Sans" pitchFamily="34" charset="-122"/>
                <a:cs typeface="Open Sans" pitchFamily="34" charset="-120"/>
              </a:rPr>
              <a:t>Hito 2 — 60.296,00 €</a:t>
            </a:r>
            <a:endParaRPr lang="en-US" sz="1000"/>
          </a:p>
        </p:txBody>
      </p:sp>
      <p:sp>
        <p:nvSpPr>
          <p:cNvPr id="10" name="Text 8"/>
          <p:cNvSpPr/>
          <p:nvPr/>
        </p:nvSpPr>
        <p:spPr>
          <a:xfrm>
            <a:off x="457200" y="3990385"/>
            <a:ext cx="2743200" cy="457200"/>
          </a:xfrm>
          <a:prstGeom prst="rect">
            <a:avLst/>
          </a:prstGeom>
          <a:noFill/>
          <a:ln/>
        </p:spPr>
        <p:txBody>
          <a:bodyPr wrap="square" lIns="0" tIns="0" rIns="0" bIns="0" rtlCol="0" anchor="ctr"/>
          <a:lstStyle/>
          <a:p>
            <a:pPr marL="0" indent="0" algn="ctr">
              <a:buNone/>
            </a:pPr>
            <a:r>
              <a:rPr lang="en-US" sz="2200" b="1">
                <a:solidFill>
                  <a:srgbClr val="3D5AFE"/>
                </a:solidFill>
                <a:latin typeface="Outfit" pitchFamily="34" charset="0"/>
                <a:ea typeface="Open Sans" pitchFamily="34" charset="-122"/>
                <a:cs typeface="Open Sans" pitchFamily="34" charset="-120"/>
              </a:rPr>
              <a:t>76.704 €</a:t>
            </a:r>
            <a:endParaRPr lang="en-US" sz="2200"/>
          </a:p>
        </p:txBody>
      </p:sp>
      <p:sp>
        <p:nvSpPr>
          <p:cNvPr id="11" name="Shape 9"/>
          <p:cNvSpPr/>
          <p:nvPr/>
        </p:nvSpPr>
        <p:spPr>
          <a:xfrm>
            <a:off x="3355848" y="1338625"/>
            <a:ext cx="2743200" cy="3246120"/>
          </a:xfrm>
          <a:prstGeom prst="roundRect">
            <a:avLst>
              <a:gd name="adj" fmla="val 0"/>
            </a:avLst>
          </a:prstGeom>
          <a:solidFill>
            <a:srgbClr val="3D5AFE"/>
          </a:solidFill>
          <a:ln w="12700">
            <a:solidFill>
              <a:srgbClr val="3D5AFE"/>
            </a:solidFill>
            <a:prstDash val="solid"/>
          </a:ln>
          <a:effectLst>
            <a:outerShdw blurRad="127000" dist="25400" dir="5400000" algn="bl" rotWithShape="0">
              <a:srgbClr val="000000">
                <a:alpha val="8000"/>
              </a:srgbClr>
            </a:outerShdw>
          </a:effectLst>
        </p:spPr>
        <p:txBody>
          <a:bodyPr/>
          <a:lstStyle/>
          <a:p>
            <a:endParaRPr lang="en-ES"/>
          </a:p>
        </p:txBody>
      </p:sp>
      <p:sp>
        <p:nvSpPr>
          <p:cNvPr id="12" name="Shape 10"/>
          <p:cNvSpPr/>
          <p:nvPr/>
        </p:nvSpPr>
        <p:spPr>
          <a:xfrm>
            <a:off x="3355848" y="1338625"/>
            <a:ext cx="2743200" cy="457200"/>
          </a:xfrm>
          <a:prstGeom prst="rect">
            <a:avLst/>
          </a:prstGeom>
          <a:solidFill>
            <a:srgbClr val="0F1729"/>
          </a:solidFill>
          <a:ln w="12700">
            <a:solidFill>
              <a:srgbClr val="0F1729"/>
            </a:solidFill>
            <a:prstDash val="solid"/>
          </a:ln>
        </p:spPr>
        <p:txBody>
          <a:bodyPr/>
          <a:lstStyle/>
          <a:p>
            <a:endParaRPr lang="en-ES"/>
          </a:p>
        </p:txBody>
      </p:sp>
      <p:sp>
        <p:nvSpPr>
          <p:cNvPr id="13" name="Text 11"/>
          <p:cNvSpPr/>
          <p:nvPr/>
        </p:nvSpPr>
        <p:spPr>
          <a:xfrm>
            <a:off x="3355848" y="1338625"/>
            <a:ext cx="2743200" cy="457200"/>
          </a:xfrm>
          <a:prstGeom prst="rect">
            <a:avLst/>
          </a:prstGeom>
          <a:noFill/>
          <a:ln/>
        </p:spPr>
        <p:txBody>
          <a:bodyPr wrap="square" lIns="0" tIns="0" rIns="0" bIns="0" rtlCol="0" anchor="ctr"/>
          <a:lstStyle/>
          <a:p>
            <a:pPr marL="0" indent="0" algn="ctr">
              <a:buNone/>
            </a:pPr>
            <a:r>
              <a:rPr lang="en-US" sz="1400" b="1" kern="0" spc="200">
                <a:solidFill>
                  <a:srgbClr val="FFFFFF"/>
                </a:solidFill>
                <a:latin typeface="Open Sans" pitchFamily="34" charset="0"/>
                <a:ea typeface="Open Sans" pitchFamily="34" charset="-122"/>
                <a:cs typeface="Open Sans" pitchFamily="34" charset="-120"/>
              </a:rPr>
              <a:t>OPCIÓN B</a:t>
            </a:r>
            <a:endParaRPr lang="en-US" sz="1400"/>
          </a:p>
        </p:txBody>
      </p:sp>
      <p:sp>
        <p:nvSpPr>
          <p:cNvPr id="14" name="Text 12"/>
          <p:cNvSpPr/>
          <p:nvPr/>
        </p:nvSpPr>
        <p:spPr>
          <a:xfrm>
            <a:off x="3538728" y="1978705"/>
            <a:ext cx="2377440" cy="1417320"/>
          </a:xfrm>
          <a:prstGeom prst="rect">
            <a:avLst/>
          </a:prstGeom>
          <a:noFill/>
          <a:ln/>
        </p:spPr>
        <p:txBody>
          <a:bodyPr wrap="square" lIns="0" tIns="0" rIns="0" bIns="0" rtlCol="0" anchor="t"/>
          <a:lstStyle/>
          <a:p>
            <a:pPr marL="342900" indent="-342900">
              <a:spcAft>
                <a:spcPts val="400"/>
              </a:spcAft>
              <a:buSzPct val="100000"/>
              <a:buChar char="■"/>
            </a:pPr>
            <a:r>
              <a:rPr lang="en-US" sz="1000">
                <a:solidFill>
                  <a:srgbClr val="FFFFFF"/>
                </a:solidFill>
                <a:latin typeface="Open Sans" pitchFamily="34" charset="0"/>
                <a:ea typeface="Open Sans" pitchFamily="34" charset="-122"/>
                <a:cs typeface="Open Sans" pitchFamily="34" charset="-120"/>
              </a:rPr>
              <a:t>Hito 1 — 16.408,00 €</a:t>
            </a:r>
            <a:endParaRPr lang="en-US" sz="1000"/>
          </a:p>
          <a:p>
            <a:pPr marL="342900" indent="-342900">
              <a:spcAft>
                <a:spcPts val="400"/>
              </a:spcAft>
              <a:buSzPct val="100000"/>
              <a:buChar char="■"/>
            </a:pPr>
            <a:r>
              <a:rPr lang="en-US" sz="1000">
                <a:solidFill>
                  <a:srgbClr val="FFFFFF"/>
                </a:solidFill>
                <a:latin typeface="Open Sans" pitchFamily="34" charset="0"/>
                <a:ea typeface="Open Sans" pitchFamily="34" charset="-122"/>
                <a:cs typeface="Open Sans" pitchFamily="34" charset="-120"/>
              </a:rPr>
              <a:t>Hito 2 — 60.296,00 €</a:t>
            </a:r>
            <a:endParaRPr lang="en-US" sz="1000"/>
          </a:p>
          <a:p>
            <a:pPr marL="342900" indent="-342900">
              <a:spcAft>
                <a:spcPts val="400"/>
              </a:spcAft>
              <a:buSzPct val="100000"/>
              <a:buChar char="■"/>
            </a:pPr>
            <a:r>
              <a:rPr lang="en-US" sz="1000">
                <a:solidFill>
                  <a:srgbClr val="FFFFFF"/>
                </a:solidFill>
                <a:latin typeface="Open Sans" pitchFamily="34" charset="0"/>
                <a:ea typeface="Open Sans" pitchFamily="34" charset="-122"/>
                <a:cs typeface="Open Sans" pitchFamily="34" charset="-120"/>
              </a:rPr>
              <a:t>Hito 3 — 174.220,00 €</a:t>
            </a:r>
            <a:endParaRPr lang="en-US" sz="1000"/>
          </a:p>
        </p:txBody>
      </p:sp>
      <p:sp>
        <p:nvSpPr>
          <p:cNvPr id="15" name="Text 13"/>
          <p:cNvSpPr/>
          <p:nvPr/>
        </p:nvSpPr>
        <p:spPr>
          <a:xfrm>
            <a:off x="3355848" y="3487465"/>
            <a:ext cx="2743200" cy="228600"/>
          </a:xfrm>
          <a:prstGeom prst="rect">
            <a:avLst/>
          </a:prstGeom>
          <a:noFill/>
          <a:ln/>
        </p:spPr>
        <p:txBody>
          <a:bodyPr wrap="square" lIns="0" tIns="0" rIns="0" bIns="0" rtlCol="0" anchor="ctr"/>
          <a:lstStyle/>
          <a:p>
            <a:pPr marL="0" indent="0" algn="ctr">
              <a:buNone/>
            </a:pPr>
            <a:r>
              <a:rPr lang="en-US" sz="1100" strike="sngStrike">
                <a:solidFill>
                  <a:srgbClr val="E5E7EB"/>
                </a:solidFill>
                <a:latin typeface="Open Sans" pitchFamily="34" charset="0"/>
                <a:ea typeface="Open Sans" pitchFamily="34" charset="-122"/>
                <a:cs typeface="Open Sans" pitchFamily="34" charset="-120"/>
              </a:rPr>
              <a:t>251.324 €</a:t>
            </a:r>
            <a:endParaRPr lang="en-US" sz="1100"/>
          </a:p>
        </p:txBody>
      </p:sp>
      <p:sp>
        <p:nvSpPr>
          <p:cNvPr id="16" name="Text 14"/>
          <p:cNvSpPr/>
          <p:nvPr/>
        </p:nvSpPr>
        <p:spPr>
          <a:xfrm>
            <a:off x="3355848" y="3697777"/>
            <a:ext cx="2743200" cy="201168"/>
          </a:xfrm>
          <a:prstGeom prst="rect">
            <a:avLst/>
          </a:prstGeom>
          <a:noFill/>
          <a:ln/>
        </p:spPr>
        <p:txBody>
          <a:bodyPr wrap="square" lIns="0" tIns="0" rIns="0" bIns="0" rtlCol="0" anchor="ctr"/>
          <a:lstStyle/>
          <a:p>
            <a:pPr marL="0" indent="0" algn="ctr">
              <a:buNone/>
            </a:pPr>
            <a:r>
              <a:rPr lang="en-US" sz="900" i="1">
                <a:solidFill>
                  <a:srgbClr val="E5E7EB"/>
                </a:solidFill>
                <a:latin typeface="Open Sans" pitchFamily="34" charset="0"/>
                <a:ea typeface="Open Sans" pitchFamily="34" charset="-122"/>
                <a:cs typeface="Open Sans" pitchFamily="34" charset="-120"/>
              </a:rPr>
              <a:t>10% descuento</a:t>
            </a:r>
            <a:endParaRPr lang="en-US" sz="900"/>
          </a:p>
        </p:txBody>
      </p:sp>
      <p:sp>
        <p:nvSpPr>
          <p:cNvPr id="17" name="Text 15"/>
          <p:cNvSpPr/>
          <p:nvPr/>
        </p:nvSpPr>
        <p:spPr>
          <a:xfrm>
            <a:off x="3355848" y="3990385"/>
            <a:ext cx="2743200" cy="457200"/>
          </a:xfrm>
          <a:prstGeom prst="rect">
            <a:avLst/>
          </a:prstGeom>
          <a:noFill/>
          <a:ln/>
        </p:spPr>
        <p:txBody>
          <a:bodyPr wrap="square" lIns="0" tIns="0" rIns="0" bIns="0" rtlCol="0" anchor="ctr"/>
          <a:lstStyle/>
          <a:p>
            <a:pPr marL="0" indent="0" algn="ctr">
              <a:buNone/>
            </a:pPr>
            <a:r>
              <a:rPr lang="en-US" sz="2200" b="1">
                <a:solidFill>
                  <a:srgbClr val="FFFFFF"/>
                </a:solidFill>
                <a:latin typeface="Outfit" pitchFamily="34" charset="0"/>
                <a:ea typeface="Open Sans" pitchFamily="34" charset="-122"/>
                <a:cs typeface="Open Sans" pitchFamily="34" charset="-120"/>
              </a:rPr>
              <a:t>225.000 €</a:t>
            </a:r>
            <a:endParaRPr lang="en-US" sz="2200"/>
          </a:p>
        </p:txBody>
      </p:sp>
      <p:sp>
        <p:nvSpPr>
          <p:cNvPr id="18" name="Shape 16"/>
          <p:cNvSpPr/>
          <p:nvPr/>
        </p:nvSpPr>
        <p:spPr>
          <a:xfrm>
            <a:off x="6254496" y="1338625"/>
            <a:ext cx="2743200" cy="3246120"/>
          </a:xfrm>
          <a:prstGeom prst="roundRect">
            <a:avLst>
              <a:gd name="adj" fmla="val 0"/>
            </a:avLst>
          </a:prstGeom>
          <a:solidFill>
            <a:srgbClr val="FFFFFF"/>
          </a:solidFill>
          <a:ln w="9525">
            <a:solidFill>
              <a:srgbClr val="F2F3F7"/>
            </a:solidFill>
            <a:prstDash val="solid"/>
          </a:ln>
          <a:effectLst>
            <a:outerShdw blurRad="127000" dist="25400" dir="5400000" algn="bl" rotWithShape="0">
              <a:srgbClr val="000000">
                <a:alpha val="8000"/>
              </a:srgbClr>
            </a:outerShdw>
          </a:effectLst>
        </p:spPr>
        <p:txBody>
          <a:bodyPr/>
          <a:lstStyle/>
          <a:p>
            <a:endParaRPr lang="en-ES"/>
          </a:p>
        </p:txBody>
      </p:sp>
      <p:sp>
        <p:nvSpPr>
          <p:cNvPr id="19" name="Shape 17"/>
          <p:cNvSpPr/>
          <p:nvPr/>
        </p:nvSpPr>
        <p:spPr>
          <a:xfrm>
            <a:off x="6254496" y="1338625"/>
            <a:ext cx="2743200" cy="457200"/>
          </a:xfrm>
          <a:prstGeom prst="rect">
            <a:avLst/>
          </a:prstGeom>
          <a:solidFill>
            <a:srgbClr val="1A1A2E"/>
          </a:solidFill>
          <a:ln w="12700">
            <a:solidFill>
              <a:srgbClr val="1A1A2E"/>
            </a:solidFill>
            <a:prstDash val="solid"/>
          </a:ln>
        </p:spPr>
        <p:txBody>
          <a:bodyPr/>
          <a:lstStyle/>
          <a:p>
            <a:endParaRPr lang="en-ES"/>
          </a:p>
        </p:txBody>
      </p:sp>
      <p:sp>
        <p:nvSpPr>
          <p:cNvPr id="20" name="Text 18"/>
          <p:cNvSpPr/>
          <p:nvPr/>
        </p:nvSpPr>
        <p:spPr>
          <a:xfrm>
            <a:off x="6254496" y="1338625"/>
            <a:ext cx="2743200" cy="457200"/>
          </a:xfrm>
          <a:prstGeom prst="rect">
            <a:avLst/>
          </a:prstGeom>
          <a:noFill/>
          <a:ln/>
        </p:spPr>
        <p:txBody>
          <a:bodyPr wrap="square" lIns="0" tIns="0" rIns="0" bIns="0" rtlCol="0" anchor="ctr"/>
          <a:lstStyle/>
          <a:p>
            <a:pPr marL="0" indent="0" algn="ctr">
              <a:buNone/>
            </a:pPr>
            <a:r>
              <a:rPr lang="en-US" sz="1400" b="1" kern="0" spc="200">
                <a:solidFill>
                  <a:srgbClr val="FFFFFF"/>
                </a:solidFill>
                <a:latin typeface="Open Sans" pitchFamily="34" charset="0"/>
                <a:ea typeface="Open Sans" pitchFamily="34" charset="-122"/>
                <a:cs typeface="Open Sans" pitchFamily="34" charset="-120"/>
              </a:rPr>
              <a:t>OPCIÓN C</a:t>
            </a:r>
            <a:endParaRPr lang="en-US" sz="1400"/>
          </a:p>
        </p:txBody>
      </p:sp>
      <p:sp>
        <p:nvSpPr>
          <p:cNvPr id="21" name="Text 19"/>
          <p:cNvSpPr/>
          <p:nvPr/>
        </p:nvSpPr>
        <p:spPr>
          <a:xfrm>
            <a:off x="6437376" y="1978705"/>
            <a:ext cx="2377440" cy="1417320"/>
          </a:xfrm>
          <a:prstGeom prst="rect">
            <a:avLst/>
          </a:prstGeom>
          <a:noFill/>
          <a:ln/>
        </p:spPr>
        <p:txBody>
          <a:bodyPr wrap="square" lIns="0" tIns="0" rIns="0" bIns="0" rtlCol="0" anchor="t"/>
          <a:lstStyle/>
          <a:p>
            <a:pPr marL="342900" indent="-342900">
              <a:spcAft>
                <a:spcPts val="400"/>
              </a:spcAft>
              <a:buSzPct val="100000"/>
              <a:buChar char="■"/>
            </a:pPr>
            <a:r>
              <a:rPr lang="en-US" sz="1000">
                <a:solidFill>
                  <a:srgbClr val="1A1A2E"/>
                </a:solidFill>
                <a:latin typeface="Open Sans" pitchFamily="34" charset="0"/>
                <a:ea typeface="Open Sans" pitchFamily="34" charset="-122"/>
                <a:cs typeface="Open Sans" pitchFamily="34" charset="-120"/>
              </a:rPr>
              <a:t>Hito 1 — 16.408,00 €</a:t>
            </a:r>
            <a:endParaRPr lang="en-US" sz="1000"/>
          </a:p>
          <a:p>
            <a:pPr marL="342900" indent="-342900">
              <a:spcAft>
                <a:spcPts val="400"/>
              </a:spcAft>
              <a:buSzPct val="100000"/>
              <a:buChar char="■"/>
            </a:pPr>
            <a:r>
              <a:rPr lang="en-US" sz="1000">
                <a:solidFill>
                  <a:srgbClr val="1A1A2E"/>
                </a:solidFill>
                <a:latin typeface="Open Sans" pitchFamily="34" charset="0"/>
                <a:ea typeface="Open Sans" pitchFamily="34" charset="-122"/>
                <a:cs typeface="Open Sans" pitchFamily="34" charset="-120"/>
              </a:rPr>
              <a:t>Hito 2 — 60.296,00 €</a:t>
            </a:r>
            <a:endParaRPr lang="en-US" sz="1000"/>
          </a:p>
          <a:p>
            <a:pPr marL="342900" indent="-342900">
              <a:spcAft>
                <a:spcPts val="400"/>
              </a:spcAft>
              <a:buSzPct val="100000"/>
              <a:buChar char="■"/>
            </a:pPr>
            <a:r>
              <a:rPr lang="en-US" sz="1000">
                <a:solidFill>
                  <a:srgbClr val="1A1A2E"/>
                </a:solidFill>
                <a:latin typeface="Open Sans" pitchFamily="34" charset="0"/>
                <a:ea typeface="Open Sans" pitchFamily="34" charset="-122"/>
                <a:cs typeface="Open Sans" pitchFamily="34" charset="-120"/>
              </a:rPr>
              <a:t>Hito 3 — 174.220,00 €</a:t>
            </a:r>
            <a:endParaRPr lang="en-US" sz="1000"/>
          </a:p>
          <a:p>
            <a:pPr marL="342900" indent="-342900">
              <a:spcAft>
                <a:spcPts val="400"/>
              </a:spcAft>
              <a:buSzPct val="100000"/>
              <a:buChar char="■"/>
            </a:pPr>
            <a:r>
              <a:rPr lang="en-US" sz="1000">
                <a:solidFill>
                  <a:srgbClr val="1A1A2E"/>
                </a:solidFill>
                <a:latin typeface="Open Sans" pitchFamily="34" charset="0"/>
                <a:ea typeface="Open Sans" pitchFamily="34" charset="-122"/>
                <a:cs typeface="Open Sans" pitchFamily="34" charset="-120"/>
              </a:rPr>
              <a:t>Equipo de QA involucrado</a:t>
            </a:r>
            <a:endParaRPr lang="en-US" sz="1000"/>
          </a:p>
        </p:txBody>
      </p:sp>
      <p:sp>
        <p:nvSpPr>
          <p:cNvPr id="22" name="Text 20"/>
          <p:cNvSpPr/>
          <p:nvPr/>
        </p:nvSpPr>
        <p:spPr>
          <a:xfrm>
            <a:off x="6254496" y="3487465"/>
            <a:ext cx="2743200" cy="228600"/>
          </a:xfrm>
          <a:prstGeom prst="rect">
            <a:avLst/>
          </a:prstGeom>
          <a:noFill/>
          <a:ln/>
        </p:spPr>
        <p:txBody>
          <a:bodyPr wrap="square" lIns="0" tIns="0" rIns="0" bIns="0" rtlCol="0" anchor="ctr"/>
          <a:lstStyle/>
          <a:p>
            <a:pPr marL="0" indent="0" algn="ctr">
              <a:buNone/>
            </a:pPr>
            <a:r>
              <a:rPr lang="en-US" sz="1100" strike="sngStrike">
                <a:solidFill>
                  <a:srgbClr val="6B7280"/>
                </a:solidFill>
                <a:latin typeface="Open Sans" pitchFamily="34" charset="0"/>
                <a:ea typeface="Open Sans" pitchFamily="34" charset="-122"/>
                <a:cs typeface="Open Sans" pitchFamily="34" charset="-120"/>
              </a:rPr>
              <a:t>278.124 €</a:t>
            </a:r>
            <a:endParaRPr lang="en-US" sz="1100"/>
          </a:p>
        </p:txBody>
      </p:sp>
      <p:sp>
        <p:nvSpPr>
          <p:cNvPr id="23" name="Text 21"/>
          <p:cNvSpPr/>
          <p:nvPr/>
        </p:nvSpPr>
        <p:spPr>
          <a:xfrm>
            <a:off x="6254496" y="3697777"/>
            <a:ext cx="2743200" cy="201168"/>
          </a:xfrm>
          <a:prstGeom prst="rect">
            <a:avLst/>
          </a:prstGeom>
          <a:noFill/>
          <a:ln/>
        </p:spPr>
        <p:txBody>
          <a:bodyPr wrap="square" lIns="0" tIns="0" rIns="0" bIns="0" rtlCol="0" anchor="ctr"/>
          <a:lstStyle/>
          <a:p>
            <a:pPr marL="0" indent="0" algn="ctr">
              <a:buNone/>
            </a:pPr>
            <a:r>
              <a:rPr lang="en-US" sz="900" i="1">
                <a:solidFill>
                  <a:srgbClr val="6B7280"/>
                </a:solidFill>
                <a:latin typeface="Open Sans" pitchFamily="34" charset="0"/>
                <a:ea typeface="Open Sans" pitchFamily="34" charset="-122"/>
                <a:cs typeface="Open Sans" pitchFamily="34" charset="-120"/>
              </a:rPr>
              <a:t>10% descuento</a:t>
            </a:r>
            <a:endParaRPr lang="en-US" sz="900"/>
          </a:p>
        </p:txBody>
      </p:sp>
      <p:sp>
        <p:nvSpPr>
          <p:cNvPr id="24" name="Text 22"/>
          <p:cNvSpPr/>
          <p:nvPr/>
        </p:nvSpPr>
        <p:spPr>
          <a:xfrm>
            <a:off x="6254496" y="3990385"/>
            <a:ext cx="2743200" cy="457200"/>
          </a:xfrm>
          <a:prstGeom prst="rect">
            <a:avLst/>
          </a:prstGeom>
          <a:noFill/>
          <a:ln/>
        </p:spPr>
        <p:txBody>
          <a:bodyPr wrap="square" lIns="0" tIns="0" rIns="0" bIns="0" rtlCol="0" anchor="ctr"/>
          <a:lstStyle/>
          <a:p>
            <a:pPr marL="0" indent="0" algn="ctr">
              <a:buNone/>
            </a:pPr>
            <a:r>
              <a:rPr lang="en-US" sz="2200" b="1">
                <a:solidFill>
                  <a:srgbClr val="3D5AFE"/>
                </a:solidFill>
                <a:latin typeface="Outfit" pitchFamily="34" charset="0"/>
                <a:ea typeface="Open Sans" pitchFamily="34" charset="-122"/>
                <a:cs typeface="Open Sans" pitchFamily="34" charset="-120"/>
              </a:rPr>
              <a:t>251.500 €</a:t>
            </a:r>
            <a:endParaRPr lang="en-US" sz="2200"/>
          </a:p>
        </p:txBody>
      </p:sp>
      <p:grpSp>
        <p:nvGrpSpPr>
          <p:cNvPr id="29" name="Group 28">
            <a:extLst>
              <a:ext uri="{FF2B5EF4-FFF2-40B4-BE49-F238E27FC236}">
                <a16:creationId xmlns:a16="http://schemas.microsoft.com/office/drawing/2014/main" id="{DF10179E-832F-3A68-C26F-F91544EEFDC7}"/>
              </a:ext>
            </a:extLst>
          </p:cNvPr>
          <p:cNvGrpSpPr/>
          <p:nvPr/>
        </p:nvGrpSpPr>
        <p:grpSpPr>
          <a:xfrm>
            <a:off x="8039657" y="4755838"/>
            <a:ext cx="795753" cy="246857"/>
            <a:chOff x="7435419" y="4613467"/>
            <a:chExt cx="1708581" cy="530033"/>
          </a:xfrm>
        </p:grpSpPr>
        <p:pic>
          <p:nvPicPr>
            <p:cNvPr id="30" name="Picture 29" descr="A black background with white text  AI-generated content may be incorrect.">
              <a:extLst>
                <a:ext uri="{FF2B5EF4-FFF2-40B4-BE49-F238E27FC236}">
                  <a16:creationId xmlns:a16="http://schemas.microsoft.com/office/drawing/2014/main" id="{5D3F3FCD-F51E-5499-43AC-C5D7BDA8FBC9}"/>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31" name="Rectangle 30">
              <a:extLst>
                <a:ext uri="{FF2B5EF4-FFF2-40B4-BE49-F238E27FC236}">
                  <a16:creationId xmlns:a16="http://schemas.microsoft.com/office/drawing/2014/main" id="{F73DF9F1-3703-8E37-80CB-E752F539E10A}"/>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32" name="Marcador de número de diapositiva 1">
              <a:extLst>
                <a:ext uri="{FF2B5EF4-FFF2-40B4-BE49-F238E27FC236}">
                  <a16:creationId xmlns:a16="http://schemas.microsoft.com/office/drawing/2014/main" id="{09B3D9B7-4F5E-9774-20CA-309B1984FD01}"/>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39</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Shape 1"/>
          <p:cNvSpPr/>
          <p:nvPr/>
        </p:nvSpPr>
        <p:spPr>
          <a:xfrm>
            <a:off x="457200" y="411480"/>
            <a:ext cx="320040" cy="36576"/>
          </a:xfrm>
          <a:prstGeom prst="rect">
            <a:avLst/>
          </a:prstGeom>
          <a:solidFill>
            <a:srgbClr val="3D5AFE"/>
          </a:solidFill>
          <a:ln w="12700">
            <a:solidFill>
              <a:srgbClr val="3D5AFE"/>
            </a:solidFill>
            <a:prstDash val="solid"/>
          </a:ln>
        </p:spPr>
        <p:txBody>
          <a:bodyPr/>
          <a:lstStyle/>
          <a:p>
            <a:endParaRPr lang="en-ES"/>
          </a:p>
        </p:txBody>
      </p:sp>
      <p:sp>
        <p:nvSpPr>
          <p:cNvPr id="4" name="Text 2"/>
          <p:cNvSpPr/>
          <p:nvPr/>
        </p:nvSpPr>
        <p:spPr>
          <a:xfrm>
            <a:off x="457200" y="502920"/>
            <a:ext cx="5486400" cy="256032"/>
          </a:xfrm>
          <a:prstGeom prst="rect">
            <a:avLst/>
          </a:prstGeom>
          <a:noFill/>
          <a:ln/>
        </p:spPr>
        <p:txBody>
          <a:bodyPr wrap="square" lIns="0" tIns="0" rIns="0" bIns="0" rtlCol="0" anchor="t"/>
          <a:lstStyle/>
          <a:p>
            <a:pPr marL="0" indent="0">
              <a:buNone/>
            </a:pPr>
            <a:r>
              <a:rPr lang="en-US" sz="1000" b="1" kern="0" spc="400">
                <a:solidFill>
                  <a:srgbClr val="3D5AFE"/>
                </a:solidFill>
                <a:latin typeface="Open Sans" pitchFamily="34" charset="0"/>
                <a:ea typeface="Open Sans" pitchFamily="34" charset="-122"/>
                <a:cs typeface="Open Sans" pitchFamily="34" charset="-120"/>
              </a:rPr>
              <a:t>SERVICIOS ADICIONALES</a:t>
            </a:r>
            <a:endParaRPr lang="en-US" sz="1000"/>
          </a:p>
        </p:txBody>
      </p:sp>
      <p:sp>
        <p:nvSpPr>
          <p:cNvPr id="5" name="Text 3"/>
          <p:cNvSpPr/>
          <p:nvPr/>
        </p:nvSpPr>
        <p:spPr>
          <a:xfrm>
            <a:off x="457200" y="868680"/>
            <a:ext cx="8229600" cy="640080"/>
          </a:xfrm>
          <a:prstGeom prst="rect">
            <a:avLst/>
          </a:prstGeom>
          <a:noFill/>
          <a:ln/>
        </p:spPr>
        <p:txBody>
          <a:bodyPr wrap="square" lIns="0" tIns="0" rIns="0" bIns="0" rtlCol="0" anchor="t"/>
          <a:lstStyle/>
          <a:p>
            <a:pPr marL="0" indent="0">
              <a:buNone/>
            </a:pPr>
            <a:r>
              <a:rPr lang="en-US" sz="2800" b="1">
                <a:solidFill>
                  <a:srgbClr val="1A1A2E"/>
                </a:solidFill>
                <a:latin typeface="Outfit" pitchFamily="34" charset="0"/>
                <a:ea typeface="Open Sans" pitchFamily="34" charset="-122"/>
                <a:cs typeface="Open Sans" pitchFamily="34" charset="-120"/>
              </a:rPr>
              <a:t>Otros servicios opcionales de valor</a:t>
            </a:r>
            <a:endParaRPr lang="en-US" sz="2800"/>
          </a:p>
        </p:txBody>
      </p:sp>
      <p:sp>
        <p:nvSpPr>
          <p:cNvPr id="6" name="Shape 4"/>
          <p:cNvSpPr/>
          <p:nvPr/>
        </p:nvSpPr>
        <p:spPr>
          <a:xfrm>
            <a:off x="457200" y="1691640"/>
            <a:ext cx="2743200" cy="1325880"/>
          </a:xfrm>
          <a:prstGeom prst="roundRect">
            <a:avLst>
              <a:gd name="adj" fmla="val 0"/>
            </a:avLst>
          </a:prstGeom>
          <a:solidFill>
            <a:srgbClr val="F2F3F7"/>
          </a:solidFill>
          <a:ln w="6350">
            <a:solidFill>
              <a:srgbClr val="F2F3F7"/>
            </a:solidFill>
            <a:prstDash val="solid"/>
          </a:ln>
        </p:spPr>
        <p:txBody>
          <a:bodyPr/>
          <a:lstStyle/>
          <a:p>
            <a:endParaRPr lang="en-ES"/>
          </a:p>
        </p:txBody>
      </p:sp>
      <p:sp>
        <p:nvSpPr>
          <p:cNvPr id="7" name="Shape 5"/>
          <p:cNvSpPr/>
          <p:nvPr/>
        </p:nvSpPr>
        <p:spPr>
          <a:xfrm>
            <a:off x="640080" y="1874520"/>
            <a:ext cx="457200" cy="457200"/>
          </a:xfrm>
          <a:prstGeom prst="ellipse">
            <a:avLst/>
          </a:prstGeom>
          <a:solidFill>
            <a:srgbClr val="E5E7EB"/>
          </a:solidFill>
          <a:ln w="12700">
            <a:solidFill>
              <a:srgbClr val="E5E7EB"/>
            </a:solidFill>
            <a:prstDash val="solid"/>
          </a:ln>
        </p:spPr>
        <p:txBody>
          <a:bodyPr/>
          <a:lstStyle/>
          <a:p>
            <a:endParaRPr lang="en-ES"/>
          </a:p>
        </p:txBody>
      </p:sp>
      <p:pic>
        <p:nvPicPr>
          <p:cNvPr id="8" name="Image 0" descr="preencoded.png"/>
          <p:cNvPicPr>
            <a:picLocks noChangeAspect="1"/>
          </p:cNvPicPr>
          <p:nvPr/>
        </p:nvPicPr>
        <p:blipFill>
          <a:blip r:embed="rId3"/>
          <a:stretch>
            <a:fillRect/>
          </a:stretch>
        </p:blipFill>
        <p:spPr>
          <a:xfrm>
            <a:off x="731520" y="1965960"/>
            <a:ext cx="274320" cy="274320"/>
          </a:xfrm>
          <a:prstGeom prst="rect">
            <a:avLst/>
          </a:prstGeom>
        </p:spPr>
      </p:pic>
      <p:sp>
        <p:nvSpPr>
          <p:cNvPr id="9" name="Text 6"/>
          <p:cNvSpPr/>
          <p:nvPr/>
        </p:nvSpPr>
        <p:spPr>
          <a:xfrm>
            <a:off x="1234440" y="1892808"/>
            <a:ext cx="1874520" cy="274320"/>
          </a:xfrm>
          <a:prstGeom prst="rect">
            <a:avLst/>
          </a:prstGeom>
          <a:noFill/>
          <a:ln/>
        </p:spPr>
        <p:txBody>
          <a:bodyPr wrap="square" lIns="0" tIns="0" rIns="0" bIns="0" rtlCol="0" anchor="ctr"/>
          <a:lstStyle/>
          <a:p>
            <a:pPr marL="0" indent="0">
              <a:buNone/>
            </a:pPr>
            <a:r>
              <a:rPr lang="en-US" sz="1150" b="1">
                <a:solidFill>
                  <a:srgbClr val="1A1A2E"/>
                </a:solidFill>
                <a:latin typeface="Open Sans"/>
                <a:ea typeface="Open Sans"/>
                <a:cs typeface="Open Sans"/>
              </a:rPr>
              <a:t>Product Owner</a:t>
            </a:r>
            <a:endParaRPr lang="en-US" sz="1150">
              <a:latin typeface="Calibri" panose="020F0502020204030204"/>
              <a:ea typeface="Calibri" panose="020F0502020204030204"/>
              <a:cs typeface="Calibri" panose="020F0502020204030204"/>
            </a:endParaRPr>
          </a:p>
        </p:txBody>
      </p:sp>
      <p:sp>
        <p:nvSpPr>
          <p:cNvPr id="10" name="Text 7"/>
          <p:cNvSpPr/>
          <p:nvPr/>
        </p:nvSpPr>
        <p:spPr>
          <a:xfrm>
            <a:off x="640080" y="2377440"/>
            <a:ext cx="2468880" cy="594360"/>
          </a:xfrm>
          <a:prstGeom prst="rect">
            <a:avLst/>
          </a:prstGeom>
          <a:noFill/>
          <a:ln/>
        </p:spPr>
        <p:txBody>
          <a:bodyPr wrap="square" lIns="0" tIns="0" rIns="0" bIns="0" rtlCol="0" anchor="t"/>
          <a:lstStyle/>
          <a:p>
            <a:pPr marL="0" indent="0">
              <a:buNone/>
            </a:pPr>
            <a:r>
              <a:rPr lang="en-US" sz="950">
                <a:solidFill>
                  <a:srgbClr val="6B7280"/>
                </a:solidFill>
                <a:latin typeface="Open Sans" pitchFamily="34" charset="0"/>
                <a:ea typeface="Open Sans" pitchFamily="34" charset="-122"/>
                <a:cs typeface="Open Sans" pitchFamily="34" charset="-120"/>
              </a:rPr>
              <a:t>Lideramos visión, backlog y entrega alineada al negocio.</a:t>
            </a:r>
            <a:endParaRPr lang="en-US" sz="950"/>
          </a:p>
        </p:txBody>
      </p:sp>
      <p:sp>
        <p:nvSpPr>
          <p:cNvPr id="11" name="Shape 8"/>
          <p:cNvSpPr/>
          <p:nvPr/>
        </p:nvSpPr>
        <p:spPr>
          <a:xfrm>
            <a:off x="3355848" y="1691640"/>
            <a:ext cx="2743200" cy="1325880"/>
          </a:xfrm>
          <a:prstGeom prst="roundRect">
            <a:avLst>
              <a:gd name="adj" fmla="val 0"/>
            </a:avLst>
          </a:prstGeom>
          <a:solidFill>
            <a:srgbClr val="F2F3F7"/>
          </a:solidFill>
          <a:ln w="6350">
            <a:solidFill>
              <a:srgbClr val="F2F3F7"/>
            </a:solidFill>
            <a:prstDash val="solid"/>
          </a:ln>
        </p:spPr>
        <p:txBody>
          <a:bodyPr/>
          <a:lstStyle/>
          <a:p>
            <a:endParaRPr lang="en-ES"/>
          </a:p>
        </p:txBody>
      </p:sp>
      <p:sp>
        <p:nvSpPr>
          <p:cNvPr id="12" name="Shape 9"/>
          <p:cNvSpPr/>
          <p:nvPr/>
        </p:nvSpPr>
        <p:spPr>
          <a:xfrm>
            <a:off x="3538728" y="1874520"/>
            <a:ext cx="457200" cy="457200"/>
          </a:xfrm>
          <a:prstGeom prst="ellipse">
            <a:avLst/>
          </a:prstGeom>
          <a:solidFill>
            <a:srgbClr val="E5E7EB"/>
          </a:solidFill>
          <a:ln w="12700">
            <a:solidFill>
              <a:srgbClr val="E5E7EB"/>
            </a:solidFill>
            <a:prstDash val="solid"/>
          </a:ln>
        </p:spPr>
        <p:txBody>
          <a:bodyPr/>
          <a:lstStyle/>
          <a:p>
            <a:endParaRPr lang="en-ES"/>
          </a:p>
        </p:txBody>
      </p:sp>
      <p:pic>
        <p:nvPicPr>
          <p:cNvPr id="13" name="Image 1" descr="preencoded.png"/>
          <p:cNvPicPr>
            <a:picLocks noChangeAspect="1"/>
          </p:cNvPicPr>
          <p:nvPr/>
        </p:nvPicPr>
        <p:blipFill>
          <a:blip r:embed="rId4"/>
          <a:stretch>
            <a:fillRect/>
          </a:stretch>
        </p:blipFill>
        <p:spPr>
          <a:xfrm>
            <a:off x="3630168" y="1965960"/>
            <a:ext cx="274320" cy="274320"/>
          </a:xfrm>
          <a:prstGeom prst="rect">
            <a:avLst/>
          </a:prstGeom>
        </p:spPr>
      </p:pic>
      <p:sp>
        <p:nvSpPr>
          <p:cNvPr id="14" name="Text 10"/>
          <p:cNvSpPr/>
          <p:nvPr/>
        </p:nvSpPr>
        <p:spPr>
          <a:xfrm>
            <a:off x="4133088" y="1892808"/>
            <a:ext cx="1874520" cy="274320"/>
          </a:xfrm>
          <a:prstGeom prst="rect">
            <a:avLst/>
          </a:prstGeom>
          <a:noFill/>
          <a:ln/>
        </p:spPr>
        <p:txBody>
          <a:bodyPr wrap="square" lIns="0" tIns="0" rIns="0" bIns="0" rtlCol="0" anchor="ctr"/>
          <a:lstStyle/>
          <a:p>
            <a:pPr marL="0" indent="0">
              <a:buNone/>
            </a:pPr>
            <a:r>
              <a:rPr lang="en-US" sz="1150" b="1">
                <a:solidFill>
                  <a:srgbClr val="1A1A2E"/>
                </a:solidFill>
                <a:latin typeface="Open Sans" pitchFamily="34" charset="0"/>
                <a:ea typeface="Open Sans" pitchFamily="34" charset="-122"/>
                <a:cs typeface="Open Sans" pitchFamily="34" charset="-120"/>
              </a:rPr>
              <a:t>Usabilidad y diseño</a:t>
            </a:r>
            <a:endParaRPr lang="en-US" sz="1150"/>
          </a:p>
        </p:txBody>
      </p:sp>
      <p:sp>
        <p:nvSpPr>
          <p:cNvPr id="15" name="Text 11"/>
          <p:cNvSpPr/>
          <p:nvPr/>
        </p:nvSpPr>
        <p:spPr>
          <a:xfrm>
            <a:off x="3538728" y="2377440"/>
            <a:ext cx="2468880" cy="594360"/>
          </a:xfrm>
          <a:prstGeom prst="rect">
            <a:avLst/>
          </a:prstGeom>
          <a:noFill/>
          <a:ln/>
        </p:spPr>
        <p:txBody>
          <a:bodyPr wrap="square" lIns="0" tIns="0" rIns="0" bIns="0" rtlCol="0" anchor="t"/>
          <a:lstStyle/>
          <a:p>
            <a:pPr marL="0" indent="0">
              <a:buNone/>
            </a:pPr>
            <a:r>
              <a:rPr lang="en-US" sz="950">
                <a:solidFill>
                  <a:srgbClr val="6B7280"/>
                </a:solidFill>
                <a:latin typeface="Open Sans" pitchFamily="34" charset="0"/>
                <a:ea typeface="Open Sans" pitchFamily="34" charset="-122"/>
                <a:cs typeface="Open Sans" pitchFamily="34" charset="-120"/>
              </a:rPr>
              <a:t>Experiencia de usuario excepcional, estética y funcionalidad.</a:t>
            </a:r>
            <a:endParaRPr lang="en-US" sz="950"/>
          </a:p>
        </p:txBody>
      </p:sp>
      <p:sp>
        <p:nvSpPr>
          <p:cNvPr id="16" name="Shape 12"/>
          <p:cNvSpPr/>
          <p:nvPr/>
        </p:nvSpPr>
        <p:spPr>
          <a:xfrm>
            <a:off x="6254496" y="1691640"/>
            <a:ext cx="2743200" cy="1325880"/>
          </a:xfrm>
          <a:prstGeom prst="roundRect">
            <a:avLst>
              <a:gd name="adj" fmla="val 0"/>
            </a:avLst>
          </a:prstGeom>
          <a:solidFill>
            <a:srgbClr val="F2F3F7"/>
          </a:solidFill>
          <a:ln w="6350">
            <a:solidFill>
              <a:srgbClr val="F2F3F7"/>
            </a:solidFill>
            <a:prstDash val="solid"/>
          </a:ln>
        </p:spPr>
        <p:txBody>
          <a:bodyPr/>
          <a:lstStyle/>
          <a:p>
            <a:endParaRPr lang="en-ES"/>
          </a:p>
        </p:txBody>
      </p:sp>
      <p:sp>
        <p:nvSpPr>
          <p:cNvPr id="17" name="Shape 13"/>
          <p:cNvSpPr/>
          <p:nvPr/>
        </p:nvSpPr>
        <p:spPr>
          <a:xfrm>
            <a:off x="6437376" y="1874520"/>
            <a:ext cx="457200" cy="457200"/>
          </a:xfrm>
          <a:prstGeom prst="ellipse">
            <a:avLst/>
          </a:prstGeom>
          <a:solidFill>
            <a:srgbClr val="E5E7EB"/>
          </a:solidFill>
          <a:ln w="12700">
            <a:solidFill>
              <a:srgbClr val="E5E7EB"/>
            </a:solidFill>
            <a:prstDash val="solid"/>
          </a:ln>
        </p:spPr>
        <p:txBody>
          <a:bodyPr/>
          <a:lstStyle/>
          <a:p>
            <a:endParaRPr lang="en-ES"/>
          </a:p>
        </p:txBody>
      </p:sp>
      <p:pic>
        <p:nvPicPr>
          <p:cNvPr id="18" name="Image 2" descr="preencoded.png"/>
          <p:cNvPicPr>
            <a:picLocks noChangeAspect="1"/>
          </p:cNvPicPr>
          <p:nvPr/>
        </p:nvPicPr>
        <p:blipFill>
          <a:blip r:embed="rId5"/>
          <a:stretch>
            <a:fillRect/>
          </a:stretch>
        </p:blipFill>
        <p:spPr>
          <a:xfrm>
            <a:off x="6528816" y="1965960"/>
            <a:ext cx="274320" cy="274320"/>
          </a:xfrm>
          <a:prstGeom prst="rect">
            <a:avLst/>
          </a:prstGeom>
        </p:spPr>
      </p:pic>
      <p:sp>
        <p:nvSpPr>
          <p:cNvPr id="19" name="Text 14"/>
          <p:cNvSpPr/>
          <p:nvPr/>
        </p:nvSpPr>
        <p:spPr>
          <a:xfrm>
            <a:off x="7031736" y="1892808"/>
            <a:ext cx="1874520" cy="274320"/>
          </a:xfrm>
          <a:prstGeom prst="rect">
            <a:avLst/>
          </a:prstGeom>
          <a:noFill/>
          <a:ln/>
        </p:spPr>
        <p:txBody>
          <a:bodyPr wrap="square" lIns="0" tIns="0" rIns="0" bIns="0" rtlCol="0" anchor="ctr"/>
          <a:lstStyle/>
          <a:p>
            <a:pPr marL="0" indent="0">
              <a:buNone/>
            </a:pPr>
            <a:r>
              <a:rPr lang="en-US" sz="1150" b="1">
                <a:solidFill>
                  <a:srgbClr val="1A1A2E"/>
                </a:solidFill>
                <a:latin typeface="Open Sans"/>
                <a:ea typeface="Open Sans"/>
                <a:cs typeface="Open Sans"/>
              </a:rPr>
              <a:t>Landing Zone </a:t>
            </a:r>
            <a:endParaRPr lang="en-US" sz="1150">
              <a:latin typeface="Open Sans"/>
              <a:ea typeface="Open Sans"/>
              <a:cs typeface="Open Sans"/>
            </a:endParaRPr>
          </a:p>
        </p:txBody>
      </p:sp>
      <p:sp>
        <p:nvSpPr>
          <p:cNvPr id="20" name="Text 15"/>
          <p:cNvSpPr/>
          <p:nvPr/>
        </p:nvSpPr>
        <p:spPr>
          <a:xfrm>
            <a:off x="6437376" y="2377440"/>
            <a:ext cx="2468880" cy="594360"/>
          </a:xfrm>
          <a:prstGeom prst="rect">
            <a:avLst/>
          </a:prstGeom>
          <a:noFill/>
          <a:ln/>
        </p:spPr>
        <p:txBody>
          <a:bodyPr wrap="square" lIns="0" tIns="0" rIns="0" bIns="0" rtlCol="0" anchor="t"/>
          <a:lstStyle/>
          <a:p>
            <a:pPr marL="0" indent="0">
              <a:buNone/>
            </a:pPr>
            <a:r>
              <a:rPr lang="en-US" sz="950">
                <a:solidFill>
                  <a:srgbClr val="6B7280"/>
                </a:solidFill>
                <a:latin typeface="Open Sans" pitchFamily="34" charset="0"/>
                <a:ea typeface="Open Sans" pitchFamily="34" charset="-122"/>
                <a:cs typeface="Open Sans" pitchFamily="34" charset="-120"/>
              </a:rPr>
              <a:t>Gestión de identidad, seguridad y gobierno en la nube.</a:t>
            </a:r>
            <a:endParaRPr lang="en-US" sz="950"/>
          </a:p>
        </p:txBody>
      </p:sp>
      <p:sp>
        <p:nvSpPr>
          <p:cNvPr id="21" name="Shape 16"/>
          <p:cNvSpPr/>
          <p:nvPr/>
        </p:nvSpPr>
        <p:spPr>
          <a:xfrm>
            <a:off x="457200" y="3200400"/>
            <a:ext cx="2743200" cy="1325880"/>
          </a:xfrm>
          <a:prstGeom prst="roundRect">
            <a:avLst>
              <a:gd name="adj" fmla="val 0"/>
            </a:avLst>
          </a:prstGeom>
          <a:solidFill>
            <a:srgbClr val="F2F3F7"/>
          </a:solidFill>
          <a:ln w="6350">
            <a:solidFill>
              <a:srgbClr val="F2F3F7"/>
            </a:solidFill>
            <a:prstDash val="solid"/>
          </a:ln>
        </p:spPr>
        <p:txBody>
          <a:bodyPr/>
          <a:lstStyle/>
          <a:p>
            <a:endParaRPr lang="en-ES"/>
          </a:p>
        </p:txBody>
      </p:sp>
      <p:sp>
        <p:nvSpPr>
          <p:cNvPr id="22" name="Shape 17"/>
          <p:cNvSpPr/>
          <p:nvPr/>
        </p:nvSpPr>
        <p:spPr>
          <a:xfrm>
            <a:off x="640080" y="3383280"/>
            <a:ext cx="457200" cy="457200"/>
          </a:xfrm>
          <a:prstGeom prst="ellipse">
            <a:avLst/>
          </a:prstGeom>
          <a:solidFill>
            <a:srgbClr val="E5E7EB"/>
          </a:solidFill>
          <a:ln w="12700">
            <a:solidFill>
              <a:srgbClr val="E5E7EB"/>
            </a:solidFill>
            <a:prstDash val="solid"/>
          </a:ln>
        </p:spPr>
        <p:txBody>
          <a:bodyPr/>
          <a:lstStyle/>
          <a:p>
            <a:endParaRPr lang="en-ES"/>
          </a:p>
        </p:txBody>
      </p:sp>
      <p:pic>
        <p:nvPicPr>
          <p:cNvPr id="23" name="Image 3" descr="preencoded.png"/>
          <p:cNvPicPr>
            <a:picLocks noChangeAspect="1"/>
          </p:cNvPicPr>
          <p:nvPr/>
        </p:nvPicPr>
        <p:blipFill>
          <a:blip r:embed="rId6"/>
          <a:stretch>
            <a:fillRect/>
          </a:stretch>
        </p:blipFill>
        <p:spPr>
          <a:xfrm>
            <a:off x="731520" y="3474720"/>
            <a:ext cx="274320" cy="274320"/>
          </a:xfrm>
          <a:prstGeom prst="rect">
            <a:avLst/>
          </a:prstGeom>
        </p:spPr>
      </p:pic>
      <p:sp>
        <p:nvSpPr>
          <p:cNvPr id="24" name="Text 18"/>
          <p:cNvSpPr/>
          <p:nvPr/>
        </p:nvSpPr>
        <p:spPr>
          <a:xfrm>
            <a:off x="1234440" y="3401568"/>
            <a:ext cx="1874520" cy="274320"/>
          </a:xfrm>
          <a:prstGeom prst="rect">
            <a:avLst/>
          </a:prstGeom>
          <a:noFill/>
          <a:ln/>
        </p:spPr>
        <p:txBody>
          <a:bodyPr wrap="square" lIns="0" tIns="0" rIns="0" bIns="0" rtlCol="0" anchor="ctr"/>
          <a:lstStyle/>
          <a:p>
            <a:pPr marL="0" indent="0">
              <a:buNone/>
            </a:pPr>
            <a:r>
              <a:rPr lang="en-US" sz="1150" b="1">
                <a:solidFill>
                  <a:srgbClr val="1A1A2E"/>
                </a:solidFill>
                <a:latin typeface="Open Sans" pitchFamily="34" charset="0"/>
                <a:ea typeface="Open Sans" pitchFamily="34" charset="-122"/>
                <a:cs typeface="Open Sans" pitchFamily="34" charset="-120"/>
              </a:rPr>
              <a:t>Evaluación de seguridad</a:t>
            </a:r>
            <a:endParaRPr lang="en-US" sz="1150"/>
          </a:p>
        </p:txBody>
      </p:sp>
      <p:sp>
        <p:nvSpPr>
          <p:cNvPr id="25" name="Text 19"/>
          <p:cNvSpPr/>
          <p:nvPr/>
        </p:nvSpPr>
        <p:spPr>
          <a:xfrm>
            <a:off x="640080" y="3886200"/>
            <a:ext cx="2468880" cy="594360"/>
          </a:xfrm>
          <a:prstGeom prst="rect">
            <a:avLst/>
          </a:prstGeom>
          <a:noFill/>
          <a:ln/>
        </p:spPr>
        <p:txBody>
          <a:bodyPr wrap="square" lIns="0" tIns="0" rIns="0" bIns="0" rtlCol="0" anchor="t"/>
          <a:lstStyle/>
          <a:p>
            <a:pPr marL="0" indent="0">
              <a:buNone/>
            </a:pPr>
            <a:r>
              <a:rPr lang="en-US" sz="950">
                <a:solidFill>
                  <a:srgbClr val="6B7280"/>
                </a:solidFill>
                <a:latin typeface="Open Sans" pitchFamily="34" charset="0"/>
                <a:ea typeface="Open Sans" pitchFamily="34" charset="-122"/>
                <a:cs typeface="Open Sans" pitchFamily="34" charset="-120"/>
              </a:rPr>
              <a:t>Análisis de seguridad de la solución cloud.</a:t>
            </a:r>
            <a:endParaRPr lang="en-US" sz="950"/>
          </a:p>
        </p:txBody>
      </p:sp>
      <p:sp>
        <p:nvSpPr>
          <p:cNvPr id="26" name="Shape 20"/>
          <p:cNvSpPr/>
          <p:nvPr/>
        </p:nvSpPr>
        <p:spPr>
          <a:xfrm>
            <a:off x="3355848" y="3200400"/>
            <a:ext cx="2743200" cy="1325880"/>
          </a:xfrm>
          <a:prstGeom prst="roundRect">
            <a:avLst>
              <a:gd name="adj" fmla="val 0"/>
            </a:avLst>
          </a:prstGeom>
          <a:solidFill>
            <a:srgbClr val="F2F3F7"/>
          </a:solidFill>
          <a:ln w="6350">
            <a:solidFill>
              <a:srgbClr val="F2F3F7"/>
            </a:solidFill>
            <a:prstDash val="solid"/>
          </a:ln>
        </p:spPr>
        <p:txBody>
          <a:bodyPr/>
          <a:lstStyle/>
          <a:p>
            <a:endParaRPr lang="en-ES"/>
          </a:p>
        </p:txBody>
      </p:sp>
      <p:sp>
        <p:nvSpPr>
          <p:cNvPr id="27" name="Shape 21"/>
          <p:cNvSpPr/>
          <p:nvPr/>
        </p:nvSpPr>
        <p:spPr>
          <a:xfrm>
            <a:off x="3538728" y="3383280"/>
            <a:ext cx="457200" cy="457200"/>
          </a:xfrm>
          <a:prstGeom prst="ellipse">
            <a:avLst/>
          </a:prstGeom>
          <a:solidFill>
            <a:srgbClr val="E5E7EB"/>
          </a:solidFill>
          <a:ln w="12700">
            <a:solidFill>
              <a:srgbClr val="E5E7EB"/>
            </a:solidFill>
            <a:prstDash val="solid"/>
          </a:ln>
        </p:spPr>
        <p:txBody>
          <a:bodyPr/>
          <a:lstStyle/>
          <a:p>
            <a:endParaRPr lang="en-ES"/>
          </a:p>
        </p:txBody>
      </p:sp>
      <p:pic>
        <p:nvPicPr>
          <p:cNvPr id="28" name="Image 4" descr="preencoded.png"/>
          <p:cNvPicPr>
            <a:picLocks noChangeAspect="1"/>
          </p:cNvPicPr>
          <p:nvPr/>
        </p:nvPicPr>
        <p:blipFill>
          <a:blip r:embed="rId7"/>
          <a:stretch>
            <a:fillRect/>
          </a:stretch>
        </p:blipFill>
        <p:spPr>
          <a:xfrm>
            <a:off x="3630168" y="3474720"/>
            <a:ext cx="274320" cy="274320"/>
          </a:xfrm>
          <a:prstGeom prst="rect">
            <a:avLst/>
          </a:prstGeom>
        </p:spPr>
      </p:pic>
      <p:sp>
        <p:nvSpPr>
          <p:cNvPr id="29" name="Text 22"/>
          <p:cNvSpPr/>
          <p:nvPr/>
        </p:nvSpPr>
        <p:spPr>
          <a:xfrm>
            <a:off x="4133088" y="3401568"/>
            <a:ext cx="1874520" cy="274320"/>
          </a:xfrm>
          <a:prstGeom prst="rect">
            <a:avLst/>
          </a:prstGeom>
          <a:noFill/>
          <a:ln/>
        </p:spPr>
        <p:txBody>
          <a:bodyPr wrap="square" lIns="0" tIns="0" rIns="0" bIns="0" rtlCol="0" anchor="ctr"/>
          <a:lstStyle/>
          <a:p>
            <a:pPr marL="0" indent="0">
              <a:buNone/>
            </a:pPr>
            <a:r>
              <a:rPr lang="en-US" sz="1150" b="1">
                <a:solidFill>
                  <a:srgbClr val="1A1A2E"/>
                </a:solidFill>
                <a:latin typeface="Open Sans" pitchFamily="34" charset="0"/>
                <a:ea typeface="Open Sans" pitchFamily="34" charset="-122"/>
                <a:cs typeface="Open Sans" pitchFamily="34" charset="-120"/>
              </a:rPr>
              <a:t>Testing funcional continuo</a:t>
            </a:r>
            <a:endParaRPr lang="en-US" sz="1150"/>
          </a:p>
        </p:txBody>
      </p:sp>
      <p:sp>
        <p:nvSpPr>
          <p:cNvPr id="30" name="Text 23"/>
          <p:cNvSpPr/>
          <p:nvPr/>
        </p:nvSpPr>
        <p:spPr>
          <a:xfrm>
            <a:off x="3538728" y="3886200"/>
            <a:ext cx="2468880" cy="594360"/>
          </a:xfrm>
          <a:prstGeom prst="rect">
            <a:avLst/>
          </a:prstGeom>
          <a:noFill/>
          <a:ln/>
        </p:spPr>
        <p:txBody>
          <a:bodyPr wrap="square" lIns="0" tIns="0" rIns="0" bIns="0" rtlCol="0" anchor="t"/>
          <a:lstStyle/>
          <a:p>
            <a:r>
              <a:rPr lang="en-US" sz="950">
                <a:solidFill>
                  <a:srgbClr val="6B7280"/>
                </a:solidFill>
                <a:latin typeface="Open Sans"/>
                <a:ea typeface="Open Sans"/>
                <a:cs typeface="Open Sans"/>
              </a:rPr>
              <a:t>Calidad del software </a:t>
            </a:r>
            <a:r>
              <a:rPr lang="en-US" sz="950" err="1">
                <a:solidFill>
                  <a:srgbClr val="6B7280"/>
                </a:solidFill>
                <a:latin typeface="Open Sans"/>
                <a:ea typeface="Open Sans"/>
                <a:cs typeface="Open Sans"/>
              </a:rPr>
              <a:t>durante</a:t>
            </a:r>
            <a:r>
              <a:rPr lang="en-US" sz="950">
                <a:solidFill>
                  <a:srgbClr val="6B7280"/>
                </a:solidFill>
                <a:latin typeface="Open Sans"/>
                <a:ea typeface="Open Sans"/>
                <a:cs typeface="Open Sans"/>
              </a:rPr>
              <a:t> </a:t>
            </a:r>
            <a:r>
              <a:rPr lang="en-US" sz="950" err="1">
                <a:solidFill>
                  <a:srgbClr val="6B7280"/>
                </a:solidFill>
                <a:latin typeface="Open Sans"/>
                <a:ea typeface="Open Sans"/>
                <a:cs typeface="Open Sans"/>
              </a:rPr>
              <a:t>todo</a:t>
            </a:r>
            <a:r>
              <a:rPr lang="en-US" sz="950">
                <a:solidFill>
                  <a:srgbClr val="6B7280"/>
                </a:solidFill>
                <a:latin typeface="Open Sans"/>
                <a:ea typeface="Open Sans"/>
                <a:cs typeface="Open Sans"/>
              </a:rPr>
              <a:t> </a:t>
            </a:r>
            <a:r>
              <a:rPr lang="en-US" sz="950" err="1">
                <a:solidFill>
                  <a:srgbClr val="6B7280"/>
                </a:solidFill>
                <a:latin typeface="Open Sans"/>
                <a:ea typeface="Open Sans"/>
                <a:cs typeface="Open Sans"/>
              </a:rPr>
              <a:t>el</a:t>
            </a:r>
            <a:r>
              <a:rPr lang="en-US" sz="950">
                <a:solidFill>
                  <a:srgbClr val="6B7280"/>
                </a:solidFill>
                <a:latin typeface="Open Sans"/>
                <a:ea typeface="Open Sans"/>
                <a:cs typeface="Open Sans"/>
              </a:rPr>
              <a:t> </a:t>
            </a:r>
            <a:r>
              <a:rPr lang="en-US" sz="950" err="1">
                <a:solidFill>
                  <a:srgbClr val="6B7280"/>
                </a:solidFill>
                <a:latin typeface="Open Sans"/>
                <a:ea typeface="Open Sans"/>
                <a:cs typeface="Open Sans"/>
              </a:rPr>
              <a:t>desarrollo</a:t>
            </a:r>
            <a:r>
              <a:rPr lang="en-US" sz="950">
                <a:solidFill>
                  <a:srgbClr val="6B7280"/>
                </a:solidFill>
                <a:latin typeface="Open Sans"/>
                <a:ea typeface="Open Sans"/>
                <a:cs typeface="Open Sans"/>
              </a:rPr>
              <a:t> con </a:t>
            </a:r>
            <a:r>
              <a:rPr lang="en-US" sz="950" err="1">
                <a:solidFill>
                  <a:srgbClr val="6B7280"/>
                </a:solidFill>
                <a:latin typeface="Open Sans"/>
                <a:ea typeface="Open Sans"/>
                <a:cs typeface="Open Sans"/>
              </a:rPr>
              <a:t>foco</a:t>
            </a:r>
            <a:r>
              <a:rPr lang="en-US" sz="950">
                <a:solidFill>
                  <a:srgbClr val="6B7280"/>
                </a:solidFill>
                <a:latin typeface="Open Sans"/>
                <a:ea typeface="Open Sans"/>
                <a:cs typeface="Open Sans"/>
              </a:rPr>
              <a:t> </a:t>
            </a:r>
            <a:r>
              <a:rPr lang="en-US" sz="950" err="1">
                <a:solidFill>
                  <a:srgbClr val="6B7280"/>
                </a:solidFill>
                <a:latin typeface="Open Sans"/>
                <a:ea typeface="Open Sans"/>
                <a:cs typeface="Open Sans"/>
              </a:rPr>
              <a:t>en</a:t>
            </a:r>
            <a:r>
              <a:rPr lang="en-US" sz="950">
                <a:solidFill>
                  <a:srgbClr val="6B7280"/>
                </a:solidFill>
                <a:latin typeface="Open Sans"/>
                <a:ea typeface="Open Sans"/>
                <a:cs typeface="Open Sans"/>
              </a:rPr>
              <a:t> </a:t>
            </a:r>
            <a:r>
              <a:rPr lang="en-US" sz="950" err="1">
                <a:solidFill>
                  <a:srgbClr val="6B7280"/>
                </a:solidFill>
                <a:latin typeface="Open Sans"/>
                <a:ea typeface="Open Sans"/>
                <a:cs typeface="Open Sans"/>
              </a:rPr>
              <a:t>automatización</a:t>
            </a:r>
            <a:r>
              <a:rPr lang="en-US" sz="950">
                <a:solidFill>
                  <a:srgbClr val="6B7280"/>
                </a:solidFill>
                <a:latin typeface="Open Sans"/>
                <a:ea typeface="Open Sans"/>
                <a:cs typeface="Open Sans"/>
              </a:rPr>
              <a:t>.</a:t>
            </a:r>
          </a:p>
        </p:txBody>
      </p:sp>
      <p:sp>
        <p:nvSpPr>
          <p:cNvPr id="31" name="Shape 24"/>
          <p:cNvSpPr/>
          <p:nvPr/>
        </p:nvSpPr>
        <p:spPr>
          <a:xfrm>
            <a:off x="6254496" y="3200400"/>
            <a:ext cx="2743200" cy="1325880"/>
          </a:xfrm>
          <a:prstGeom prst="roundRect">
            <a:avLst>
              <a:gd name="adj" fmla="val 0"/>
            </a:avLst>
          </a:prstGeom>
          <a:solidFill>
            <a:srgbClr val="F2F3F7"/>
          </a:solidFill>
          <a:ln w="6350">
            <a:solidFill>
              <a:srgbClr val="F2F3F7"/>
            </a:solidFill>
            <a:prstDash val="solid"/>
          </a:ln>
        </p:spPr>
        <p:txBody>
          <a:bodyPr/>
          <a:lstStyle/>
          <a:p>
            <a:endParaRPr lang="en-ES"/>
          </a:p>
        </p:txBody>
      </p:sp>
      <p:sp>
        <p:nvSpPr>
          <p:cNvPr id="32" name="Shape 25"/>
          <p:cNvSpPr/>
          <p:nvPr/>
        </p:nvSpPr>
        <p:spPr>
          <a:xfrm>
            <a:off x="6437376" y="3383280"/>
            <a:ext cx="457200" cy="457200"/>
          </a:xfrm>
          <a:prstGeom prst="ellipse">
            <a:avLst/>
          </a:prstGeom>
          <a:solidFill>
            <a:srgbClr val="E5E7EB"/>
          </a:solidFill>
          <a:ln w="12700">
            <a:solidFill>
              <a:srgbClr val="E5E7EB"/>
            </a:solidFill>
            <a:prstDash val="solid"/>
          </a:ln>
        </p:spPr>
        <p:txBody>
          <a:bodyPr/>
          <a:lstStyle/>
          <a:p>
            <a:endParaRPr lang="en-ES"/>
          </a:p>
        </p:txBody>
      </p:sp>
      <p:pic>
        <p:nvPicPr>
          <p:cNvPr id="33" name="Image 5" descr="preencoded.png"/>
          <p:cNvPicPr>
            <a:picLocks noChangeAspect="1"/>
          </p:cNvPicPr>
          <p:nvPr/>
        </p:nvPicPr>
        <p:blipFill>
          <a:blip r:embed="rId8"/>
          <a:stretch>
            <a:fillRect/>
          </a:stretch>
        </p:blipFill>
        <p:spPr>
          <a:xfrm>
            <a:off x="6528816" y="3474720"/>
            <a:ext cx="274320" cy="274320"/>
          </a:xfrm>
          <a:prstGeom prst="rect">
            <a:avLst/>
          </a:prstGeom>
        </p:spPr>
      </p:pic>
      <p:sp>
        <p:nvSpPr>
          <p:cNvPr id="34" name="Text 26"/>
          <p:cNvSpPr/>
          <p:nvPr/>
        </p:nvSpPr>
        <p:spPr>
          <a:xfrm>
            <a:off x="7031736" y="3401568"/>
            <a:ext cx="1874520" cy="274320"/>
          </a:xfrm>
          <a:prstGeom prst="rect">
            <a:avLst/>
          </a:prstGeom>
          <a:noFill/>
          <a:ln/>
        </p:spPr>
        <p:txBody>
          <a:bodyPr wrap="square" lIns="0" tIns="0" rIns="0" bIns="0" rtlCol="0" anchor="ctr"/>
          <a:lstStyle/>
          <a:p>
            <a:pPr marL="0" indent="0">
              <a:buNone/>
            </a:pPr>
            <a:r>
              <a:rPr lang="en-US" sz="1150" b="1">
                <a:solidFill>
                  <a:srgbClr val="1A1A2E"/>
                </a:solidFill>
                <a:latin typeface="Open Sans" pitchFamily="34" charset="0"/>
                <a:ea typeface="Open Sans" pitchFamily="34" charset="-122"/>
                <a:cs typeface="Open Sans" pitchFamily="34" charset="-120"/>
              </a:rPr>
              <a:t>Continuous Tech Advisory</a:t>
            </a:r>
            <a:endParaRPr lang="en-US" sz="1150"/>
          </a:p>
        </p:txBody>
      </p:sp>
      <p:sp>
        <p:nvSpPr>
          <p:cNvPr id="35" name="Text 27"/>
          <p:cNvSpPr/>
          <p:nvPr/>
        </p:nvSpPr>
        <p:spPr>
          <a:xfrm>
            <a:off x="6437376" y="3886200"/>
            <a:ext cx="2468880" cy="594360"/>
          </a:xfrm>
          <a:prstGeom prst="rect">
            <a:avLst/>
          </a:prstGeom>
          <a:noFill/>
          <a:ln/>
        </p:spPr>
        <p:txBody>
          <a:bodyPr wrap="square" lIns="0" tIns="0" rIns="0" bIns="0" rtlCol="0" anchor="t"/>
          <a:lstStyle/>
          <a:p>
            <a:pPr marL="0" indent="0">
              <a:buNone/>
            </a:pPr>
            <a:r>
              <a:rPr lang="en-US" sz="950">
                <a:solidFill>
                  <a:srgbClr val="6B7280"/>
                </a:solidFill>
                <a:latin typeface="Open Sans" pitchFamily="34" charset="0"/>
                <a:ea typeface="Open Sans" pitchFamily="34" charset="-122"/>
                <a:cs typeface="Open Sans" pitchFamily="34" charset="-120"/>
              </a:rPr>
              <a:t>Advisor senior que aporta criterio estratégico y técnico.</a:t>
            </a:r>
            <a:endParaRPr lang="en-US" sz="950"/>
          </a:p>
        </p:txBody>
      </p:sp>
      <p:grpSp>
        <p:nvGrpSpPr>
          <p:cNvPr id="40" name="Group 39">
            <a:extLst>
              <a:ext uri="{FF2B5EF4-FFF2-40B4-BE49-F238E27FC236}">
                <a16:creationId xmlns:a16="http://schemas.microsoft.com/office/drawing/2014/main" id="{BD4F1025-DA62-A588-49AA-A21F6A9BC71C}"/>
              </a:ext>
            </a:extLst>
          </p:cNvPr>
          <p:cNvGrpSpPr/>
          <p:nvPr/>
        </p:nvGrpSpPr>
        <p:grpSpPr>
          <a:xfrm>
            <a:off x="8039657" y="4755838"/>
            <a:ext cx="795753" cy="246857"/>
            <a:chOff x="7435419" y="4613467"/>
            <a:chExt cx="1708581" cy="530033"/>
          </a:xfrm>
        </p:grpSpPr>
        <p:pic>
          <p:nvPicPr>
            <p:cNvPr id="41" name="Picture 40" descr="A black background with white text  AI-generated content may be incorrect.">
              <a:extLst>
                <a:ext uri="{FF2B5EF4-FFF2-40B4-BE49-F238E27FC236}">
                  <a16:creationId xmlns:a16="http://schemas.microsoft.com/office/drawing/2014/main" id="{A0EEDCDE-B75B-AC7A-1978-B0A4E4F79F9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42" name="Rectangle 41">
              <a:extLst>
                <a:ext uri="{FF2B5EF4-FFF2-40B4-BE49-F238E27FC236}">
                  <a16:creationId xmlns:a16="http://schemas.microsoft.com/office/drawing/2014/main" id="{A8F89F5C-2F9E-E5BA-3A0B-C2FC975195A4}"/>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43" name="Marcador de número de diapositiva 1">
              <a:extLst>
                <a:ext uri="{FF2B5EF4-FFF2-40B4-BE49-F238E27FC236}">
                  <a16:creationId xmlns:a16="http://schemas.microsoft.com/office/drawing/2014/main" id="{295F454C-267E-1C64-F5FD-926132D65C74}"/>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40</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ES" sz="18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3" name="Shape 1"/>
          <p:cNvSpPr/>
          <p:nvPr/>
        </p:nvSpPr>
        <p:spPr>
          <a:xfrm>
            <a:off x="457200" y="411480"/>
            <a:ext cx="320040" cy="36576"/>
          </a:xfrm>
          <a:prstGeom prst="rect">
            <a:avLst/>
          </a:prstGeom>
          <a:solidFill>
            <a:srgbClr val="3D5AFE"/>
          </a:solidFill>
          <a:ln w="12700">
            <a:solidFill>
              <a:srgbClr val="3D5AF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ES" sz="18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4" name="Text 2"/>
          <p:cNvSpPr/>
          <p:nvPr/>
        </p:nvSpPr>
        <p:spPr>
          <a:xfrm>
            <a:off x="457200" y="502920"/>
            <a:ext cx="5486400" cy="25603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400" normalizeH="0" baseline="0" noProof="0">
                <a:ln>
                  <a:noFill/>
                </a:ln>
                <a:solidFill>
                  <a:srgbClr val="3D5AFE"/>
                </a:solidFill>
                <a:effectLst/>
                <a:uLnTx/>
                <a:uFillTx/>
                <a:latin typeface="Open Sans"/>
                <a:ea typeface="Open Sans"/>
                <a:cs typeface="Open Sans"/>
              </a:rPr>
              <a:t>SERVICIOS ADICIONALES</a:t>
            </a:r>
            <a:endParaRPr kumimoji="0" lang="en-US" sz="10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5" name="Text 3"/>
          <p:cNvSpPr/>
          <p:nvPr/>
        </p:nvSpPr>
        <p:spPr>
          <a:xfrm>
            <a:off x="457200" y="868680"/>
            <a:ext cx="8229600" cy="64008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800" b="1" i="0" u="none" strike="noStrike" kern="1200" cap="none" spc="0" normalizeH="0" baseline="0" noProof="0">
                <a:ln>
                  <a:noFill/>
                </a:ln>
                <a:solidFill>
                  <a:srgbClr val="1A1A2E"/>
                </a:solidFill>
                <a:effectLst/>
                <a:uLnTx/>
                <a:uFillTx/>
                <a:latin typeface="Outfit" pitchFamily="34" charset="0"/>
                <a:ea typeface="Open Sans" pitchFamily="34" charset="-122"/>
                <a:cs typeface="Open Sans" pitchFamily="34" charset="-120"/>
              </a:rPr>
              <a:t>Continuous Tech Advisory</a:t>
            </a:r>
            <a:endParaRPr kumimoji="0" lang="en-US" sz="2800" b="0" i="0" u="none" strike="noStrike" kern="1200" cap="none" spc="0" normalizeH="0" baseline="0" noProof="0">
              <a:ln>
                <a:noFill/>
              </a:ln>
              <a:solidFill>
                <a:prstClr val="black"/>
              </a:solidFill>
              <a:effectLst/>
              <a:uLnTx/>
              <a:uFillTx/>
              <a:latin typeface="Open Sans" panose="020F0502020204030204"/>
              <a:ea typeface="+mn-ea"/>
              <a:cs typeface="+mn-cs"/>
            </a:endParaRPr>
          </a:p>
        </p:txBody>
      </p:sp>
      <p:sp>
        <p:nvSpPr>
          <p:cNvPr id="6" name="Text 4"/>
          <p:cNvSpPr/>
          <p:nvPr/>
        </p:nvSpPr>
        <p:spPr>
          <a:xfrm>
            <a:off x="457200" y="1600000"/>
            <a:ext cx="4950000" cy="5200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dirty="0">
                <a:ln>
                  <a:noFill/>
                </a:ln>
                <a:solidFill>
                  <a:srgbClr val="1A1A2E"/>
                </a:solidFill>
                <a:effectLst/>
                <a:uLnTx/>
                <a:uFillTx/>
                <a:latin typeface="Open Sans" pitchFamily="34" charset="0"/>
                <a:ea typeface="Open Sans" pitchFamily="34" charset="-122"/>
                <a:cs typeface="Open Sans" pitchFamily="34" charset="-120"/>
              </a:rPr>
              <a:t>Es un servicio de acompañamiento desde nuestro equipo más experto que complementa al equipo del proyecto, aportando criterio estratégico y técnico en los momentos clave así como involucrando, cuando hace falta, a los mejores expertos de la empresa.</a:t>
            </a:r>
            <a:endParaRPr kumimoji="0" lang="en-US" sz="1200" b="0" i="0" u="none" strike="noStrike" kern="1200" cap="none" spc="0" normalizeH="0" baseline="0" noProof="0" dirty="0">
              <a:ln>
                <a:noFill/>
              </a:ln>
              <a:solidFill>
                <a:prstClr val="black"/>
              </a:solidFill>
              <a:effectLst/>
              <a:uLnTx/>
              <a:uFillTx/>
              <a:latin typeface="Open Sans" panose="020F0502020204030204"/>
              <a:ea typeface="+mn-ea"/>
              <a:cs typeface="+mn-cs"/>
            </a:endParaRPr>
          </a:p>
        </p:txBody>
      </p:sp>
      <p:sp>
        <p:nvSpPr>
          <p:cNvPr id="100" name="Bullets"/>
          <p:cNvSpPr txBox="1"/>
          <p:nvPr/>
        </p:nvSpPr>
        <p:spPr>
          <a:xfrm>
            <a:off x="457200" y="2450000"/>
            <a:ext cx="4950000" cy="2550000"/>
          </a:xfrm>
          <a:prstGeom prst="rect">
            <a:avLst/>
          </a:prstGeom>
          <a:noFill/>
          <a:ln/>
        </p:spPr>
        <p:txBody>
          <a:bodyPr wrap="square" lIns="0" tIns="0" rIns="0" bIns="0" rtlCol="0" anchor="t"/>
          <a:lstStyle/>
          <a:p>
            <a:pPr marL="228600" marR="0" lvl="0" indent="-228600" algn="l" defTabSz="914400" rtl="0" eaLnBrk="1" fontAlgn="auto" latinLnBrk="0" hangingPunct="1">
              <a:lnSpc>
                <a:spcPct val="100000"/>
              </a:lnSpc>
              <a:spcBef>
                <a:spcPts val="0"/>
              </a:spcBef>
              <a:spcAft>
                <a:spcPts val="160"/>
              </a:spcAft>
              <a:buClrTx/>
              <a:buSzTx/>
              <a:buFontTx/>
              <a:buChar char="▪"/>
              <a:tabLst/>
              <a:defRPr/>
            </a:pPr>
            <a:r>
              <a:rPr kumimoji="0" lang="es-ES" sz="1000" b="0" i="0" u="none" strike="noStrike" kern="1200" cap="none" spc="0" normalizeH="0" baseline="0" noProof="0" dirty="0">
                <a:ln>
                  <a:noFill/>
                </a:ln>
                <a:solidFill>
                  <a:srgbClr val="1A1A2E"/>
                </a:solidFill>
                <a:effectLst/>
                <a:uLnTx/>
                <a:uFillTx/>
                <a:latin typeface="Open Sans" pitchFamily="34" charset="0"/>
                <a:ea typeface="+mn-ea"/>
                <a:cs typeface="+mn-cs"/>
              </a:rPr>
              <a:t>Un </a:t>
            </a:r>
            <a:r>
              <a:rPr kumimoji="0" lang="es-ES" sz="1000" b="1" i="0" u="none" strike="noStrike" kern="1200" cap="none" spc="0" normalizeH="0" baseline="0" noProof="0" dirty="0" err="1">
                <a:ln>
                  <a:noFill/>
                </a:ln>
                <a:solidFill>
                  <a:srgbClr val="1A1A2E"/>
                </a:solidFill>
                <a:effectLst/>
                <a:uLnTx/>
                <a:uFillTx/>
                <a:latin typeface="Open Sans" pitchFamily="34" charset="0"/>
                <a:ea typeface="+mn-ea"/>
                <a:cs typeface="+mn-cs"/>
              </a:rPr>
              <a:t>advisor</a:t>
            </a:r>
            <a:r>
              <a:rPr kumimoji="0" lang="es-ES" sz="1000" b="1" i="0" u="none" strike="noStrike" kern="1200" cap="none" spc="0" normalizeH="0" baseline="0" noProof="0" dirty="0">
                <a:ln>
                  <a:noFill/>
                </a:ln>
                <a:solidFill>
                  <a:srgbClr val="1A1A2E"/>
                </a:solidFill>
                <a:effectLst/>
                <a:uLnTx/>
                <a:uFillTx/>
                <a:latin typeface="Open Sans" pitchFamily="34" charset="0"/>
                <a:ea typeface="+mn-ea"/>
                <a:cs typeface="+mn-cs"/>
              </a:rPr>
              <a:t> senior de referencia</a:t>
            </a:r>
            <a:r>
              <a:rPr kumimoji="0" lang="es-ES" sz="1000" b="0" i="0" u="none" strike="noStrike" kern="1200" cap="none" spc="0" normalizeH="0" baseline="0" noProof="0" dirty="0">
                <a:ln>
                  <a:noFill/>
                </a:ln>
                <a:solidFill>
                  <a:srgbClr val="1A1A2E"/>
                </a:solidFill>
                <a:effectLst/>
                <a:uLnTx/>
                <a:uFillTx/>
                <a:latin typeface="Open Sans" pitchFamily="34" charset="0"/>
                <a:ea typeface="+mn-ea"/>
                <a:cs typeface="+mn-cs"/>
              </a:rPr>
              <a:t> acompaña el proyecto con asignación de varios días al mes.</a:t>
            </a:r>
          </a:p>
          <a:p>
            <a:pPr marL="228600" marR="0" lvl="0" indent="-228600" algn="l" defTabSz="914400" rtl="0" eaLnBrk="1" fontAlgn="auto" latinLnBrk="0" hangingPunct="1">
              <a:lnSpc>
                <a:spcPct val="100000"/>
              </a:lnSpc>
              <a:spcBef>
                <a:spcPts val="0"/>
              </a:spcBef>
              <a:spcAft>
                <a:spcPts val="160"/>
              </a:spcAft>
              <a:buClrTx/>
              <a:buSzTx/>
              <a:buFontTx/>
              <a:buChar char="▪"/>
              <a:tabLst/>
              <a:defRPr/>
            </a:pPr>
            <a:r>
              <a:rPr kumimoji="0" lang="es-ES" sz="1000" b="0" i="0" u="none" strike="noStrike" kern="1200" cap="none" spc="0" normalizeH="0" baseline="0" noProof="0" dirty="0">
                <a:ln>
                  <a:noFill/>
                </a:ln>
                <a:solidFill>
                  <a:srgbClr val="1A1A2E"/>
                </a:solidFill>
                <a:effectLst/>
                <a:uLnTx/>
                <a:uFillTx/>
                <a:latin typeface="Open Sans" pitchFamily="34" charset="0"/>
                <a:ea typeface="+mn-ea"/>
                <a:cs typeface="+mn-cs"/>
              </a:rPr>
              <a:t>Combina soporte al equipo en el </a:t>
            </a:r>
            <a:r>
              <a:rPr kumimoji="0" lang="es-ES" sz="1000" b="1" i="0" u="none" strike="noStrike" kern="1200" cap="none" spc="0" normalizeH="0" baseline="0" noProof="0" dirty="0" err="1">
                <a:ln>
                  <a:noFill/>
                </a:ln>
                <a:solidFill>
                  <a:srgbClr val="1A1A2E"/>
                </a:solidFill>
                <a:effectLst/>
                <a:uLnTx/>
                <a:uFillTx/>
                <a:latin typeface="Open Sans" pitchFamily="34" charset="0"/>
                <a:ea typeface="+mn-ea"/>
                <a:cs typeface="+mn-cs"/>
              </a:rPr>
              <a:t>delivery</a:t>
            </a:r>
            <a:r>
              <a:rPr kumimoji="0" lang="es-ES" sz="1000" b="0" i="0" u="none" strike="noStrike" kern="1200" cap="none" spc="0" normalizeH="0" baseline="0" noProof="0" dirty="0">
                <a:ln>
                  <a:noFill/>
                </a:ln>
                <a:solidFill>
                  <a:srgbClr val="1A1A2E"/>
                </a:solidFill>
                <a:effectLst/>
                <a:uLnTx/>
                <a:uFillTx/>
                <a:latin typeface="Open Sans" pitchFamily="34" charset="0"/>
                <a:ea typeface="+mn-ea"/>
                <a:cs typeface="+mn-cs"/>
              </a:rPr>
              <a:t> así como acudir a reuniones estratégicas con </a:t>
            </a:r>
            <a:r>
              <a:rPr kumimoji="0" lang="es-ES" sz="1000" b="0" i="0" u="none" strike="noStrike" kern="1200" cap="none" spc="0" normalizeH="0" baseline="0" noProof="0" dirty="0" err="1">
                <a:ln>
                  <a:noFill/>
                </a:ln>
                <a:solidFill>
                  <a:srgbClr val="1A1A2E"/>
                </a:solidFill>
                <a:effectLst/>
                <a:uLnTx/>
                <a:uFillTx/>
                <a:latin typeface="Open Sans" pitchFamily="34" charset="0"/>
                <a:ea typeface="+mn-ea"/>
                <a:cs typeface="+mn-cs"/>
              </a:rPr>
              <a:t>stakeholders</a:t>
            </a:r>
            <a:r>
              <a:rPr kumimoji="0" lang="es-ES" sz="1000" b="0" i="0" u="none" strike="noStrike" kern="1200" cap="none" spc="0" normalizeH="0" baseline="0" noProof="0" dirty="0">
                <a:ln>
                  <a:noFill/>
                </a:ln>
                <a:solidFill>
                  <a:srgbClr val="1A1A2E"/>
                </a:solidFill>
                <a:effectLst/>
                <a:uLnTx/>
                <a:uFillTx/>
                <a:latin typeface="Open Sans" pitchFamily="34" charset="0"/>
                <a:ea typeface="+mn-ea"/>
                <a:cs typeface="+mn-cs"/>
              </a:rPr>
              <a:t> del cliente.</a:t>
            </a:r>
          </a:p>
          <a:p>
            <a:pPr marL="228600" marR="0" lvl="0" indent="-228600" algn="l" defTabSz="914400" rtl="0" eaLnBrk="1" fontAlgn="auto" latinLnBrk="0" hangingPunct="1">
              <a:lnSpc>
                <a:spcPct val="100000"/>
              </a:lnSpc>
              <a:spcBef>
                <a:spcPts val="0"/>
              </a:spcBef>
              <a:spcAft>
                <a:spcPts val="160"/>
              </a:spcAft>
              <a:buClrTx/>
              <a:buSzTx/>
              <a:buFontTx/>
              <a:buChar char="▪"/>
              <a:tabLst/>
              <a:defRPr/>
            </a:pPr>
            <a:r>
              <a:rPr kumimoji="0" lang="es-ES" sz="1000" b="1" i="0" u="none" strike="noStrike" kern="1200" cap="none" spc="0" normalizeH="0" baseline="0" noProof="0" dirty="0">
                <a:ln>
                  <a:noFill/>
                </a:ln>
                <a:solidFill>
                  <a:srgbClr val="1A1A2E"/>
                </a:solidFill>
                <a:effectLst/>
                <a:uLnTx/>
                <a:uFillTx/>
                <a:latin typeface="Open Sans" pitchFamily="34" charset="0"/>
                <a:ea typeface="+mn-ea"/>
                <a:cs typeface="+mn-cs"/>
              </a:rPr>
              <a:t>Rol proactivo</a:t>
            </a:r>
            <a:r>
              <a:rPr kumimoji="0" lang="es-ES" sz="1000" b="0" i="0" u="none" strike="noStrike" kern="1200" cap="none" spc="0" normalizeH="0" baseline="0" noProof="0" dirty="0">
                <a:ln>
                  <a:noFill/>
                </a:ln>
                <a:solidFill>
                  <a:srgbClr val="1A1A2E"/>
                </a:solidFill>
                <a:effectLst/>
                <a:uLnTx/>
                <a:uFillTx/>
                <a:latin typeface="Open Sans" pitchFamily="34" charset="0"/>
                <a:ea typeface="+mn-ea"/>
                <a:cs typeface="+mn-cs"/>
              </a:rPr>
              <a:t> que garantiza calidad, coherencia técnica y buenas decisiones, acompañando a los equipos más allá del día a día.</a:t>
            </a:r>
          </a:p>
          <a:p>
            <a:pPr marL="228600" marR="0" lvl="0" indent="-228600" algn="l" defTabSz="914400" rtl="0" eaLnBrk="1" fontAlgn="auto" latinLnBrk="0" hangingPunct="1">
              <a:lnSpc>
                <a:spcPct val="100000"/>
              </a:lnSpc>
              <a:spcBef>
                <a:spcPts val="0"/>
              </a:spcBef>
              <a:spcAft>
                <a:spcPts val="160"/>
              </a:spcAft>
              <a:buClrTx/>
              <a:buSzTx/>
              <a:buFontTx/>
              <a:buChar char="▪"/>
              <a:tabLst/>
              <a:defRPr/>
            </a:pPr>
            <a:r>
              <a:rPr kumimoji="0" lang="es-ES" sz="1000" b="1" i="0" u="none" strike="noStrike" kern="1200" cap="none" spc="0" normalizeH="0" baseline="0" noProof="0" dirty="0">
                <a:ln>
                  <a:noFill/>
                </a:ln>
                <a:solidFill>
                  <a:srgbClr val="1A1A2E"/>
                </a:solidFill>
                <a:effectLst/>
                <a:uLnTx/>
                <a:uFillTx/>
                <a:latin typeface="Open Sans" pitchFamily="34" charset="0"/>
                <a:ea typeface="+mn-ea"/>
                <a:cs typeface="+mn-cs"/>
              </a:rPr>
              <a:t>Asegura continuidad técnica</a:t>
            </a:r>
            <a:r>
              <a:rPr kumimoji="0" lang="es-ES" sz="1000" b="0" i="0" u="none" strike="noStrike" kern="1200" cap="none" spc="0" normalizeH="0" baseline="0" noProof="0" dirty="0">
                <a:ln>
                  <a:noFill/>
                </a:ln>
                <a:solidFill>
                  <a:srgbClr val="1A1A2E"/>
                </a:solidFill>
                <a:effectLst/>
                <a:uLnTx/>
                <a:uFillTx/>
                <a:latin typeface="Open Sans" pitchFamily="34" charset="0"/>
                <a:ea typeface="+mn-ea"/>
                <a:cs typeface="+mn-cs"/>
              </a:rPr>
              <a:t> incluso ante cambios de personas, rotación de equipos o reorganizaciones.</a:t>
            </a:r>
          </a:p>
          <a:p>
            <a:pPr marL="228600" marR="0" lvl="0" indent="-228600" algn="l" defTabSz="914400" rtl="0" eaLnBrk="1" fontAlgn="auto" latinLnBrk="0" hangingPunct="1">
              <a:lnSpc>
                <a:spcPct val="100000"/>
              </a:lnSpc>
              <a:spcBef>
                <a:spcPts val="0"/>
              </a:spcBef>
              <a:spcAft>
                <a:spcPts val="160"/>
              </a:spcAft>
              <a:buClrTx/>
              <a:buSzTx/>
              <a:buFontTx/>
              <a:buChar char="▪"/>
              <a:tabLst/>
              <a:defRPr/>
            </a:pPr>
            <a:r>
              <a:rPr kumimoji="0" lang="es-ES" sz="1000" b="0" i="0" u="none" strike="noStrike" kern="1200" cap="none" spc="0" normalizeH="0" baseline="0" noProof="0" dirty="0">
                <a:ln>
                  <a:noFill/>
                </a:ln>
                <a:solidFill>
                  <a:srgbClr val="1A1A2E"/>
                </a:solidFill>
                <a:effectLst/>
                <a:uLnTx/>
                <a:uFillTx/>
                <a:latin typeface="Open Sans" pitchFamily="34" charset="0"/>
                <a:ea typeface="+mn-ea"/>
                <a:cs typeface="+mn-cs"/>
              </a:rPr>
              <a:t>Se apoya en un </a:t>
            </a:r>
            <a:r>
              <a:rPr kumimoji="0" lang="es-ES" sz="1000" b="1" i="0" u="none" strike="noStrike" kern="1200" cap="none" spc="0" normalizeH="0" baseline="0" noProof="0" dirty="0">
                <a:ln>
                  <a:noFill/>
                </a:ln>
                <a:solidFill>
                  <a:srgbClr val="1A1A2E"/>
                </a:solidFill>
                <a:effectLst/>
                <a:uLnTx/>
                <a:uFillTx/>
                <a:latin typeface="Open Sans" pitchFamily="34" charset="0"/>
                <a:ea typeface="+mn-ea"/>
                <a:cs typeface="+mn-cs"/>
              </a:rPr>
              <a:t>ecosistema de expertos</a:t>
            </a:r>
            <a:r>
              <a:rPr kumimoji="0" lang="es-ES" sz="1000" b="0" i="0" u="none" strike="noStrike" kern="1200" cap="none" spc="0" normalizeH="0" baseline="0" noProof="0" dirty="0">
                <a:ln>
                  <a:noFill/>
                </a:ln>
                <a:solidFill>
                  <a:srgbClr val="1A1A2E"/>
                </a:solidFill>
                <a:effectLst/>
                <a:uLnTx/>
                <a:uFillTx/>
                <a:latin typeface="Open Sans" pitchFamily="34" charset="0"/>
                <a:ea typeface="+mn-ea"/>
                <a:cs typeface="+mn-cs"/>
              </a:rPr>
              <a:t> (arquitectura, data, AI, Cloud, QE, diseño..) según las necesidades. </a:t>
            </a:r>
            <a:r>
              <a:rPr kumimoji="0" lang="es-ES" sz="1000" b="1" i="0" u="none" strike="noStrike" kern="1200" cap="none" spc="0" normalizeH="0" baseline="0" noProof="0" dirty="0">
                <a:ln>
                  <a:noFill/>
                </a:ln>
                <a:solidFill>
                  <a:srgbClr val="1A1A2E"/>
                </a:solidFill>
                <a:effectLst/>
                <a:uLnTx/>
                <a:uFillTx/>
                <a:latin typeface="Open Sans" pitchFamily="34" charset="0"/>
                <a:ea typeface="+mn-ea"/>
                <a:cs typeface="+mn-cs"/>
              </a:rPr>
              <a:t>Capacidad de escalar criterio sin escalar equipos.</a:t>
            </a:r>
          </a:p>
          <a:p>
            <a:pPr marL="228600" marR="0" lvl="0" indent="-228600" algn="l" defTabSz="914400" rtl="0" eaLnBrk="1" fontAlgn="auto" latinLnBrk="0" hangingPunct="1">
              <a:lnSpc>
                <a:spcPct val="100000"/>
              </a:lnSpc>
              <a:spcBef>
                <a:spcPts val="0"/>
              </a:spcBef>
              <a:spcAft>
                <a:spcPts val="160"/>
              </a:spcAft>
              <a:buClrTx/>
              <a:buSzTx/>
              <a:buFontTx/>
              <a:buChar char="▪"/>
              <a:tabLst/>
              <a:defRPr/>
            </a:pPr>
            <a:r>
              <a:rPr kumimoji="0" lang="es-ES" sz="1000" b="0" i="0" u="none" strike="noStrike" kern="1200" cap="none" spc="0" normalizeH="0" baseline="0" noProof="0" dirty="0">
                <a:ln>
                  <a:noFill/>
                </a:ln>
                <a:solidFill>
                  <a:srgbClr val="1A1A2E"/>
                </a:solidFill>
                <a:effectLst/>
                <a:uLnTx/>
                <a:uFillTx/>
                <a:latin typeface="Open Sans" pitchFamily="34" charset="0"/>
                <a:ea typeface="+mn-ea"/>
                <a:cs typeface="+mn-cs"/>
              </a:rPr>
              <a:t>Permite una </a:t>
            </a:r>
            <a:r>
              <a:rPr kumimoji="0" lang="es-ES" sz="1000" b="1" i="0" u="none" strike="noStrike" kern="1200" cap="none" spc="0" normalizeH="0" baseline="0" noProof="0" dirty="0">
                <a:ln>
                  <a:noFill/>
                </a:ln>
                <a:solidFill>
                  <a:srgbClr val="1A1A2E"/>
                </a:solidFill>
                <a:effectLst/>
                <a:uLnTx/>
                <a:uFillTx/>
                <a:latin typeface="Open Sans" pitchFamily="34" charset="0"/>
                <a:ea typeface="+mn-ea"/>
                <a:cs typeface="+mn-cs"/>
              </a:rPr>
              <a:t>validación y orientación de decisiones técnicas y de arquitectura.</a:t>
            </a:r>
          </a:p>
          <a:p>
            <a:pPr marL="228600" marR="0" lvl="0" indent="-228600" algn="l" defTabSz="914400" rtl="0" eaLnBrk="1" fontAlgn="auto" latinLnBrk="0" hangingPunct="1">
              <a:lnSpc>
                <a:spcPct val="100000"/>
              </a:lnSpc>
              <a:spcBef>
                <a:spcPts val="0"/>
              </a:spcBef>
              <a:spcAft>
                <a:spcPts val="160"/>
              </a:spcAft>
              <a:buClrTx/>
              <a:buSzTx/>
              <a:buFontTx/>
              <a:buChar char="▪"/>
              <a:tabLst/>
              <a:defRPr/>
            </a:pPr>
            <a:r>
              <a:rPr kumimoji="0" lang="es-ES" sz="1000" b="0" i="0" u="none" strike="noStrike" kern="1200" cap="none" spc="0" normalizeH="0" baseline="0" noProof="0" dirty="0">
                <a:ln>
                  <a:noFill/>
                </a:ln>
                <a:solidFill>
                  <a:srgbClr val="1A1A2E"/>
                </a:solidFill>
                <a:effectLst/>
                <a:uLnTx/>
                <a:uFillTx/>
                <a:latin typeface="Open Sans" pitchFamily="34" charset="0"/>
                <a:ea typeface="+mn-ea"/>
                <a:cs typeface="+mn-cs"/>
              </a:rPr>
              <a:t>Se anticipa a </a:t>
            </a:r>
            <a:r>
              <a:rPr kumimoji="0" lang="es-ES" sz="1000" b="1" i="0" u="none" strike="noStrike" kern="1200" cap="none" spc="0" normalizeH="0" baseline="0" noProof="0" dirty="0">
                <a:ln>
                  <a:noFill/>
                </a:ln>
                <a:solidFill>
                  <a:srgbClr val="1A1A2E"/>
                </a:solidFill>
                <a:effectLst/>
                <a:uLnTx/>
                <a:uFillTx/>
                <a:latin typeface="Open Sans" pitchFamily="34" charset="0"/>
                <a:ea typeface="+mn-ea"/>
                <a:cs typeface="+mn-cs"/>
              </a:rPr>
              <a:t>riesgos técnicos, de calidad o escalabilidad.</a:t>
            </a:r>
          </a:p>
          <a:p>
            <a:pPr marL="228600" marR="0" lvl="0" indent="-228600" algn="l" defTabSz="914400" rtl="0" eaLnBrk="1" fontAlgn="auto" latinLnBrk="0" hangingPunct="1">
              <a:lnSpc>
                <a:spcPct val="100000"/>
              </a:lnSpc>
              <a:spcBef>
                <a:spcPts val="0"/>
              </a:spcBef>
              <a:spcAft>
                <a:spcPts val="160"/>
              </a:spcAft>
              <a:buClrTx/>
              <a:buSzTx/>
              <a:buFontTx/>
              <a:buChar char="▪"/>
              <a:tabLst/>
              <a:defRPr/>
            </a:pPr>
            <a:r>
              <a:rPr kumimoji="0" lang="es-ES" sz="1000" b="1" i="0" u="none" strike="noStrike" kern="1200" cap="none" spc="0" normalizeH="0" baseline="0" noProof="0" dirty="0">
                <a:ln>
                  <a:noFill/>
                </a:ln>
                <a:solidFill>
                  <a:srgbClr val="1A1A2E"/>
                </a:solidFill>
                <a:effectLst/>
                <a:uLnTx/>
                <a:uFillTx/>
                <a:latin typeface="Open Sans" pitchFamily="34" charset="0"/>
                <a:ea typeface="+mn-ea"/>
                <a:cs typeface="+mn-cs"/>
              </a:rPr>
              <a:t>Coaching práctico</a:t>
            </a:r>
            <a:r>
              <a:rPr kumimoji="0" lang="es-ES" sz="1000" b="0" i="0" u="none" strike="noStrike" kern="1200" cap="none" spc="0" normalizeH="0" baseline="0" noProof="0" dirty="0">
                <a:ln>
                  <a:noFill/>
                </a:ln>
                <a:solidFill>
                  <a:srgbClr val="1A1A2E"/>
                </a:solidFill>
                <a:effectLst/>
                <a:uLnTx/>
                <a:uFillTx/>
                <a:latin typeface="Open Sans" pitchFamily="34" charset="0"/>
                <a:ea typeface="+mn-ea"/>
                <a:cs typeface="+mn-cs"/>
              </a:rPr>
              <a:t> a Tech Leads y responsables técnicos del cliente.</a:t>
            </a:r>
          </a:p>
        </p:txBody>
      </p:sp>
      <p:pic>
        <p:nvPicPr>
          <p:cNvPr id="101" name="Picture 100" descr="image11.bin"/>
          <p:cNvPicPr>
            <a:picLocks noChangeAspect="1"/>
          </p:cNvPicPr>
          <p:nvPr/>
        </p:nvPicPr>
        <p:blipFill>
          <a:blip r:embed="rId3"/>
          <a:stretch>
            <a:fillRect/>
          </a:stretch>
        </p:blipFill>
        <p:spPr>
          <a:xfrm>
            <a:off x="5600000" y="1700000"/>
            <a:ext cx="3300000" cy="2382000"/>
          </a:xfrm>
          <a:prstGeom prst="rect">
            <a:avLst/>
          </a:prstGeom>
        </p:spPr>
      </p:pic>
      <p:grpSp>
        <p:nvGrpSpPr>
          <p:cNvPr id="18" name="Group 17">
            <a:extLst>
              <a:ext uri="{FF2B5EF4-FFF2-40B4-BE49-F238E27FC236}">
                <a16:creationId xmlns:a16="http://schemas.microsoft.com/office/drawing/2014/main" id="{B3C3AE57-9648-670B-7EBC-BA10C9574D6B}"/>
              </a:ext>
            </a:extLst>
          </p:cNvPr>
          <p:cNvGrpSpPr/>
          <p:nvPr/>
        </p:nvGrpSpPr>
        <p:grpSpPr>
          <a:xfrm>
            <a:off x="8039657" y="4755838"/>
            <a:ext cx="795753" cy="246857"/>
            <a:chOff x="7435419" y="4613467"/>
            <a:chExt cx="1708581" cy="530033"/>
          </a:xfrm>
        </p:grpSpPr>
        <p:pic>
          <p:nvPicPr>
            <p:cNvPr id="19" name="Picture 18" descr="A black background with white text  AI-generated content may be incorrect.">
              <a:extLst>
                <a:ext uri="{FF2B5EF4-FFF2-40B4-BE49-F238E27FC236}">
                  <a16:creationId xmlns:a16="http://schemas.microsoft.com/office/drawing/2014/main" id="{70DFA0BA-F933-03A5-904F-A601BE1AB02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20" name="Rectangle 19">
              <a:extLst>
                <a:ext uri="{FF2B5EF4-FFF2-40B4-BE49-F238E27FC236}">
                  <a16:creationId xmlns:a16="http://schemas.microsoft.com/office/drawing/2014/main" id="{0DFB0526-FB3C-B936-A456-17A65B1DD46A}"/>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664" rtl="0" eaLnBrk="1" fontAlgn="auto" latinLnBrk="0" hangingPunct="1">
                <a:lnSpc>
                  <a:spcPct val="100000"/>
                </a:lnSpc>
                <a:spcBef>
                  <a:spcPts val="0"/>
                </a:spcBef>
                <a:spcAft>
                  <a:spcPts val="0"/>
                </a:spcAft>
                <a:buClrTx/>
                <a:buSzTx/>
                <a:buFontTx/>
                <a:buNone/>
                <a:tabLst/>
                <a:defRPr/>
              </a:pPr>
              <a:endParaRPr kumimoji="0" lang="es-E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Marcador de número de diapositiva 1">
              <a:extLst>
                <a:ext uri="{FF2B5EF4-FFF2-40B4-BE49-F238E27FC236}">
                  <a16:creationId xmlns:a16="http://schemas.microsoft.com/office/drawing/2014/main" id="{9681D555-1FE4-E3E6-38EA-0238659621A3}"/>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664" rtl="0" eaLnBrk="1" fontAlgn="auto" latinLnBrk="0" hangingPunct="1">
                <a:lnSpc>
                  <a:spcPct val="100000"/>
                </a:lnSpc>
                <a:spcBef>
                  <a:spcPts val="0"/>
                </a:spcBef>
                <a:spcAft>
                  <a:spcPts val="0"/>
                </a:spcAft>
                <a:buClrTx/>
                <a:buSzTx/>
                <a:buFontTx/>
                <a:buNone/>
                <a:tabLst/>
                <a:defRPr/>
              </a:pPr>
              <a:fld id="{0A472BC1-5914-40F9-BF22-C7FC96329A92}" type="slidenum">
                <a:rPr kumimoji="0" lang="en-US" sz="10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pPr marL="0" marR="0" lvl="0" indent="0" algn="ctr" defTabSz="685664" rtl="0" eaLnBrk="1" fontAlgn="auto" latinLnBrk="0" hangingPunct="1">
                  <a:lnSpc>
                    <a:spcPct val="100000"/>
                  </a:lnSpc>
                  <a:spcBef>
                    <a:spcPts val="0"/>
                  </a:spcBef>
                  <a:spcAft>
                    <a:spcPts val="0"/>
                  </a:spcAft>
                  <a:buClrTx/>
                  <a:buSzTx/>
                  <a:buFontTx/>
                  <a:buNone/>
                  <a:tabLst/>
                  <a:defRPr/>
                </a:pPr>
                <a:t>41</a:t>
              </a:fld>
              <a:endParaRPr kumimoji="0" lang="en-US" sz="1000" b="1"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Shape 1"/>
          <p:cNvSpPr/>
          <p:nvPr/>
        </p:nvSpPr>
        <p:spPr>
          <a:xfrm>
            <a:off x="457200" y="411480"/>
            <a:ext cx="320040" cy="36576"/>
          </a:xfrm>
          <a:prstGeom prst="rect">
            <a:avLst/>
          </a:prstGeom>
          <a:solidFill>
            <a:srgbClr val="3D5AFE"/>
          </a:solidFill>
          <a:ln w="12700">
            <a:solidFill>
              <a:srgbClr val="3D5AFE"/>
            </a:solidFill>
            <a:prstDash val="solid"/>
          </a:ln>
        </p:spPr>
        <p:txBody>
          <a:bodyPr/>
          <a:lstStyle/>
          <a:p>
            <a:endParaRPr lang="en-ES"/>
          </a:p>
        </p:txBody>
      </p:sp>
      <p:sp>
        <p:nvSpPr>
          <p:cNvPr id="4" name="Text 2"/>
          <p:cNvSpPr/>
          <p:nvPr/>
        </p:nvSpPr>
        <p:spPr>
          <a:xfrm>
            <a:off x="457200" y="502920"/>
            <a:ext cx="5486400" cy="256032"/>
          </a:xfrm>
          <a:prstGeom prst="rect">
            <a:avLst/>
          </a:prstGeom>
          <a:noFill/>
          <a:ln/>
        </p:spPr>
        <p:txBody>
          <a:bodyPr wrap="square" lIns="0" tIns="0" rIns="0" bIns="0" rtlCol="0" anchor="t"/>
          <a:lstStyle/>
          <a:p>
            <a:pPr marL="0" indent="0">
              <a:buNone/>
            </a:pPr>
            <a:r>
              <a:rPr lang="en-US" sz="1000" b="1" kern="0" spc="400">
                <a:solidFill>
                  <a:srgbClr val="3D5AFE"/>
                </a:solidFill>
                <a:latin typeface="Open Sans" pitchFamily="34" charset="0"/>
                <a:ea typeface="Open Sans" pitchFamily="34" charset="-122"/>
                <a:cs typeface="Open Sans" pitchFamily="34" charset="-120"/>
              </a:rPr>
              <a:t>SIGUIENTES PASOS</a:t>
            </a:r>
            <a:endParaRPr lang="en-US" sz="1000"/>
          </a:p>
        </p:txBody>
      </p:sp>
      <p:sp>
        <p:nvSpPr>
          <p:cNvPr id="5" name="Text 3"/>
          <p:cNvSpPr/>
          <p:nvPr/>
        </p:nvSpPr>
        <p:spPr>
          <a:xfrm>
            <a:off x="457200" y="868680"/>
            <a:ext cx="8229600" cy="640080"/>
          </a:xfrm>
          <a:prstGeom prst="rect">
            <a:avLst/>
          </a:prstGeom>
          <a:noFill/>
          <a:ln/>
        </p:spPr>
        <p:txBody>
          <a:bodyPr wrap="square" lIns="0" tIns="0" rIns="0" bIns="0" rtlCol="0" anchor="t"/>
          <a:lstStyle/>
          <a:p>
            <a:pPr marL="0" indent="0">
              <a:buNone/>
            </a:pPr>
            <a:r>
              <a:rPr lang="en-US" sz="2800" b="1">
                <a:solidFill>
                  <a:srgbClr val="1A1A2E"/>
                </a:solidFill>
                <a:latin typeface="Outfit" pitchFamily="34" charset="0"/>
                <a:ea typeface="Open Sans" pitchFamily="34" charset="-122"/>
                <a:cs typeface="Open Sans" pitchFamily="34" charset="-120"/>
              </a:rPr>
              <a:t>Tras la finalización de la colaboración</a:t>
            </a:r>
            <a:endParaRPr lang="en-US" sz="2800"/>
          </a:p>
        </p:txBody>
      </p:sp>
      <p:sp>
        <p:nvSpPr>
          <p:cNvPr id="6" name="Text 4"/>
          <p:cNvSpPr/>
          <p:nvPr/>
        </p:nvSpPr>
        <p:spPr>
          <a:xfrm>
            <a:off x="457200" y="1691640"/>
            <a:ext cx="8229600" cy="822960"/>
          </a:xfrm>
          <a:prstGeom prst="rect">
            <a:avLst/>
          </a:prstGeom>
          <a:noFill/>
          <a:ln/>
        </p:spPr>
        <p:txBody>
          <a:bodyPr wrap="square" lIns="0" tIns="0" rIns="0" bIns="0" rtlCol="0" anchor="t"/>
          <a:lstStyle/>
          <a:p>
            <a:pPr marL="0" indent="0">
              <a:buNone/>
            </a:pPr>
            <a:r>
              <a:rPr lang="en-US" sz="1200">
                <a:solidFill>
                  <a:srgbClr val="1A1A2E"/>
                </a:solidFill>
                <a:latin typeface="Open Sans" pitchFamily="34" charset="0"/>
                <a:ea typeface="Open Sans" pitchFamily="34" charset="-122"/>
                <a:cs typeface="Open Sans" pitchFamily="34" charset="-120"/>
              </a:rPr>
              <a:t>Tras la finalización del proyecto, Plain Concepts puede ofrecer un servicio de acompañamiento diseñado para garantizar el mantenimiento y la evolución continua de los desarrollos. Aseguramos que su inversión siga generando valor a lo largo del tiempo.</a:t>
            </a:r>
            <a:endParaRPr lang="en-US" sz="1200"/>
          </a:p>
        </p:txBody>
      </p:sp>
      <p:pic>
        <p:nvPicPr>
          <p:cNvPr id="7" name="Image 0" descr="preencoded.png"/>
          <p:cNvPicPr>
            <a:picLocks noChangeAspect="1"/>
          </p:cNvPicPr>
          <p:nvPr/>
        </p:nvPicPr>
        <p:blipFill>
          <a:blip r:embed="rId3"/>
          <a:stretch>
            <a:fillRect/>
          </a:stretch>
        </p:blipFill>
        <p:spPr>
          <a:xfrm>
            <a:off x="457200" y="2679192"/>
            <a:ext cx="320040" cy="320040"/>
          </a:xfrm>
          <a:prstGeom prst="rect">
            <a:avLst/>
          </a:prstGeom>
        </p:spPr>
      </p:pic>
      <p:sp>
        <p:nvSpPr>
          <p:cNvPr id="8" name="Text 5"/>
          <p:cNvSpPr/>
          <p:nvPr/>
        </p:nvSpPr>
        <p:spPr>
          <a:xfrm>
            <a:off x="914400" y="2651760"/>
            <a:ext cx="3657600" cy="274320"/>
          </a:xfrm>
          <a:prstGeom prst="rect">
            <a:avLst/>
          </a:prstGeom>
          <a:noFill/>
          <a:ln/>
        </p:spPr>
        <p:txBody>
          <a:bodyPr wrap="square" lIns="0" tIns="0" rIns="0" bIns="0" rtlCol="0" anchor="ctr"/>
          <a:lstStyle/>
          <a:p>
            <a:pPr marL="0" indent="0">
              <a:buNone/>
            </a:pPr>
            <a:r>
              <a:rPr lang="en-US" sz="1250" b="1">
                <a:solidFill>
                  <a:srgbClr val="1A1A2E"/>
                </a:solidFill>
                <a:latin typeface="Open Sans" pitchFamily="34" charset="0"/>
                <a:ea typeface="Open Sans" pitchFamily="34" charset="-122"/>
                <a:cs typeface="Open Sans" pitchFamily="34" charset="-120"/>
              </a:rPr>
              <a:t>Mantenimiento evolutivo</a:t>
            </a:r>
            <a:endParaRPr lang="en-US" sz="1250"/>
          </a:p>
        </p:txBody>
      </p:sp>
      <p:sp>
        <p:nvSpPr>
          <p:cNvPr id="9" name="Text 6"/>
          <p:cNvSpPr/>
          <p:nvPr/>
        </p:nvSpPr>
        <p:spPr>
          <a:xfrm>
            <a:off x="914400" y="2944368"/>
            <a:ext cx="3657600" cy="640080"/>
          </a:xfrm>
          <a:prstGeom prst="rect">
            <a:avLst/>
          </a:prstGeom>
          <a:noFill/>
          <a:ln/>
        </p:spPr>
        <p:txBody>
          <a:bodyPr wrap="square" lIns="0" tIns="0" rIns="0" bIns="0" rtlCol="0" anchor="t"/>
          <a:lstStyle/>
          <a:p>
            <a:pPr marL="0" indent="0">
              <a:buNone/>
            </a:pPr>
            <a:r>
              <a:rPr lang="en-US" sz="1000">
                <a:solidFill>
                  <a:srgbClr val="6B7280"/>
                </a:solidFill>
                <a:latin typeface="Open Sans" pitchFamily="34" charset="0"/>
                <a:ea typeface="Open Sans" pitchFamily="34" charset="-122"/>
                <a:cs typeface="Open Sans" pitchFamily="34" charset="-120"/>
              </a:rPr>
              <a:t>Servicio adaptado a sus necesidades, con posibilidad de ajustar equipo y condiciones.</a:t>
            </a:r>
            <a:endParaRPr lang="en-US" sz="1000"/>
          </a:p>
        </p:txBody>
      </p:sp>
      <p:pic>
        <p:nvPicPr>
          <p:cNvPr id="10" name="Image 1" descr="preencoded.png"/>
          <p:cNvPicPr>
            <a:picLocks noChangeAspect="1"/>
          </p:cNvPicPr>
          <p:nvPr/>
        </p:nvPicPr>
        <p:blipFill>
          <a:blip r:embed="rId4"/>
          <a:stretch>
            <a:fillRect/>
          </a:stretch>
        </p:blipFill>
        <p:spPr>
          <a:xfrm>
            <a:off x="4709160" y="2679192"/>
            <a:ext cx="320040" cy="320040"/>
          </a:xfrm>
          <a:prstGeom prst="rect">
            <a:avLst/>
          </a:prstGeom>
        </p:spPr>
      </p:pic>
      <p:sp>
        <p:nvSpPr>
          <p:cNvPr id="11" name="Text 7"/>
          <p:cNvSpPr/>
          <p:nvPr/>
        </p:nvSpPr>
        <p:spPr>
          <a:xfrm>
            <a:off x="5166360" y="2651760"/>
            <a:ext cx="3657600" cy="274320"/>
          </a:xfrm>
          <a:prstGeom prst="rect">
            <a:avLst/>
          </a:prstGeom>
          <a:noFill/>
          <a:ln/>
        </p:spPr>
        <p:txBody>
          <a:bodyPr wrap="square" lIns="0" tIns="0" rIns="0" bIns="0" rtlCol="0" anchor="ctr"/>
          <a:lstStyle/>
          <a:p>
            <a:pPr marL="0" indent="0">
              <a:buNone/>
            </a:pPr>
            <a:r>
              <a:rPr lang="en-US" sz="1250" b="1">
                <a:solidFill>
                  <a:srgbClr val="1A1A2E"/>
                </a:solidFill>
                <a:latin typeface="Open Sans" pitchFamily="34" charset="0"/>
                <a:ea typeface="Open Sans" pitchFamily="34" charset="-122"/>
                <a:cs typeface="Open Sans" pitchFamily="34" charset="-120"/>
              </a:rPr>
              <a:t>Agrupación de tareas</a:t>
            </a:r>
            <a:endParaRPr lang="en-US" sz="1250"/>
          </a:p>
        </p:txBody>
      </p:sp>
      <p:sp>
        <p:nvSpPr>
          <p:cNvPr id="12" name="Text 8"/>
          <p:cNvSpPr/>
          <p:nvPr/>
        </p:nvSpPr>
        <p:spPr>
          <a:xfrm>
            <a:off x="5166360" y="2944368"/>
            <a:ext cx="3657600" cy="640080"/>
          </a:xfrm>
          <a:prstGeom prst="rect">
            <a:avLst/>
          </a:prstGeom>
          <a:noFill/>
          <a:ln/>
        </p:spPr>
        <p:txBody>
          <a:bodyPr wrap="square" lIns="0" tIns="0" rIns="0" bIns="0" rtlCol="0" anchor="t"/>
          <a:lstStyle/>
          <a:p>
            <a:pPr marL="0" indent="0">
              <a:buNone/>
            </a:pPr>
            <a:r>
              <a:rPr lang="en-US" sz="1000">
                <a:solidFill>
                  <a:srgbClr val="6B7280"/>
                </a:solidFill>
                <a:latin typeface="Open Sans" pitchFamily="34" charset="0"/>
                <a:ea typeface="Open Sans" pitchFamily="34" charset="-122"/>
                <a:cs typeface="Open Sans" pitchFamily="34" charset="-120"/>
              </a:rPr>
              <a:t>Cuando el volumen no justifica dedicación continua, agrupamos tareas para planificación óptima.</a:t>
            </a:r>
            <a:endParaRPr lang="en-US" sz="1000"/>
          </a:p>
        </p:txBody>
      </p:sp>
      <p:pic>
        <p:nvPicPr>
          <p:cNvPr id="13" name="Image 2" descr="preencoded.png"/>
          <p:cNvPicPr>
            <a:picLocks noChangeAspect="1"/>
          </p:cNvPicPr>
          <p:nvPr/>
        </p:nvPicPr>
        <p:blipFill>
          <a:blip r:embed="rId5"/>
          <a:stretch>
            <a:fillRect/>
          </a:stretch>
        </p:blipFill>
        <p:spPr>
          <a:xfrm>
            <a:off x="457200" y="3730752"/>
            <a:ext cx="320040" cy="320040"/>
          </a:xfrm>
          <a:prstGeom prst="rect">
            <a:avLst/>
          </a:prstGeom>
        </p:spPr>
      </p:pic>
      <p:sp>
        <p:nvSpPr>
          <p:cNvPr id="14" name="Text 9"/>
          <p:cNvSpPr/>
          <p:nvPr/>
        </p:nvSpPr>
        <p:spPr>
          <a:xfrm>
            <a:off x="914400" y="3703320"/>
            <a:ext cx="3657600" cy="274320"/>
          </a:xfrm>
          <a:prstGeom prst="rect">
            <a:avLst/>
          </a:prstGeom>
          <a:noFill/>
          <a:ln/>
        </p:spPr>
        <p:txBody>
          <a:bodyPr wrap="square" lIns="0" tIns="0" rIns="0" bIns="0" rtlCol="0" anchor="ctr"/>
          <a:lstStyle/>
          <a:p>
            <a:pPr marL="0" indent="0">
              <a:buNone/>
            </a:pPr>
            <a:r>
              <a:rPr lang="en-US" sz="1250" b="1">
                <a:solidFill>
                  <a:srgbClr val="1A1A2E"/>
                </a:solidFill>
                <a:latin typeface="Open Sans" pitchFamily="34" charset="0"/>
                <a:ea typeface="Open Sans" pitchFamily="34" charset="-122"/>
                <a:cs typeface="Open Sans" pitchFamily="34" charset="-120"/>
              </a:rPr>
              <a:t>Situaciones críticas</a:t>
            </a:r>
            <a:endParaRPr lang="en-US" sz="1250"/>
          </a:p>
        </p:txBody>
      </p:sp>
      <p:sp>
        <p:nvSpPr>
          <p:cNvPr id="15" name="Text 10"/>
          <p:cNvSpPr/>
          <p:nvPr/>
        </p:nvSpPr>
        <p:spPr>
          <a:xfrm>
            <a:off x="914400" y="3995928"/>
            <a:ext cx="3657600" cy="640080"/>
          </a:xfrm>
          <a:prstGeom prst="rect">
            <a:avLst/>
          </a:prstGeom>
          <a:noFill/>
          <a:ln/>
        </p:spPr>
        <p:txBody>
          <a:bodyPr wrap="square" lIns="0" tIns="0" rIns="0" bIns="0" rtlCol="0" anchor="t"/>
          <a:lstStyle/>
          <a:p>
            <a:pPr marL="0" indent="0">
              <a:buNone/>
            </a:pPr>
            <a:r>
              <a:rPr lang="en-US" sz="1000">
                <a:solidFill>
                  <a:srgbClr val="6B7280"/>
                </a:solidFill>
                <a:latin typeface="Open Sans" pitchFamily="34" charset="0"/>
                <a:ea typeface="Open Sans" pitchFamily="34" charset="-122"/>
                <a:cs typeface="Open Sans" pitchFamily="34" charset="-120"/>
              </a:rPr>
              <a:t>Tareas que requieren atención inmediata se gestionan de forma excluyente al resto.</a:t>
            </a:r>
            <a:endParaRPr lang="en-US" sz="1000"/>
          </a:p>
        </p:txBody>
      </p:sp>
      <p:pic>
        <p:nvPicPr>
          <p:cNvPr id="16" name="Image 3" descr="preencoded.png"/>
          <p:cNvPicPr>
            <a:picLocks noChangeAspect="1"/>
          </p:cNvPicPr>
          <p:nvPr/>
        </p:nvPicPr>
        <p:blipFill>
          <a:blip r:embed="rId6"/>
          <a:stretch>
            <a:fillRect/>
          </a:stretch>
        </p:blipFill>
        <p:spPr>
          <a:xfrm>
            <a:off x="4709160" y="3730752"/>
            <a:ext cx="320040" cy="320040"/>
          </a:xfrm>
          <a:prstGeom prst="rect">
            <a:avLst/>
          </a:prstGeom>
        </p:spPr>
      </p:pic>
      <p:sp>
        <p:nvSpPr>
          <p:cNvPr id="17" name="Text 11"/>
          <p:cNvSpPr/>
          <p:nvPr/>
        </p:nvSpPr>
        <p:spPr>
          <a:xfrm>
            <a:off x="5166360" y="3703320"/>
            <a:ext cx="3657600" cy="274320"/>
          </a:xfrm>
          <a:prstGeom prst="rect">
            <a:avLst/>
          </a:prstGeom>
          <a:noFill/>
          <a:ln/>
        </p:spPr>
        <p:txBody>
          <a:bodyPr wrap="square" lIns="0" tIns="0" rIns="0" bIns="0" rtlCol="0" anchor="ctr"/>
          <a:lstStyle/>
          <a:p>
            <a:pPr marL="0" indent="0">
              <a:buNone/>
            </a:pPr>
            <a:r>
              <a:rPr lang="en-US" sz="1250" b="1">
                <a:solidFill>
                  <a:srgbClr val="1A1A2E"/>
                </a:solidFill>
                <a:latin typeface="Open Sans" pitchFamily="34" charset="0"/>
                <a:ea typeface="Open Sans" pitchFamily="34" charset="-122"/>
                <a:cs typeface="Open Sans" pitchFamily="34" charset="-120"/>
              </a:rPr>
              <a:t>Otras situaciones</a:t>
            </a:r>
            <a:endParaRPr lang="en-US" sz="1250"/>
          </a:p>
        </p:txBody>
      </p:sp>
      <p:sp>
        <p:nvSpPr>
          <p:cNvPr id="18" name="Text 12"/>
          <p:cNvSpPr/>
          <p:nvPr/>
        </p:nvSpPr>
        <p:spPr>
          <a:xfrm>
            <a:off x="5166360" y="3995928"/>
            <a:ext cx="3657600" cy="640080"/>
          </a:xfrm>
          <a:prstGeom prst="rect">
            <a:avLst/>
          </a:prstGeom>
          <a:noFill/>
          <a:ln/>
        </p:spPr>
        <p:txBody>
          <a:bodyPr wrap="square" lIns="0" tIns="0" rIns="0" bIns="0" rtlCol="0" anchor="t"/>
          <a:lstStyle/>
          <a:p>
            <a:pPr marL="0" indent="0">
              <a:buNone/>
            </a:pPr>
            <a:r>
              <a:rPr lang="en-US" sz="1000">
                <a:solidFill>
                  <a:srgbClr val="6B7280"/>
                </a:solidFill>
                <a:latin typeface="Open Sans" pitchFamily="34" charset="0"/>
                <a:ea typeface="Open Sans" pitchFamily="34" charset="-122"/>
                <a:cs typeface="Open Sans" pitchFamily="34" charset="-120"/>
              </a:rPr>
              <a:t>Cualquier situación no contemplada se evaluará de forma conjunta entre Plain Concepts y el cliente.</a:t>
            </a:r>
            <a:endParaRPr lang="en-US" sz="1000"/>
          </a:p>
        </p:txBody>
      </p:sp>
      <p:grpSp>
        <p:nvGrpSpPr>
          <p:cNvPr id="23" name="Group 22">
            <a:extLst>
              <a:ext uri="{FF2B5EF4-FFF2-40B4-BE49-F238E27FC236}">
                <a16:creationId xmlns:a16="http://schemas.microsoft.com/office/drawing/2014/main" id="{B862559E-760F-61C2-5B51-20A74D4E4422}"/>
              </a:ext>
            </a:extLst>
          </p:cNvPr>
          <p:cNvGrpSpPr/>
          <p:nvPr/>
        </p:nvGrpSpPr>
        <p:grpSpPr>
          <a:xfrm>
            <a:off x="8039657" y="4755838"/>
            <a:ext cx="795753" cy="246857"/>
            <a:chOff x="7435419" y="4613467"/>
            <a:chExt cx="1708581" cy="530033"/>
          </a:xfrm>
        </p:grpSpPr>
        <p:pic>
          <p:nvPicPr>
            <p:cNvPr id="24" name="Picture 23" descr="A black background with white text  AI-generated content may be incorrect.">
              <a:extLst>
                <a:ext uri="{FF2B5EF4-FFF2-40B4-BE49-F238E27FC236}">
                  <a16:creationId xmlns:a16="http://schemas.microsoft.com/office/drawing/2014/main" id="{BFAF5F87-6DB9-BE29-B1E1-B2736655B4C2}"/>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25" name="Rectangle 24">
              <a:extLst>
                <a:ext uri="{FF2B5EF4-FFF2-40B4-BE49-F238E27FC236}">
                  <a16:creationId xmlns:a16="http://schemas.microsoft.com/office/drawing/2014/main" id="{1C39D3BA-6B06-B105-EB33-9DF56C29A7E8}"/>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26" name="Marcador de número de diapositiva 1">
              <a:extLst>
                <a:ext uri="{FF2B5EF4-FFF2-40B4-BE49-F238E27FC236}">
                  <a16:creationId xmlns:a16="http://schemas.microsoft.com/office/drawing/2014/main" id="{BF965AC7-E21B-D976-B042-5460CED39175}"/>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42</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285E8-8548-B6A3-FD1C-077DA657BA66}"/>
            </a:ext>
          </a:extLst>
        </p:cNvPr>
        <p:cNvGrpSpPr/>
        <p:nvPr/>
      </p:nvGrpSpPr>
      <p:grpSpPr>
        <a:xfrm>
          <a:off x="0" y="0"/>
          <a:ext cx="0" cy="0"/>
          <a:chOff x="0" y="0"/>
          <a:chExt cx="0" cy="0"/>
        </a:xfrm>
      </p:grpSpPr>
      <p:sp>
        <p:nvSpPr>
          <p:cNvPr id="9100" name="Background"/>
          <p:cNvSpPr/>
          <p:nvPr/>
        </p:nvSpPr>
        <p:spPr>
          <a:xfrm>
            <a:off x="0" y="0"/>
            <a:ext cx="9144000" cy="5143500"/>
          </a:xfrm>
          <a:prstGeom prst="rect">
            <a:avLst/>
          </a:prstGeom>
          <a:solidFill>
            <a:srgbClr val="0D0E0F"/>
          </a:solidFill>
          <a:ln>
            <a:noFill/>
          </a:ln>
        </p:spPr>
        <p:txBody>
          <a:bodyPr/>
          <a:lstStyle/>
          <a:p>
            <a:endParaRPr/>
          </a:p>
        </p:txBody>
      </p:sp>
      <p:sp>
        <p:nvSpPr>
          <p:cNvPr id="2" name="Shape 0">
            <a:extLst>
              <a:ext uri="{FF2B5EF4-FFF2-40B4-BE49-F238E27FC236}">
                <a16:creationId xmlns:a16="http://schemas.microsoft.com/office/drawing/2014/main" id="{D36F3200-04A1-132B-C11A-DC9DBD91B8D0}"/>
              </a:ext>
            </a:extLst>
          </p:cNvPr>
          <p:cNvSpPr/>
          <p:nvPr/>
        </p:nvSpPr>
        <p:spPr>
          <a:xfrm>
            <a:off x="0" y="0"/>
            <a:ext cx="54864" cy="5143500"/>
          </a:xfrm>
          <a:prstGeom prst="rect">
            <a:avLst/>
          </a:prstGeom>
          <a:solidFill>
            <a:srgbClr val="3D5AFE"/>
          </a:solidFill>
          <a:ln w="12700">
            <a:solidFill>
              <a:srgbClr val="3D5AFE"/>
            </a:solidFill>
            <a:prstDash val="solid"/>
          </a:ln>
        </p:spPr>
        <p:txBody>
          <a:bodyPr/>
          <a:lstStyle/>
          <a:p>
            <a:endParaRPr lang="en-ES"/>
          </a:p>
        </p:txBody>
      </p:sp>
      <p:sp>
        <p:nvSpPr>
          <p:cNvPr id="3" name="Text 1">
            <a:extLst>
              <a:ext uri="{FF2B5EF4-FFF2-40B4-BE49-F238E27FC236}">
                <a16:creationId xmlns:a16="http://schemas.microsoft.com/office/drawing/2014/main" id="{324DDF19-8141-4CD3-BC8A-81C33DCE63F0}"/>
              </a:ext>
            </a:extLst>
          </p:cNvPr>
          <p:cNvSpPr/>
          <p:nvPr/>
        </p:nvSpPr>
        <p:spPr>
          <a:xfrm>
            <a:off x="457200" y="1737360"/>
            <a:ext cx="1828800" cy="731520"/>
          </a:xfrm>
          <a:prstGeom prst="rect">
            <a:avLst/>
          </a:prstGeom>
          <a:noFill/>
          <a:ln/>
        </p:spPr>
        <p:txBody>
          <a:bodyPr wrap="square" lIns="0" tIns="0" rIns="0" bIns="0" rtlCol="0" anchor="ctr"/>
          <a:lstStyle/>
          <a:p>
            <a:pPr marL="0" indent="0">
              <a:buNone/>
            </a:pPr>
            <a:r>
              <a:rPr lang="en-US" sz="7200" b="1">
                <a:solidFill>
                  <a:srgbClr val="3D5AFE"/>
                </a:solidFill>
                <a:latin typeface="Outfit"/>
                <a:ea typeface="Open Sans"/>
                <a:cs typeface="Open Sans"/>
              </a:rPr>
              <a:t>06</a:t>
            </a:r>
            <a:endParaRPr lang="en-US" sz="7200"/>
          </a:p>
        </p:txBody>
      </p:sp>
      <p:sp>
        <p:nvSpPr>
          <p:cNvPr id="4" name="Text 2">
            <a:extLst>
              <a:ext uri="{FF2B5EF4-FFF2-40B4-BE49-F238E27FC236}">
                <a16:creationId xmlns:a16="http://schemas.microsoft.com/office/drawing/2014/main" id="{F10CE6AB-FA11-28F3-C239-8E51C9EEFD9C}"/>
              </a:ext>
            </a:extLst>
          </p:cNvPr>
          <p:cNvSpPr/>
          <p:nvPr/>
        </p:nvSpPr>
        <p:spPr>
          <a:xfrm>
            <a:off x="457200" y="2606040"/>
            <a:ext cx="8229600" cy="822960"/>
          </a:xfrm>
          <a:prstGeom prst="rect">
            <a:avLst/>
          </a:prstGeom>
          <a:noFill/>
          <a:ln/>
        </p:spPr>
        <p:txBody>
          <a:bodyPr wrap="square" lIns="0" tIns="0" rIns="0" bIns="0" rtlCol="0" anchor="ctr"/>
          <a:lstStyle/>
          <a:p>
            <a:pPr marL="0" indent="0">
              <a:buNone/>
            </a:pPr>
            <a:r>
              <a:rPr lang="en-US" sz="4400" b="1" err="1">
                <a:solidFill>
                  <a:srgbClr val="FFFFFF"/>
                </a:solidFill>
                <a:latin typeface="Outfit"/>
                <a:ea typeface="Open Sans"/>
                <a:cs typeface="Open Sans"/>
              </a:rPr>
              <a:t>Referencias</a:t>
            </a:r>
            <a:endParaRPr lang="en-US" sz="4400" err="1"/>
          </a:p>
        </p:txBody>
      </p:sp>
      <p:sp>
        <p:nvSpPr>
          <p:cNvPr id="5" name="Text 3">
            <a:extLst>
              <a:ext uri="{FF2B5EF4-FFF2-40B4-BE49-F238E27FC236}">
                <a16:creationId xmlns:a16="http://schemas.microsoft.com/office/drawing/2014/main" id="{2424F890-620F-811A-4670-1AAAD71C0BC0}"/>
              </a:ext>
            </a:extLst>
          </p:cNvPr>
          <p:cNvSpPr/>
          <p:nvPr/>
        </p:nvSpPr>
        <p:spPr>
          <a:xfrm>
            <a:off x="457200" y="3474720"/>
            <a:ext cx="8229600" cy="365760"/>
          </a:xfrm>
          <a:prstGeom prst="rect">
            <a:avLst/>
          </a:prstGeom>
          <a:noFill/>
          <a:ln/>
        </p:spPr>
        <p:txBody>
          <a:bodyPr wrap="square" lIns="0" tIns="0" rIns="0" bIns="0" rtlCol="0" anchor="ctr"/>
          <a:lstStyle/>
          <a:p>
            <a:r>
              <a:rPr lang="en-US" sz="1600">
                <a:solidFill>
                  <a:srgbClr val="3D5AFE"/>
                </a:solidFill>
                <a:latin typeface="Open Sans"/>
                <a:ea typeface="Open Sans"/>
                <a:cs typeface="Open Sans"/>
              </a:rPr>
              <a:t>Casos de </a:t>
            </a:r>
            <a:r>
              <a:rPr lang="en-US" sz="1600" err="1">
                <a:solidFill>
                  <a:srgbClr val="3D5AFE"/>
                </a:solidFill>
                <a:latin typeface="Open Sans"/>
                <a:ea typeface="Open Sans"/>
                <a:cs typeface="Open Sans"/>
              </a:rPr>
              <a:t>éxito</a:t>
            </a:r>
          </a:p>
        </p:txBody>
      </p:sp>
      <p:grpSp>
        <p:nvGrpSpPr>
          <p:cNvPr id="10" name="Group 9">
            <a:extLst>
              <a:ext uri="{FF2B5EF4-FFF2-40B4-BE49-F238E27FC236}">
                <a16:creationId xmlns:a16="http://schemas.microsoft.com/office/drawing/2014/main" id="{0CF7B7AE-98E5-8580-B2D8-4D42992773F0}"/>
              </a:ext>
            </a:extLst>
          </p:cNvPr>
          <p:cNvGrpSpPr/>
          <p:nvPr/>
        </p:nvGrpSpPr>
        <p:grpSpPr>
          <a:xfrm>
            <a:off x="8039657" y="4755838"/>
            <a:ext cx="795753" cy="246857"/>
            <a:chOff x="7435419" y="4613467"/>
            <a:chExt cx="1708581" cy="530033"/>
          </a:xfrm>
        </p:grpSpPr>
        <p:pic>
          <p:nvPicPr>
            <p:cNvPr id="11" name="Picture 10" descr="A black background with white text  AI-generated content may be incorrect.">
              <a:extLst>
                <a:ext uri="{FF2B5EF4-FFF2-40B4-BE49-F238E27FC236}">
                  <a16:creationId xmlns:a16="http://schemas.microsoft.com/office/drawing/2014/main" id="{9E8FC02F-9D7B-C24E-F96C-1095461BDB43}"/>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8190522" y="4672767"/>
              <a:ext cx="953478" cy="361434"/>
            </a:xfrm>
            <a:prstGeom prst="rect">
              <a:avLst/>
            </a:prstGeom>
          </p:spPr>
        </p:pic>
        <p:sp>
          <p:nvSpPr>
            <p:cNvPr id="12" name="Rectangle 11">
              <a:extLst>
                <a:ext uri="{FF2B5EF4-FFF2-40B4-BE49-F238E27FC236}">
                  <a16:creationId xmlns:a16="http://schemas.microsoft.com/office/drawing/2014/main" id="{A977FFD6-109E-41D5-5350-040134659AAA}"/>
                </a:ext>
              </a:extLst>
            </p:cNvPr>
            <p:cNvSpPr>
              <a:spLocks noChangeAspect="1"/>
            </p:cNvSpPr>
            <p:nvPr/>
          </p:nvSpPr>
          <p:spPr>
            <a:xfrm>
              <a:off x="7435419" y="4663467"/>
              <a:ext cx="480033" cy="480033"/>
            </a:xfrm>
            <a:prstGeom prst="rect">
              <a:avLst/>
            </a:prstGeom>
            <a:solidFill>
              <a:srgbClr val="3D5A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664"/>
              <a:endParaRPr lang="es-ES" sz="1350">
                <a:solidFill>
                  <a:prstClr val="white"/>
                </a:solidFill>
                <a:latin typeface="Calibri" panose="020F0502020204030204"/>
              </a:endParaRPr>
            </a:p>
          </p:txBody>
        </p:sp>
        <p:sp>
          <p:nvSpPr>
            <p:cNvPr id="13" name="Marcador de número de diapositiva 1">
              <a:extLst>
                <a:ext uri="{FF2B5EF4-FFF2-40B4-BE49-F238E27FC236}">
                  <a16:creationId xmlns:a16="http://schemas.microsoft.com/office/drawing/2014/main" id="{B120D49D-0EB4-4AD6-6CBE-E03B0842C3D3}"/>
                </a:ext>
              </a:extLst>
            </p:cNvPr>
            <p:cNvSpPr txBox="1">
              <a:spLocks noChangeAspect="1"/>
            </p:cNvSpPr>
            <p:nvPr/>
          </p:nvSpPr>
          <p:spPr>
            <a:xfrm>
              <a:off x="7480062" y="4613467"/>
              <a:ext cx="480033" cy="480033"/>
            </a:xfrm>
            <a:prstGeom prst="rect">
              <a:avLst/>
            </a:prstGeom>
            <a:solidFill>
              <a:srgbClr val="151618"/>
            </a:solidFill>
          </p:spPr>
          <p:txBody>
            <a:bodyPr vert="horz"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664">
                <a:defRPr/>
              </a:pPr>
              <a:fld id="{0A472BC1-5914-40F9-BF22-C7FC96329A92}" type="slidenum">
                <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rPr>
                <a:pPr algn="ctr" defTabSz="685664">
                  <a:defRPr/>
                </a:pPr>
                <a:t>43</a:t>
              </a:fld>
              <a:endParaRPr lang="en-US" sz="1000" b="1">
                <a:solidFill>
                  <a:prstClr val="white"/>
                </a:solidFill>
                <a:latin typeface="Open Sans" panose="020B0606030504020204" pitchFamily="34" charset="0"/>
                <a:ea typeface="Open Sans" panose="020B0606030504020204" pitchFamily="34" charset="0"/>
                <a:cs typeface="Open Sans" panose="020B0606030504020204" pitchFamily="34" charset="0"/>
              </a:endParaRPr>
            </a:p>
          </p:txBody>
        </p:sp>
      </p:grpSp>
    </p:spTree>
    <p:extLst>
      <p:ext uri="{BB962C8B-B14F-4D97-AF65-F5344CB8AC3E}">
        <p14:creationId xmlns:p14="http://schemas.microsoft.com/office/powerpoint/2010/main" val="31219246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15B941BD-8D6F-181B-FD51-6D7074B9C432}"/>
              </a:ext>
            </a:extLst>
          </p:cNvPr>
          <p:cNvPicPr>
            <a:picLocks noChangeAspect="1" noChangeArrowheads="1"/>
          </p:cNvPicPr>
          <p:nvPr/>
        </p:nvPicPr>
        <p:blipFill rotWithShape="1">
          <a:blip r:embed="rId4" cstate="print">
            <a:extLst>
              <a:ext uri="{28A0092B-C50C-407E-A947-70E740481C1C}">
                <a14:useLocalDpi xmlns:a14="http://schemas.microsoft.com/office/drawing/2010/main"/>
              </a:ext>
            </a:extLst>
          </a:blip>
          <a:srcRect/>
          <a:stretch>
            <a:fillRect/>
          </a:stretch>
        </p:blipFill>
        <p:spPr bwMode="auto">
          <a:xfrm>
            <a:off x="0" y="1"/>
            <a:ext cx="9143998" cy="5143500"/>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20383052-4300-30D4-6DF3-373EFE5BA0C9}"/>
              </a:ext>
            </a:extLst>
          </p:cNvPr>
          <p:cNvSpPr/>
          <p:nvPr/>
        </p:nvSpPr>
        <p:spPr>
          <a:xfrm>
            <a:off x="0" y="1"/>
            <a:ext cx="9143998" cy="5143499"/>
          </a:xfrm>
          <a:prstGeom prst="rect">
            <a:avLst/>
          </a:prstGeom>
          <a:gradFill flip="none" rotWithShape="1">
            <a:gsLst>
              <a:gs pos="0">
                <a:srgbClr val="00053D"/>
              </a:gs>
              <a:gs pos="100000">
                <a:srgbClr val="00053D">
                  <a:alpha val="0"/>
                </a:srgb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s-ES" sz="1350">
              <a:solidFill>
                <a:prstClr val="white"/>
              </a:solidFill>
              <a:latin typeface="Calibri" panose="020F0502020204030204"/>
            </a:endParaRPr>
          </a:p>
        </p:txBody>
      </p:sp>
      <p:sp>
        <p:nvSpPr>
          <p:cNvPr id="4" name="Rectángulo 3">
            <a:extLst>
              <a:ext uri="{FF2B5EF4-FFF2-40B4-BE49-F238E27FC236}">
                <a16:creationId xmlns:a16="http://schemas.microsoft.com/office/drawing/2014/main" id="{84A41696-7746-3B41-DBCF-8F3A98A39D49}"/>
              </a:ext>
            </a:extLst>
          </p:cNvPr>
          <p:cNvSpPr/>
          <p:nvPr/>
        </p:nvSpPr>
        <p:spPr>
          <a:xfrm>
            <a:off x="3984173" y="336"/>
            <a:ext cx="4715691" cy="5168168"/>
          </a:xfrm>
          <a:prstGeom prst="rect">
            <a:avLst/>
          </a:prstGeom>
          <a:solidFill>
            <a:srgbClr val="1416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s-ES" sz="2700">
              <a:solidFill>
                <a:srgbClr val="000000"/>
              </a:solidFill>
              <a:latin typeface="Calibri" panose="020F0502020204030204"/>
            </a:endParaRPr>
          </a:p>
        </p:txBody>
      </p:sp>
      <p:sp>
        <p:nvSpPr>
          <p:cNvPr id="26" name="CuadroTexto 14">
            <a:extLst>
              <a:ext uri="{FF2B5EF4-FFF2-40B4-BE49-F238E27FC236}">
                <a16:creationId xmlns:a16="http://schemas.microsoft.com/office/drawing/2014/main" id="{8854B5BA-2E30-BB6F-6E31-F6EDD575BF8B}"/>
              </a:ext>
            </a:extLst>
          </p:cNvPr>
          <p:cNvSpPr txBox="1"/>
          <p:nvPr/>
        </p:nvSpPr>
        <p:spPr>
          <a:xfrm>
            <a:off x="4323322" y="552169"/>
            <a:ext cx="2745690" cy="276999"/>
          </a:xfrm>
          <a:prstGeom prst="rect">
            <a:avLst/>
          </a:prstGeom>
          <a:noFill/>
        </p:spPr>
        <p:txBody>
          <a:bodyPr wrap="square" rtlCol="0">
            <a:spAutoFit/>
          </a:bodyPr>
          <a:lstStyle/>
          <a:p>
            <a:pPr defTabSz="685800">
              <a:defRPr/>
            </a:pPr>
            <a:r>
              <a:rPr lang="en-US" sz="1200" b="1">
                <a:solidFill>
                  <a:srgbClr val="E7E6E6"/>
                </a:solidFill>
                <a:latin typeface="Open Sans" panose="020B0606030504020204" pitchFamily="34" charset="0"/>
                <a:ea typeface="Open Sans" panose="020B0606030504020204" pitchFamily="34" charset="0"/>
                <a:cs typeface="Open Sans" panose="020B0606030504020204" pitchFamily="34" charset="0"/>
              </a:rPr>
              <a:t>We’ll be glad to hear you out at</a:t>
            </a:r>
          </a:p>
        </p:txBody>
      </p:sp>
      <p:sp>
        <p:nvSpPr>
          <p:cNvPr id="27" name="CuadroTexto 15">
            <a:extLst>
              <a:ext uri="{FF2B5EF4-FFF2-40B4-BE49-F238E27FC236}">
                <a16:creationId xmlns:a16="http://schemas.microsoft.com/office/drawing/2014/main" id="{ED144C70-60F5-6841-8C1A-1045E3AF42C3}"/>
              </a:ext>
            </a:extLst>
          </p:cNvPr>
          <p:cNvSpPr txBox="1"/>
          <p:nvPr/>
        </p:nvSpPr>
        <p:spPr>
          <a:xfrm>
            <a:off x="4323322" y="746176"/>
            <a:ext cx="3059861" cy="276999"/>
          </a:xfrm>
          <a:prstGeom prst="rect">
            <a:avLst/>
          </a:prstGeom>
          <a:noFill/>
        </p:spPr>
        <p:txBody>
          <a:bodyPr wrap="square" rtlCol="0">
            <a:spAutoFit/>
          </a:bodyPr>
          <a:lstStyle/>
          <a:p>
            <a:pPr defTabSz="685800">
              <a:defRPr/>
            </a:pPr>
            <a:r>
              <a:rPr lang="en-US" sz="1200" err="1">
                <a:solidFill>
                  <a:srgbClr val="E7E6E6"/>
                </a:solidFill>
                <a:latin typeface="Open Sans" panose="020B0606030504020204" pitchFamily="34" charset="0"/>
                <a:ea typeface="Open Sans" panose="020B0606030504020204" pitchFamily="34" charset="0"/>
                <a:cs typeface="Open Sans" panose="020B0606030504020204" pitchFamily="34" charset="0"/>
              </a:rPr>
              <a:t>info@plainconcepts.com</a:t>
            </a:r>
            <a:endParaRPr lang="en-US" sz="1200">
              <a:solidFill>
                <a:srgbClr val="E7E6E6"/>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8" name="Marcador de texto 6">
            <a:extLst>
              <a:ext uri="{FF2B5EF4-FFF2-40B4-BE49-F238E27FC236}">
                <a16:creationId xmlns:a16="http://schemas.microsoft.com/office/drawing/2014/main" id="{00E057B1-4055-C988-A091-FA710376A093}"/>
              </a:ext>
            </a:extLst>
          </p:cNvPr>
          <p:cNvSpPr txBox="1">
            <a:spLocks/>
          </p:cNvSpPr>
          <p:nvPr/>
        </p:nvSpPr>
        <p:spPr>
          <a:xfrm>
            <a:off x="4346915" y="3243856"/>
            <a:ext cx="3960333" cy="802281"/>
          </a:xfrm>
          <a:prstGeom prst="rect">
            <a:avLst/>
          </a:prstGeom>
        </p:spPr>
        <p:txBody>
          <a:bodyPr lIns="68580" tIns="34290" rIns="68580" bIns="34290" anchor="t"/>
          <a:lstStyle>
            <a:lvl1pPr marL="228600" indent="-228600" algn="l" defTabSz="914400" rtl="0" eaLnBrk="1" latinLnBrk="0" hangingPunct="1">
              <a:lnSpc>
                <a:spcPct val="90000"/>
              </a:lnSpc>
              <a:spcBef>
                <a:spcPts val="1000"/>
              </a:spcBef>
              <a:buFont typeface="Outfit"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Outfit"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Outfit"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Outfit"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Outfit"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Outfi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Outfi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Outfi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Outfit" panose="020B0604020202020204" pitchFamily="34" charset="0"/>
              <a:buChar char="•"/>
              <a:defRPr sz="1800" kern="1200">
                <a:solidFill>
                  <a:schemeClr val="tx1"/>
                </a:solidFill>
                <a:latin typeface="+mn-lt"/>
                <a:ea typeface="+mn-ea"/>
                <a:cs typeface="+mn-cs"/>
              </a:defRPr>
            </a:lvl9pPr>
          </a:lstStyle>
          <a:p>
            <a:pPr marL="0" indent="0" defTabSz="685800">
              <a:lnSpc>
                <a:spcPct val="120000"/>
              </a:lnSpc>
              <a:spcBef>
                <a:spcPts val="750"/>
              </a:spcBef>
              <a:buNone/>
              <a:defRPr/>
            </a:pPr>
            <a:r>
              <a:rPr lang="en-US" sz="750">
                <a:solidFill>
                  <a:srgbClr val="E7E6E6"/>
                </a:solidFill>
                <a:latin typeface="Outfit"/>
                <a:cs typeface="Outfit"/>
              </a:rPr>
              <a:t>We are a multinational company founded in 2006 that define ourselves as a software development Boutique. Our goal: delivering quality and value to customers, helping them in their digital transformation process. We have been involved in more than 2,500 projects, contributing passion and reliability while deploying disruptive advances such as: Artificial Intelligence, Big Data, IoT, Virtual/Augmented Reality, Cloud Computing, Blockchain and even Robotic-based software services. Our specialized workforce consists of more than 700 employees spread across our offices in  EMEA and America.</a:t>
            </a:r>
          </a:p>
          <a:p>
            <a:pPr marL="171450" indent="-171450" defTabSz="685800">
              <a:lnSpc>
                <a:spcPct val="120000"/>
              </a:lnSpc>
              <a:spcBef>
                <a:spcPts val="750"/>
              </a:spcBef>
              <a:defRPr/>
            </a:pPr>
            <a:endParaRPr lang="en-US" sz="2100">
              <a:solidFill>
                <a:srgbClr val="E7E6E6"/>
              </a:solidFill>
              <a:latin typeface="Outfit" pitchFamily="2" charset="0"/>
            </a:endParaRPr>
          </a:p>
        </p:txBody>
      </p:sp>
      <p:sp>
        <p:nvSpPr>
          <p:cNvPr id="29" name="Marcador de texto 6">
            <a:extLst>
              <a:ext uri="{FF2B5EF4-FFF2-40B4-BE49-F238E27FC236}">
                <a16:creationId xmlns:a16="http://schemas.microsoft.com/office/drawing/2014/main" id="{E11C8FC3-0FD0-169D-A98B-DA15A16C3153}"/>
              </a:ext>
            </a:extLst>
          </p:cNvPr>
          <p:cNvSpPr txBox="1">
            <a:spLocks/>
          </p:cNvSpPr>
          <p:nvPr/>
        </p:nvSpPr>
        <p:spPr>
          <a:xfrm>
            <a:off x="4346915" y="2925562"/>
            <a:ext cx="1950843" cy="266051"/>
          </a:xfrm>
          <a:prstGeom prst="rect">
            <a:avLst/>
          </a:prstGeom>
        </p:spPr>
        <p:txBody>
          <a:bodyPr/>
          <a:lstStyle>
            <a:lvl1pPr marL="228600" indent="-228600" algn="l" defTabSz="914400" rtl="0" eaLnBrk="1" latinLnBrk="0" hangingPunct="1">
              <a:lnSpc>
                <a:spcPct val="90000"/>
              </a:lnSpc>
              <a:spcBef>
                <a:spcPts val="1000"/>
              </a:spcBef>
              <a:buFont typeface="Outfit"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Outfit"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Outfit"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Outfit"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Outfit"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Outfi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Outfi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Outfi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Outfit" panose="020B0604020202020204" pitchFamily="34" charset="0"/>
              <a:buChar char="•"/>
              <a:defRPr sz="1800" kern="1200">
                <a:solidFill>
                  <a:schemeClr val="tx1"/>
                </a:solidFill>
                <a:latin typeface="+mn-lt"/>
                <a:ea typeface="+mn-ea"/>
                <a:cs typeface="+mn-cs"/>
              </a:defRPr>
            </a:lvl9pPr>
          </a:lstStyle>
          <a:p>
            <a:pPr marL="0" indent="0" defTabSz="685800">
              <a:spcBef>
                <a:spcPts val="750"/>
              </a:spcBef>
              <a:buNone/>
              <a:defRPr/>
            </a:pPr>
            <a:r>
              <a:rPr lang="en-US" sz="1350" b="1">
                <a:solidFill>
                  <a:srgbClr val="E7E6E6"/>
                </a:solidFill>
                <a:latin typeface="Outfit" pitchFamily="2" charset="0"/>
              </a:rPr>
              <a:t>About Plain Concepts</a:t>
            </a:r>
          </a:p>
        </p:txBody>
      </p:sp>
      <p:sp>
        <p:nvSpPr>
          <p:cNvPr id="32" name="Marcador de texto 6">
            <a:extLst>
              <a:ext uri="{FF2B5EF4-FFF2-40B4-BE49-F238E27FC236}">
                <a16:creationId xmlns:a16="http://schemas.microsoft.com/office/drawing/2014/main" id="{9F868F19-5A19-C42D-788E-E2B0D96A3679}"/>
              </a:ext>
            </a:extLst>
          </p:cNvPr>
          <p:cNvSpPr txBox="1">
            <a:spLocks/>
          </p:cNvSpPr>
          <p:nvPr/>
        </p:nvSpPr>
        <p:spPr>
          <a:xfrm>
            <a:off x="4346916" y="4373172"/>
            <a:ext cx="2198107" cy="171397"/>
          </a:xfrm>
          <a:prstGeom prst="rect">
            <a:avLst/>
          </a:prstGeom>
        </p:spPr>
        <p:txBody>
          <a:bodyPr/>
          <a:lstStyle>
            <a:lvl1pPr marL="228600" indent="-228600" algn="l" defTabSz="914400" rtl="0" eaLnBrk="1" latinLnBrk="0" hangingPunct="1">
              <a:lnSpc>
                <a:spcPct val="90000"/>
              </a:lnSpc>
              <a:spcBef>
                <a:spcPts val="1000"/>
              </a:spcBef>
              <a:buFont typeface="Outfit"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Outfit"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Outfit"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Outfit"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Outfit"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Outfi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Outfi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Outfi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Outfit" panose="020B0604020202020204" pitchFamily="34" charset="0"/>
              <a:buChar char="•"/>
              <a:defRPr sz="1800" kern="1200">
                <a:solidFill>
                  <a:schemeClr val="tx1"/>
                </a:solidFill>
                <a:latin typeface="+mn-lt"/>
                <a:ea typeface="+mn-ea"/>
                <a:cs typeface="+mn-cs"/>
              </a:defRPr>
            </a:lvl9pPr>
          </a:lstStyle>
          <a:p>
            <a:pPr marL="0" indent="0" defTabSz="685800">
              <a:spcBef>
                <a:spcPts val="750"/>
              </a:spcBef>
              <a:buNone/>
              <a:defRPr/>
            </a:pPr>
            <a:r>
              <a:rPr lang="en-US" sz="1200">
                <a:solidFill>
                  <a:srgbClr val="E7E6E6"/>
                </a:solidFill>
                <a:latin typeface="Outfit" pitchFamily="2" charset="0"/>
              </a:rPr>
              <a:t>www.plainconcepts.com</a:t>
            </a:r>
          </a:p>
        </p:txBody>
      </p:sp>
      <p:sp>
        <p:nvSpPr>
          <p:cNvPr id="37" name="TextBox 2">
            <a:extLst>
              <a:ext uri="{FF2B5EF4-FFF2-40B4-BE49-F238E27FC236}">
                <a16:creationId xmlns:a16="http://schemas.microsoft.com/office/drawing/2014/main" id="{E0679809-B9A0-D55E-F592-0DCCF0F688E7}"/>
              </a:ext>
            </a:extLst>
          </p:cNvPr>
          <p:cNvSpPr txBox="1"/>
          <p:nvPr/>
        </p:nvSpPr>
        <p:spPr>
          <a:xfrm>
            <a:off x="4323322" y="1423560"/>
            <a:ext cx="3520286" cy="543867"/>
          </a:xfrm>
          <a:prstGeom prst="rect">
            <a:avLst/>
          </a:prstGeom>
          <a:noFill/>
        </p:spPr>
        <p:txBody>
          <a:bodyPr wrap="square" rtlCol="0" anchor="ctr">
            <a:spAutoFit/>
          </a:bodyPr>
          <a:lstStyle/>
          <a:p>
            <a:pPr defTabSz="914195">
              <a:lnSpc>
                <a:spcPct val="80000"/>
              </a:lnSpc>
              <a:tabLst>
                <a:tab pos="3237771" algn="l"/>
              </a:tabLst>
              <a:defRPr/>
            </a:pPr>
            <a:r>
              <a:rPr lang="en-US" sz="3600" b="1">
                <a:solidFill>
                  <a:srgbClr val="2F6AFF"/>
                </a:solidFill>
                <a:latin typeface="Outfit" panose="020B0606030504020204" pitchFamily="34" charset="0"/>
                <a:ea typeface="Open Sans" panose="020B0606030504020204" pitchFamily="34" charset="0"/>
                <a:cs typeface="Open Sans" panose="020B0606030504020204" pitchFamily="34" charset="0"/>
              </a:rPr>
              <a:t>Gracias</a:t>
            </a:r>
          </a:p>
        </p:txBody>
      </p:sp>
      <p:pic>
        <p:nvPicPr>
          <p:cNvPr id="2" name="Picture 13" descr="Graphical user interface, text, application  Description automatically generated">
            <a:extLst>
              <a:ext uri="{FF2B5EF4-FFF2-40B4-BE49-F238E27FC236}">
                <a16:creationId xmlns:a16="http://schemas.microsoft.com/office/drawing/2014/main" id="{78C09B2B-9D32-6C53-A8B5-98805E801E47}"/>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r="61325"/>
          <a:stretch/>
        </p:blipFill>
        <p:spPr>
          <a:xfrm>
            <a:off x="193084" y="3756449"/>
            <a:ext cx="2357273" cy="1233445"/>
          </a:xfrm>
          <a:prstGeom prst="rect">
            <a:avLst/>
          </a:prstGeom>
        </p:spPr>
      </p:pic>
    </p:spTree>
    <p:custDataLst>
      <p:tags r:id="rId1"/>
    </p:custDataLst>
    <p:extLst>
      <p:ext uri="{BB962C8B-B14F-4D97-AF65-F5344CB8AC3E}">
        <p14:creationId xmlns:p14="http://schemas.microsoft.com/office/powerpoint/2010/main" val="41184278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IO_DBID" val="b15d55ba-4c00-4206-9fbb-5be4a269f5fe"/>
  <p:tag name="MIO_DISABLE_DIRECT_UPDATE" val="True"/>
  <p:tag name="MIO_EKGUID" val="bfe97ece-e0fd-4d13-8372-a23814b228dc"/>
  <p:tag name="MIO_GUID" val="89741fee-6e01-4b17-a8d8-a093ee21619f"/>
  <p:tag name="MIO_LASTDOWNLOADED" val="02.02.2023 08:40:27"/>
  <p:tag name="MIO_LASTEDITORNAME" val="Chema de la Vega Gimenez"/>
  <p:tag name="MIO_OBJECTNAME" val="Plain Concepts"/>
  <p:tag name="MIO_UPDATE" val="True"/>
  <p:tag name="MIO_VERSION" val="16.12.2022 09:36:14"/>
</p:tagLst>
</file>

<file path=ppt/tags/tag2.xml><?xml version="1.0" encoding="utf-8"?>
<p:tagLst xmlns:a="http://schemas.openxmlformats.org/drawingml/2006/main" xmlns:r="http://schemas.openxmlformats.org/officeDocument/2006/relationships" xmlns:p="http://schemas.openxmlformats.org/presentationml/2006/main">
  <p:tag name="MIO_DBID" val="B15D55BA-4C00-4206-9FBB-5BE4A269F5FE"/>
  <p:tag name="MIO_EKGUID" val="4154da53-594e-4718-832f-95104a53edf9"/>
  <p:tag name="MIO_GUID" val="7d2611d3-f272-491b-8a3a-d013e1e00272"/>
  <p:tag name="MIO_LASTDOWNLOADED" val="19.10.2023 13:23:06.212"/>
  <p:tag name="MIO_LASTEDITORNAME" val="Chema de la Vega Gimenez"/>
  <p:tag name="MIO_OBJECTNAME" val="Our Hybrid Team Composition"/>
  <p:tag name="MIO_UPDATE" val="True"/>
  <p:tag name="MIO_VERSION" val="11.10.2023 09:37:16"/>
</p:tagLst>
</file>

<file path=ppt/tags/tag3.xml><?xml version="1.0" encoding="utf-8"?>
<p:tagLst xmlns:a="http://schemas.openxmlformats.org/drawingml/2006/main" xmlns:r="http://schemas.openxmlformats.org/officeDocument/2006/relationships" xmlns:p="http://schemas.openxmlformats.org/presentationml/2006/main">
  <p:tag name="MIO_DBID" val="B15D55BA-4C00-4206-9FBB-5BE4A269F5FE"/>
  <p:tag name="MIO_EKGUID" val="3bd7c390-fabf-46ef-abfc-30ad9d8f323d"/>
  <p:tag name="MIO_GUID" val="693e3ec0-234c-48f4-b188-43842154c685"/>
  <p:tag name="MIO_LASTDOWNLOADED" val="12.01.2023 13:25:18.198"/>
  <p:tag name="MIO_LASTEDITORNAME" val="Chema de la Vega Gimenez"/>
  <p:tag name="MIO_OBJECTNAME" val="Nuestras redes sociales"/>
  <p:tag name="MIO_UPDATE" val="True"/>
  <p:tag name="MIO_VERSION" val="16.12.2022 09:43:4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Outfi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pen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ae46bd3-b151-4ae7-ab21-e9dc8d16b3fc" xsi:nil="true"/>
    <lcf76f155ced4ddcb4097134ff3c332f xmlns="e99e96a2-0b5b-4c13-bb99-233daa82a1a6">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C5DEF4896B83DE40B4F2F924E67613D0" ma:contentTypeVersion="12" ma:contentTypeDescription="Crear nuevo documento." ma:contentTypeScope="" ma:versionID="368040193df151518608b4b50b82def1">
  <xsd:schema xmlns:xsd="http://www.w3.org/2001/XMLSchema" xmlns:xs="http://www.w3.org/2001/XMLSchema" xmlns:p="http://schemas.microsoft.com/office/2006/metadata/properties" xmlns:ns2="e99e96a2-0b5b-4c13-bb99-233daa82a1a6" xmlns:ns3="0ae46bd3-b151-4ae7-ab21-e9dc8d16b3fc" targetNamespace="http://schemas.microsoft.com/office/2006/metadata/properties" ma:root="true" ma:fieldsID="94ad4d2e7ed4653c906a39944e1e1613" ns2:_="" ns3:_="">
    <xsd:import namespace="e99e96a2-0b5b-4c13-bb99-233daa82a1a6"/>
    <xsd:import namespace="0ae46bd3-b151-4ae7-ab21-e9dc8d16b3f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BillingMetadata"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9e96a2-0b5b-4c13-bb99-233daa82a1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028623e6-ce07-4f1d-8463-017bd66985f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BillingMetadata" ma:index="18" nillable="true" ma:displayName="MediaServiceBillingMetadata" ma:hidden="true" ma:internalName="MediaServiceBillingMetadata" ma:readOnly="true">
      <xsd:simpleType>
        <xsd:restriction base="dms:Note"/>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ae46bd3-b151-4ae7-ab21-e9dc8d16b3f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233edb0-58ad-46fe-a7e0-ea4231a90ef4}" ma:internalName="TaxCatchAll" ma:showField="CatchAllData" ma:web="0ae46bd3-b151-4ae7-ab21-e9dc8d16b3f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8587ABD-4C7B-4674-A484-AC0FEB2E8FA0}">
  <ds:schemaRefs>
    <ds:schemaRef ds:uri="0ae46bd3-b151-4ae7-ab21-e9dc8d16b3fc"/>
    <ds:schemaRef ds:uri="e99e96a2-0b5b-4c13-bb99-233daa82a1a6"/>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6AD4898A-5288-4BEB-8F61-1410BEDDE7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99e96a2-0b5b-4c13-bb99-233daa82a1a6"/>
    <ds:schemaRef ds:uri="0ae46bd3-b151-4ae7-ab21-e9dc8d16b3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A7F19E1-A606-4716-A901-824EB3E7D252}">
  <ds:schemaRefs>
    <ds:schemaRef ds:uri="http://schemas.microsoft.com/sharepoint/v3/contenttype/forms"/>
  </ds:schemaRefs>
</ds:datastoreItem>
</file>

<file path=docMetadata/LabelInfo.xml><?xml version="1.0" encoding="utf-8"?>
<clbl:labelList xmlns:clbl="http://schemas.microsoft.com/office/2020/mipLabelMetadata">
  <clbl:label id="{c06d6f96-9f80-47cd-9a61-eb7808785ab7}" enabled="1" method="Standard" siteId="{5c384fed-84cc-44a6-b34a-b060bf102a6e}" contentBits="3" removed="0"/>
</clbl:labelList>
</file>

<file path=docProps/app.xml><?xml version="1.0" encoding="utf-8"?>
<Properties xmlns="http://schemas.openxmlformats.org/officeDocument/2006/extended-properties" xmlns:vt="http://schemas.openxmlformats.org/officeDocument/2006/docPropsVTypes">
  <TotalTime>7</TotalTime>
  <Words>3586</Words>
  <Application>Microsoft Office PowerPoint</Application>
  <PresentationFormat>On-screen Show (16:9)</PresentationFormat>
  <Paragraphs>662</Paragraphs>
  <Slides>44</Slides>
  <Notes>44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44</vt:i4>
      </vt:variant>
    </vt:vector>
  </HeadingPairs>
  <TitlesOfParts>
    <vt:vector size="53" baseType="lpstr">
      <vt:lpstr>Aptos</vt:lpstr>
      <vt:lpstr>Calibri</vt:lpstr>
      <vt:lpstr>Montserrat</vt:lpstr>
      <vt:lpstr>Open Sans</vt:lpstr>
      <vt:lpstr>Outfit</vt:lpstr>
      <vt:lpstr>Outfit Medium</vt:lpstr>
      <vt:lpstr>Outfit SemiBold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Plantilla de Oferta de Alcance Cerrado</dc:title>
  <dc:subject>PptxGenJS Presentation</dc:subject>
  <dc:creator>Plain Concepts</dc:creator>
  <cp:lastModifiedBy>Rubén Gómez García</cp:lastModifiedBy>
  <cp:revision>7</cp:revision>
  <dcterms:created xsi:type="dcterms:W3CDTF">2026-04-23T14:53:09Z</dcterms:created>
  <dcterms:modified xsi:type="dcterms:W3CDTF">2026-08-19T10:19:47Z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Office Theme:3</vt:lpwstr>
  </property>
  <property fmtid="{D5CDD505-2E9C-101B-9397-08002B2CF9AE}" pid="3" name="ClassificationContentMarkingHeaderText">
    <vt:lpwstr>General</vt:lpwstr>
  </property>
  <property fmtid="{D5CDD505-2E9C-101B-9397-08002B2CF9AE}" pid="4" name="ContentTypeId">
    <vt:lpwstr>0x010100C5DEF4896B83DE40B4F2F924E67613D0</vt:lpwstr>
  </property>
  <property fmtid="{D5CDD505-2E9C-101B-9397-08002B2CF9AE}" pid="5" name="MediaServiceImageTags">
    <vt:lpwstr/>
  </property>
</Properties>
</file>